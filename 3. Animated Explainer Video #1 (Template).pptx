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IMATION" id="{3D8A627F-221D-4134-A32E-306E3B30D9F1}">
          <p14:sldIdLst>
            <p14:sldId id="256"/>
          </p14:sldIdLst>
        </p14:section>
        <p14:section name="TEMPLATE" id="{424949A2-93DE-44DF-84DC-FD6D686ABE0B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16" autoAdjust="0"/>
    <p:restoredTop sz="94660"/>
  </p:normalViewPr>
  <p:slideViewPr>
    <p:cSldViewPr snapToGrid="0">
      <p:cViewPr varScale="1">
        <p:scale>
          <a:sx n="87" d="100"/>
          <a:sy n="87" d="100"/>
        </p:scale>
        <p:origin x="14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510E-DCD1-404D-9949-F5E106933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3EE5-07CE-461A-82D1-C5EAE2EFD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BC89E-49F8-4CEC-818A-8ED50E0A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480-8501-44E3-A409-B9C4DA7A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95451-973E-4C71-8995-D4564594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253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E808-0302-4247-A20C-269E4102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A6727-B3CE-4057-A578-028601B5E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2EA1-AE9A-48AC-8C36-19E4C9E4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F8AA7-B204-4656-B528-82F29C67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28395-D47F-422C-B904-B5C1043B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17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120F-46F8-4037-BDEC-95164B61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65EB2-8BA6-494E-8AF6-938887365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5FEFF-DCF5-4B94-859C-D12B3912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9D607-C4C9-49F4-956E-7FC9E4E2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18F47-332A-4FEA-BB51-003EEF1F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751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CEC2-E93A-4572-8D2F-1260C41A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AEC2-0329-41C8-B7EA-61AB4D9A4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F9C80-378F-4709-A67C-DC16122E6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994F0-F33A-45EF-A882-BD5846CF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37A41-DA91-433F-881B-91345459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D66DE-4EC1-4A5A-AD19-3F0A4089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0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E833-468B-464A-B0E8-1A2FE704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03E96-E177-47B9-9BC7-0947B8860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C4B5B-C440-4658-86C5-177424853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F85EE-5A50-4212-8704-C687852A9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BC474-E306-4ED2-B2DF-1B103F998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A8907-CD06-4705-B528-77F60382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0DDFE-52B4-4898-84C0-014BE1C7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96133-390A-447C-A873-A91EA703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017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0A58-0B64-47EC-A7C7-3216E742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6A4F0-2AA0-4C6B-B7A4-EEF3CEC7A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41645-C64A-4434-B1C1-9992F012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C5B89-F405-4458-8992-1A8D73B5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3757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4E3C6-507C-42CC-A49A-1271EFCF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5DBA9-CB85-460D-A69C-28586E51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0A7DA-7707-48C6-95ED-79AA7511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528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A539-7CEE-4B08-98A3-63068EA9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6A6F4-CE45-47A6-9135-DE4F7A9E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BAACE-DFF5-4913-9FE9-540DB9FAA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1D750-37AA-4DE0-9D5A-C277A6B3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5F2D3-F989-40EC-AA84-802606BC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48995-6964-449F-BBFC-4473F94A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166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2FA7-EA03-4657-8D4D-F8F2D2F5A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945A6-D3F7-4828-B284-CD0A10DC6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FD6AE-276B-40BE-9053-8987607D1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159F0-1063-489A-B54F-64545A01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8B4B9-F024-4B9C-A89D-31387EDC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C2512-AFBF-459F-A3E2-7627AA5F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741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EC13-02F3-4B8D-B62B-0DA8FECE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48BE7-6899-4EA9-BE43-62EBF507C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1C3D9-A115-49CC-A4AC-81A11CB17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AFFBF-A25D-4862-BCCF-735BE948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63361-941C-4CBD-97F6-64ED6C72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226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E99698-828E-4BA1-BCED-3FDC06091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5B83F-5CBB-405B-9D1A-B339DA41F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81349-5CEC-413F-8868-D99AC8E9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8EFF0-7D73-49C2-A406-AAA539C4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3E6D6-5B37-400E-BDE2-A44F2C66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46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E43E78-05AE-4BC0-85B6-8EA6A3B3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761C1-69F3-408F-80BB-DAA6B3E10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22E40-1B07-4FC7-A722-12E55332F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39526-8E78-49D6-A09A-CA217E1CDEE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ADA66-0998-40C3-B768-4740D0C8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409F7-6E7B-4751-BB14-997B40EF1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D4A87-8CFB-4945-81AC-B46ED3C97C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419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pack-of-chef-characters_1125195.htm" TargetMode="External"/><Relationship Id="rId2" Type="http://schemas.openxmlformats.org/officeDocument/2006/relationships/hyperlink" Target="https://www.freepik.com/free-vector/set-of-smiling-cook-in-different-postures_1134640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cteezy.com/vector-art/171496-food-shopping-center-free-vector" TargetMode="External"/><Relationship Id="rId5" Type="http://schemas.openxmlformats.org/officeDocument/2006/relationships/hyperlink" Target="https://www.vecteezy.com/vector-art/191911-flat-coffee-shop" TargetMode="External"/><Relationship Id="rId4" Type="http://schemas.openxmlformats.org/officeDocument/2006/relationships/hyperlink" Target="https://www.vecteezy.com/vector-art/98660-vector-burger-tru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22BE96-0A35-47BD-AD1D-812ED1C86438}"/>
              </a:ext>
            </a:extLst>
          </p:cNvPr>
          <p:cNvGrpSpPr/>
          <p:nvPr/>
        </p:nvGrpSpPr>
        <p:grpSpPr>
          <a:xfrm>
            <a:off x="0" y="6978474"/>
            <a:ext cx="2613949" cy="533400"/>
            <a:chOff x="1424940" y="-190500"/>
            <a:chExt cx="2613949" cy="5334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DBEA940-201D-4726-ACCA-3089FEA684B4}"/>
                </a:ext>
              </a:extLst>
            </p:cNvPr>
            <p:cNvSpPr/>
            <p:nvPr/>
          </p:nvSpPr>
          <p:spPr>
            <a:xfrm>
              <a:off x="1958340" y="-190500"/>
              <a:ext cx="533400" cy="533400"/>
            </a:xfrm>
            <a:prstGeom prst="rect">
              <a:avLst/>
            </a:prstGeom>
            <a:solidFill>
              <a:srgbClr val="75C1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F6AEF8-08CE-4ABF-BCDD-482E940729B7}"/>
                </a:ext>
              </a:extLst>
            </p:cNvPr>
            <p:cNvSpPr/>
            <p:nvPr/>
          </p:nvSpPr>
          <p:spPr>
            <a:xfrm>
              <a:off x="2491740" y="-190500"/>
              <a:ext cx="533400" cy="533400"/>
            </a:xfrm>
            <a:prstGeom prst="rect">
              <a:avLst/>
            </a:prstGeom>
            <a:solidFill>
              <a:srgbClr val="164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559FE8-4F58-4D81-8C70-BFC3C86BB10F}"/>
                </a:ext>
              </a:extLst>
            </p:cNvPr>
            <p:cNvSpPr/>
            <p:nvPr/>
          </p:nvSpPr>
          <p:spPr>
            <a:xfrm>
              <a:off x="1424940" y="-190500"/>
              <a:ext cx="533400" cy="533400"/>
            </a:xfrm>
            <a:prstGeom prst="rect">
              <a:avLst/>
            </a:prstGeom>
            <a:solidFill>
              <a:srgbClr val="BDE1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70129E-FD1D-48D7-9D92-BF42E771A775}"/>
                </a:ext>
              </a:extLst>
            </p:cNvPr>
            <p:cNvSpPr/>
            <p:nvPr/>
          </p:nvSpPr>
          <p:spPr>
            <a:xfrm>
              <a:off x="3505489" y="-190500"/>
              <a:ext cx="533400" cy="5334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08FAFF-7B93-4BAD-B1E1-7B746AB7C31A}"/>
                </a:ext>
              </a:extLst>
            </p:cNvPr>
            <p:cNvSpPr/>
            <p:nvPr/>
          </p:nvSpPr>
          <p:spPr>
            <a:xfrm>
              <a:off x="2972089" y="-190500"/>
              <a:ext cx="533400" cy="5334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</p:spTree>
    <p:extLst>
      <p:ext uri="{BB962C8B-B14F-4D97-AF65-F5344CB8AC3E}">
        <p14:creationId xmlns:p14="http://schemas.microsoft.com/office/powerpoint/2010/main" val="174020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Picture 397" descr="A close up of a sign&#10;&#10;Description automatically generated">
            <a:extLst>
              <a:ext uri="{FF2B5EF4-FFF2-40B4-BE49-F238E27FC236}">
                <a16:creationId xmlns:a16="http://schemas.microsoft.com/office/drawing/2014/main" id="{9788D3B3-3C42-46A8-9C76-46BD62DE6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4" y="958893"/>
            <a:ext cx="5809992" cy="4858933"/>
          </a:xfrm>
          <a:prstGeom prst="rect">
            <a:avLst/>
          </a:prstGeom>
        </p:spPr>
      </p:pic>
      <p:pic>
        <p:nvPicPr>
          <p:cNvPr id="400" name="Picture 399" descr="A close up of a sign&#10;&#10;Description automatically generated">
            <a:extLst>
              <a:ext uri="{FF2B5EF4-FFF2-40B4-BE49-F238E27FC236}">
                <a16:creationId xmlns:a16="http://schemas.microsoft.com/office/drawing/2014/main" id="{535C6480-3DA1-4F0C-B09D-4601580E4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268" y="674413"/>
            <a:ext cx="6175783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56">
            <a:extLst>
              <a:ext uri="{FF2B5EF4-FFF2-40B4-BE49-F238E27FC236}">
                <a16:creationId xmlns:a16="http://schemas.microsoft.com/office/drawing/2014/main" id="{6A9044A9-8DFE-4F0C-AA8C-DC83E7049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386" y="935303"/>
            <a:ext cx="5182049" cy="4224894"/>
          </a:xfrm>
          <a:prstGeom prst="rect">
            <a:avLst/>
          </a:prstGeom>
        </p:spPr>
      </p:pic>
      <p:pic>
        <p:nvPicPr>
          <p:cNvPr id="158" name="Picture 157" descr="A close up of a sign&#10;&#10;Description automatically generated">
            <a:extLst>
              <a:ext uri="{FF2B5EF4-FFF2-40B4-BE49-F238E27FC236}">
                <a16:creationId xmlns:a16="http://schemas.microsoft.com/office/drawing/2014/main" id="{D7A2B2D8-00E5-41B0-A42E-83E5E2056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64" y="847179"/>
            <a:ext cx="6104835" cy="41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1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Picture 498" descr="A picture containing toy&#10;&#10;Description automatically generated">
            <a:extLst>
              <a:ext uri="{FF2B5EF4-FFF2-40B4-BE49-F238E27FC236}">
                <a16:creationId xmlns:a16="http://schemas.microsoft.com/office/drawing/2014/main" id="{15591606-6220-402F-A17C-C75CE1B0D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498" y="63716"/>
            <a:ext cx="3938357" cy="6590347"/>
          </a:xfrm>
          <a:prstGeom prst="rect">
            <a:avLst/>
          </a:prstGeom>
        </p:spPr>
      </p:pic>
      <p:pic>
        <p:nvPicPr>
          <p:cNvPr id="503" name="Picture 502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17898ACE-4073-444E-90B3-D875B74BF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650" y="63716"/>
            <a:ext cx="3133616" cy="6590347"/>
          </a:xfrm>
          <a:prstGeom prst="rect">
            <a:avLst/>
          </a:prstGeom>
        </p:spPr>
      </p:pic>
      <p:pic>
        <p:nvPicPr>
          <p:cNvPr id="505" name="Picture 504" descr="A picture containing toy&#10;&#10;Description automatically generated">
            <a:extLst>
              <a:ext uri="{FF2B5EF4-FFF2-40B4-BE49-F238E27FC236}">
                <a16:creationId xmlns:a16="http://schemas.microsoft.com/office/drawing/2014/main" id="{086567CC-4DE4-4435-9C6D-177BAFD953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82" y="203936"/>
            <a:ext cx="3596952" cy="645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3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oy, doll&#10;&#10;Description automatically generated">
            <a:extLst>
              <a:ext uri="{FF2B5EF4-FFF2-40B4-BE49-F238E27FC236}">
                <a16:creationId xmlns:a16="http://schemas.microsoft.com/office/drawing/2014/main" id="{1E530E84-B76E-4F51-8F4D-1910D923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43" y="677614"/>
            <a:ext cx="2750926" cy="5679854"/>
          </a:xfrm>
          <a:prstGeom prst="rect">
            <a:avLst/>
          </a:prstGeom>
        </p:spPr>
      </p:pic>
      <p:pic>
        <p:nvPicPr>
          <p:cNvPr id="5" name="Picture 4" descr="A picture containing toy&#10;&#10;Description automatically generated">
            <a:extLst>
              <a:ext uri="{FF2B5EF4-FFF2-40B4-BE49-F238E27FC236}">
                <a16:creationId xmlns:a16="http://schemas.microsoft.com/office/drawing/2014/main" id="{8EE3CD30-3380-4612-B416-745003C68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57" y="633045"/>
            <a:ext cx="2848018" cy="5782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86A67C-1AA2-4E96-842F-B24705BBB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583" y="670577"/>
            <a:ext cx="2993655" cy="569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06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FFB7-4847-4C71-B7C4-0346AB20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57" y="214654"/>
            <a:ext cx="4115765" cy="1325563"/>
          </a:xfrm>
        </p:spPr>
        <p:txBody>
          <a:bodyPr/>
          <a:lstStyle/>
          <a:p>
            <a:r>
              <a:rPr lang="pl-PL" b="1" dirty="0">
                <a:latin typeface="+mn-lt"/>
                <a:cs typeface="Times New Roman" panose="02020603050405020304" pitchFamily="18" charset="0"/>
              </a:rPr>
              <a:t>CREDITS</a:t>
            </a:r>
            <a:r>
              <a:rPr lang="pl-PL" b="1" dirty="0">
                <a:latin typeface="+mn-lt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8D870-1ADC-4563-BBA2-8D6375BB7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57" y="1517067"/>
            <a:ext cx="11367883" cy="4351338"/>
          </a:xfrm>
        </p:spPr>
        <p:txBody>
          <a:bodyPr>
            <a:normAutofit/>
          </a:bodyPr>
          <a:lstStyle/>
          <a:p>
            <a:r>
              <a:rPr lang="pl-PL" sz="1800" dirty="0">
                <a:cs typeface="Times New Roman" panose="02020603050405020304" pitchFamily="18" charset="0"/>
                <a:hlinkClick r:id="rId2"/>
              </a:rPr>
              <a:t>https://www.freepik.com/free-vector/set-of-smiling-cook-in-different-postures_1134640.htm</a:t>
            </a:r>
            <a:r>
              <a:rPr lang="pl-PL" sz="1800" dirty="0">
                <a:cs typeface="Times New Roman" panose="02020603050405020304" pitchFamily="18" charset="0"/>
              </a:rPr>
              <a:t> (funny Luigi dude)</a:t>
            </a:r>
          </a:p>
          <a:p>
            <a:r>
              <a:rPr lang="pl-PL" sz="1800" dirty="0">
                <a:cs typeface="Times New Roman" panose="02020603050405020304" pitchFamily="18" charset="0"/>
                <a:hlinkClick r:id="rId3"/>
              </a:rPr>
              <a:t>https://www.freepik.com/free-vector/pack-of-chef-characters_1125195.htm</a:t>
            </a:r>
            <a:r>
              <a:rPr lang="pl-PL" sz="1800" dirty="0">
                <a:cs typeface="Times New Roman" panose="02020603050405020304" pitchFamily="18" charset="0"/>
              </a:rPr>
              <a:t> (cooks)</a:t>
            </a:r>
          </a:p>
          <a:p>
            <a:r>
              <a:rPr lang="pl-PL" sz="1800" dirty="0">
                <a:cs typeface="Times New Roman" panose="02020603050405020304" pitchFamily="18" charset="0"/>
                <a:hlinkClick r:id="rId4"/>
              </a:rPr>
              <a:t>https://www.vecteezy.com/vector-art/98660-vector-burger-truck</a:t>
            </a:r>
            <a:r>
              <a:rPr lang="pl-PL" sz="1800" dirty="0">
                <a:cs typeface="Times New Roman" panose="02020603050405020304" pitchFamily="18" charset="0"/>
              </a:rPr>
              <a:t> (Burger)</a:t>
            </a:r>
          </a:p>
          <a:p>
            <a:r>
              <a:rPr lang="pl-PL" sz="1800" dirty="0">
                <a:cs typeface="Times New Roman" panose="02020603050405020304" pitchFamily="18" charset="0"/>
                <a:hlinkClick r:id="rId5"/>
              </a:rPr>
              <a:t>https://www.vecteezy.com/vector-art/191911-flat-coffee-shop</a:t>
            </a:r>
            <a:r>
              <a:rPr lang="pl-PL" sz="1800" dirty="0">
                <a:cs typeface="Times New Roman" panose="02020603050405020304" pitchFamily="18" charset="0"/>
              </a:rPr>
              <a:t> (Coffe)</a:t>
            </a:r>
          </a:p>
          <a:p>
            <a:r>
              <a:rPr lang="pl-PL" sz="1800" dirty="0">
                <a:cs typeface="Times New Roman" panose="02020603050405020304" pitchFamily="18" charset="0"/>
                <a:hlinkClick r:id="rId6"/>
              </a:rPr>
              <a:t>https://www.vecteezy.com/vector-art/171496-food-shopping-center-free-vector</a:t>
            </a:r>
            <a:r>
              <a:rPr lang="pl-PL" sz="1800" dirty="0">
                <a:cs typeface="Times New Roman" panose="02020603050405020304" pitchFamily="18" charset="0"/>
              </a:rPr>
              <a:t> (Fries and pizza)</a:t>
            </a:r>
          </a:p>
          <a:p>
            <a:endParaRPr lang="pl-PL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800" dirty="0">
                <a:cs typeface="Times New Roman" panose="02020603050405020304" pitchFamily="18" charset="0"/>
              </a:rPr>
              <a:t>Thank you great designers for making our little explainer video possible :)</a:t>
            </a:r>
          </a:p>
          <a:p>
            <a:pPr marL="0" indent="0">
              <a:buNone/>
            </a:pPr>
            <a:endParaRPr lang="pl-PL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800" dirty="0">
                <a:cs typeface="Times New Roman" panose="02020603050405020304" pitchFamily="18" charset="0"/>
              </a:rPr>
              <a:t>Kind Regards,</a:t>
            </a:r>
          </a:p>
          <a:p>
            <a:pPr marL="0" indent="0">
              <a:buNone/>
            </a:pPr>
            <a:r>
              <a:rPr lang="pl-PL" sz="1800" dirty="0">
                <a:cs typeface="Times New Roman" panose="02020603050405020304" pitchFamily="18" charset="0"/>
              </a:rPr>
              <a:t>Andrzej Pach</a:t>
            </a:r>
          </a:p>
        </p:txBody>
      </p:sp>
    </p:spTree>
    <p:extLst>
      <p:ext uri="{BB962C8B-B14F-4D97-AF65-F5344CB8AC3E}">
        <p14:creationId xmlns:p14="http://schemas.microsoft.com/office/powerpoint/2010/main" val="425310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CREDITS: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Andrew Pach</cp:lastModifiedBy>
  <cp:revision>2</cp:revision>
  <dcterms:created xsi:type="dcterms:W3CDTF">2018-10-16T10:59:05Z</dcterms:created>
  <dcterms:modified xsi:type="dcterms:W3CDTF">2020-07-23T08:42:22Z</dcterms:modified>
</cp:coreProperties>
</file>