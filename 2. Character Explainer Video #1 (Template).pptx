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70" r:id="rId5"/>
    <p:sldId id="266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DEO" id="{85B24444-3367-48F8-AE2B-942184839140}">
          <p14:sldIdLst>
            <p14:sldId id="256"/>
          </p14:sldIdLst>
        </p14:section>
        <p14:section name="TEMPLATE / CREDITS" id="{5FB371D4-440F-4024-B123-FC0811BF49CF}">
          <p14:sldIdLst>
            <p14:sldId id="267"/>
            <p14:sldId id="268"/>
            <p14:sldId id="27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32AF-3187-42F6-B444-513DA29D4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FD6C8-80DA-4227-BB3D-7A9A3CC7B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7046D-F8AD-462A-A1A1-D38DE45B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F0D0E-4C03-4E9C-85EC-DB3D7DFA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7EC7A-C5C1-4AFF-9E3E-4E59DC36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935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1FA9-ED91-4212-B891-F19CA739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7526-7CF6-4B6A-9442-F73FF224F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11E04-E4F6-43A2-BD72-AB0927F0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A1A5-FC82-44EF-9D73-E558D7B6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816BD-4104-45FC-B464-B13DEB23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225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8454-A89D-42DA-B8C0-D61634F4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DDD81-EB22-4075-8705-0DF8460B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326FA-EA45-40BD-AA82-0717A353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96C78-5595-46AE-93F1-2B96B4080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A6969-E118-4E39-9274-4D171849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865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C499-0D90-49DA-9FEC-A53C94B0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9BB2-920E-4F42-BF48-BE1361C1E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491FF-0D09-4A9B-977E-3F99B27E9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C50-3EB1-4D22-A1F3-F07D51EB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1E2C2-BE5C-4501-B6E7-4B74098C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E77D8-9CD6-472F-9D98-0E53B25F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642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942B-6D2F-40BC-A05C-471D8E71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CBEC8-0F0A-4F2D-96EC-56D004292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214B8-B046-4B87-9ACA-57B1B8E8E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DCACA-0161-48EE-8453-E867B9847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9D7F5-36C6-4FC7-B38C-D81C647B3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C3129-3679-45C3-9563-2FA8D833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44667-A602-4F12-84C7-E18623C8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A536A-1442-44A4-B370-53BEDF63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835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12DE-42B8-4605-ACC1-4AD13C53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12DA7-94BF-4FBD-B6F5-0065929D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4779B-5DEC-43AC-ABC3-593F077C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8CB63-D239-4AC3-93B5-1ACD2797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393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E6C19-428C-4C0C-8502-8F3BA94E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BBDE9-473D-4915-940B-0BFCD397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2DED6-24A7-4365-9B56-3A8CFB0F3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562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A90F6-E624-41EC-B4E1-7485CF1E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BA4D9-A0BE-4D85-A7EF-384ED56A1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61AAB-D97B-4779-A308-CAC3E9904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CD99B-0DC6-46C4-8F33-FB17F12B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BF8CD-B2B0-4DE7-A7BD-997C8ED5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FC8DD-C4EB-4EBE-BA42-2B2FF42A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20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105D-17F6-468C-BA28-4C823B5F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A447C0-8171-42BE-ACA1-836485954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74957-8651-45A6-A01B-F6BBFE45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52833-A36E-4A21-8144-DA78A533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A013A-57F8-41BE-ABD1-F6B0BFC30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0DC15-61CB-4447-908A-E5D3154D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757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E9A5-829D-435A-8CF1-31D1FFDE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892AB-1DE6-44F1-91AD-E4B9079C6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B300C-5CBE-4E96-959A-A2B9FA39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1499B-F813-4245-99D0-7F8AFB26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C10A6-5CDA-4690-93C9-B25E8B80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119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E0019-6663-4E94-BEAA-B2734A0CD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BC53A-A0E8-424E-9652-2CBB4C567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9DA86-D450-41FD-ADB4-9ECEE7A7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21DF7-6A65-45D2-9020-182A8037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E4455-56E2-49C0-B100-3AA97926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160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A0395-FF43-4814-AC4B-5F8058E9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EC987-8C60-43DB-9EAE-08FAA6E24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90D9E-67A5-4C09-9038-41808C31D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87A7A-F795-4E11-94B8-AA7E7C48DAA6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C32BC-A799-4259-8182-778AE5AE1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EDD45-4A26-4EEB-9B92-F752FE843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446A4-D2AA-4D4E-A45A-389C9C5C699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6723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104989-free-sloth-cartoon-vector" TargetMode="External"/><Relationship Id="rId7" Type="http://schemas.openxmlformats.org/officeDocument/2006/relationships/hyperlink" Target="https://www.flaticon.com/free-icon/sunbed_139913#term=holiday&amp;page=1&amp;position=25" TargetMode="External"/><Relationship Id="rId2" Type="http://schemas.openxmlformats.org/officeDocument/2006/relationships/hyperlink" Target="https://www.freepik.com/free-vector/nice-businessman-character-set_2960917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aticon.com/free-icon/trekking_776537#term=holiday&amp;page=1&amp;position=60" TargetMode="External"/><Relationship Id="rId5" Type="http://schemas.openxmlformats.org/officeDocument/2006/relationships/hyperlink" Target="https://www.freepik.com/free-vector/workspace-concept-in-flat-style_2914600.htm" TargetMode="External"/><Relationship Id="rId4" Type="http://schemas.openxmlformats.org/officeDocument/2006/relationships/hyperlink" Target="https://www.freepik.com/free-vector/modern-office-desk-with-flat-design_2775669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D126927-740F-497D-9272-E64221A5E6E1}"/>
              </a:ext>
            </a:extLst>
          </p:cNvPr>
          <p:cNvGrpSpPr/>
          <p:nvPr/>
        </p:nvGrpSpPr>
        <p:grpSpPr>
          <a:xfrm>
            <a:off x="9054533" y="7299960"/>
            <a:ext cx="3124455" cy="868680"/>
            <a:chOff x="8978333" y="7406640"/>
            <a:chExt cx="3124455" cy="8686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1D9095-2BAB-44F6-9A53-9EB3728872F1}"/>
                </a:ext>
              </a:extLst>
            </p:cNvPr>
            <p:cNvSpPr/>
            <p:nvPr/>
          </p:nvSpPr>
          <p:spPr>
            <a:xfrm flipH="1">
              <a:off x="8978333" y="7406640"/>
              <a:ext cx="1041485" cy="868680"/>
            </a:xfrm>
            <a:prstGeom prst="rect">
              <a:avLst/>
            </a:prstGeom>
            <a:solidFill>
              <a:srgbClr val="F568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B1A797-00C6-40DB-A530-F3731F869DB6}"/>
                </a:ext>
              </a:extLst>
            </p:cNvPr>
            <p:cNvSpPr/>
            <p:nvPr/>
          </p:nvSpPr>
          <p:spPr>
            <a:xfrm flipH="1">
              <a:off x="10019818" y="7406640"/>
              <a:ext cx="1041485" cy="868680"/>
            </a:xfrm>
            <a:prstGeom prst="rect">
              <a:avLst/>
            </a:prstGeom>
            <a:solidFill>
              <a:srgbClr val="0F14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111CE7-E634-4E26-B12D-7371A95132B1}"/>
                </a:ext>
              </a:extLst>
            </p:cNvPr>
            <p:cNvSpPr/>
            <p:nvPr/>
          </p:nvSpPr>
          <p:spPr>
            <a:xfrm flipH="1">
              <a:off x="11061303" y="7406640"/>
              <a:ext cx="1041485" cy="868680"/>
            </a:xfrm>
            <a:prstGeom prst="rect">
              <a:avLst/>
            </a:prstGeom>
            <a:solidFill>
              <a:srgbClr val="E7D2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54817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roup 691">
            <a:extLst>
              <a:ext uri="{FF2B5EF4-FFF2-40B4-BE49-F238E27FC236}">
                <a16:creationId xmlns:a16="http://schemas.microsoft.com/office/drawing/2014/main" id="{FB3D260B-C1C6-4FF3-9B85-41EB540DA769}"/>
              </a:ext>
            </a:extLst>
          </p:cNvPr>
          <p:cNvGrpSpPr/>
          <p:nvPr/>
        </p:nvGrpSpPr>
        <p:grpSpPr>
          <a:xfrm>
            <a:off x="941013" y="3473563"/>
            <a:ext cx="1245487" cy="2733901"/>
            <a:chOff x="1063625" y="950913"/>
            <a:chExt cx="2563813" cy="5627688"/>
          </a:xfrm>
        </p:grpSpPr>
        <p:sp>
          <p:nvSpPr>
            <p:cNvPr id="494" name="Freeform 7">
              <a:extLst>
                <a:ext uri="{FF2B5EF4-FFF2-40B4-BE49-F238E27FC236}">
                  <a16:creationId xmlns:a16="http://schemas.microsoft.com/office/drawing/2014/main" id="{1AE8453A-AFDA-407C-907D-12D6490A4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625" y="1323976"/>
              <a:ext cx="2019300" cy="4130675"/>
            </a:xfrm>
            <a:custGeom>
              <a:avLst/>
              <a:gdLst>
                <a:gd name="T0" fmla="*/ 479 w 538"/>
                <a:gd name="T1" fmla="*/ 38 h 1100"/>
                <a:gd name="T2" fmla="*/ 72 w 538"/>
                <a:gd name="T3" fmla="*/ 2 h 1100"/>
                <a:gd name="T4" fmla="*/ 21 w 538"/>
                <a:gd name="T5" fmla="*/ 19 h 1100"/>
                <a:gd name="T6" fmla="*/ 0 w 538"/>
                <a:gd name="T7" fmla="*/ 69 h 1100"/>
                <a:gd name="T8" fmla="*/ 24 w 538"/>
                <a:gd name="T9" fmla="*/ 1035 h 1100"/>
                <a:gd name="T10" fmla="*/ 89 w 538"/>
                <a:gd name="T11" fmla="*/ 1100 h 1100"/>
                <a:gd name="T12" fmla="*/ 474 w 538"/>
                <a:gd name="T13" fmla="*/ 1100 h 1100"/>
                <a:gd name="T14" fmla="*/ 538 w 538"/>
                <a:gd name="T15" fmla="*/ 1034 h 1100"/>
                <a:gd name="T16" fmla="*/ 538 w 538"/>
                <a:gd name="T17" fmla="*/ 104 h 1100"/>
                <a:gd name="T18" fmla="*/ 479 w 538"/>
                <a:gd name="T19" fmla="*/ 38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8" h="1100">
                  <a:moveTo>
                    <a:pt x="479" y="38"/>
                  </a:moveTo>
                  <a:cubicBezTo>
                    <a:pt x="72" y="2"/>
                    <a:pt x="72" y="2"/>
                    <a:pt x="72" y="2"/>
                  </a:cubicBezTo>
                  <a:cubicBezTo>
                    <a:pt x="53" y="0"/>
                    <a:pt x="35" y="6"/>
                    <a:pt x="21" y="19"/>
                  </a:cubicBezTo>
                  <a:cubicBezTo>
                    <a:pt x="7" y="32"/>
                    <a:pt x="0" y="50"/>
                    <a:pt x="0" y="69"/>
                  </a:cubicBezTo>
                  <a:cubicBezTo>
                    <a:pt x="24" y="1035"/>
                    <a:pt x="24" y="1035"/>
                    <a:pt x="24" y="1035"/>
                  </a:cubicBezTo>
                  <a:cubicBezTo>
                    <a:pt x="24" y="1071"/>
                    <a:pt x="54" y="1100"/>
                    <a:pt x="89" y="1100"/>
                  </a:cubicBezTo>
                  <a:cubicBezTo>
                    <a:pt x="474" y="1100"/>
                    <a:pt x="474" y="1100"/>
                    <a:pt x="474" y="1100"/>
                  </a:cubicBezTo>
                  <a:cubicBezTo>
                    <a:pt x="510" y="1100"/>
                    <a:pt x="538" y="1070"/>
                    <a:pt x="538" y="1034"/>
                  </a:cubicBezTo>
                  <a:cubicBezTo>
                    <a:pt x="538" y="104"/>
                    <a:pt x="538" y="104"/>
                    <a:pt x="538" y="104"/>
                  </a:cubicBezTo>
                  <a:cubicBezTo>
                    <a:pt x="538" y="70"/>
                    <a:pt x="513" y="42"/>
                    <a:pt x="479" y="38"/>
                  </a:cubicBezTo>
                  <a:close/>
                </a:path>
              </a:pathLst>
            </a:custGeom>
            <a:solidFill>
              <a:srgbClr val="91A8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5" name="Freeform 8">
              <a:extLst>
                <a:ext uri="{FF2B5EF4-FFF2-40B4-BE49-F238E27FC236}">
                  <a16:creationId xmlns:a16="http://schemas.microsoft.com/office/drawing/2014/main" id="{0CB79C6D-5571-46DB-8954-174D1D8D2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025" y="1684338"/>
              <a:ext cx="304800" cy="296863"/>
            </a:xfrm>
            <a:custGeom>
              <a:avLst/>
              <a:gdLst>
                <a:gd name="T0" fmla="*/ 0 w 81"/>
                <a:gd name="T1" fmla="*/ 43 h 79"/>
                <a:gd name="T2" fmla="*/ 41 w 81"/>
                <a:gd name="T3" fmla="*/ 0 h 79"/>
                <a:gd name="T4" fmla="*/ 81 w 81"/>
                <a:gd name="T5" fmla="*/ 39 h 79"/>
                <a:gd name="T6" fmla="*/ 42 w 81"/>
                <a:gd name="T7" fmla="*/ 79 h 79"/>
                <a:gd name="T8" fmla="*/ 0 w 81"/>
                <a:gd name="T9" fmla="*/ 43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79">
                  <a:moveTo>
                    <a:pt x="0" y="43"/>
                  </a:moveTo>
                  <a:cubicBezTo>
                    <a:pt x="0" y="43"/>
                    <a:pt x="38" y="37"/>
                    <a:pt x="41" y="0"/>
                  </a:cubicBezTo>
                  <a:cubicBezTo>
                    <a:pt x="41" y="0"/>
                    <a:pt x="47" y="40"/>
                    <a:pt x="81" y="39"/>
                  </a:cubicBezTo>
                  <a:cubicBezTo>
                    <a:pt x="79" y="42"/>
                    <a:pt x="44" y="44"/>
                    <a:pt x="42" y="79"/>
                  </a:cubicBezTo>
                  <a:cubicBezTo>
                    <a:pt x="42" y="79"/>
                    <a:pt x="43" y="40"/>
                    <a:pt x="0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6" name="Freeform 9">
              <a:extLst>
                <a:ext uri="{FF2B5EF4-FFF2-40B4-BE49-F238E27FC236}">
                  <a16:creationId xmlns:a16="http://schemas.microsoft.com/office/drawing/2014/main" id="{1169E0B0-E9F9-4C0C-81C7-194F4FC44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006601"/>
              <a:ext cx="150813" cy="147638"/>
            </a:xfrm>
            <a:custGeom>
              <a:avLst/>
              <a:gdLst>
                <a:gd name="T0" fmla="*/ 0 w 40"/>
                <a:gd name="T1" fmla="*/ 21 h 39"/>
                <a:gd name="T2" fmla="*/ 20 w 40"/>
                <a:gd name="T3" fmla="*/ 0 h 39"/>
                <a:gd name="T4" fmla="*/ 40 w 40"/>
                <a:gd name="T5" fmla="*/ 19 h 39"/>
                <a:gd name="T6" fmla="*/ 21 w 40"/>
                <a:gd name="T7" fmla="*/ 39 h 39"/>
                <a:gd name="T8" fmla="*/ 0 w 40"/>
                <a:gd name="T9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9">
                  <a:moveTo>
                    <a:pt x="0" y="21"/>
                  </a:moveTo>
                  <a:cubicBezTo>
                    <a:pt x="0" y="21"/>
                    <a:pt x="19" y="19"/>
                    <a:pt x="20" y="0"/>
                  </a:cubicBezTo>
                  <a:cubicBezTo>
                    <a:pt x="20" y="0"/>
                    <a:pt x="23" y="20"/>
                    <a:pt x="40" y="19"/>
                  </a:cubicBezTo>
                  <a:cubicBezTo>
                    <a:pt x="39" y="21"/>
                    <a:pt x="22" y="22"/>
                    <a:pt x="21" y="39"/>
                  </a:cubicBezTo>
                  <a:cubicBezTo>
                    <a:pt x="21" y="39"/>
                    <a:pt x="21" y="20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7" name="Freeform 10">
              <a:extLst>
                <a:ext uri="{FF2B5EF4-FFF2-40B4-BE49-F238E27FC236}">
                  <a16:creationId xmlns:a16="http://schemas.microsoft.com/office/drawing/2014/main" id="{9E282058-08BF-461C-9FBB-7DA2D6AF9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105026"/>
              <a:ext cx="115888" cy="107950"/>
            </a:xfrm>
            <a:custGeom>
              <a:avLst/>
              <a:gdLst>
                <a:gd name="T0" fmla="*/ 0 w 31"/>
                <a:gd name="T1" fmla="*/ 16 h 29"/>
                <a:gd name="T2" fmla="*/ 16 w 31"/>
                <a:gd name="T3" fmla="*/ 0 h 29"/>
                <a:gd name="T4" fmla="*/ 31 w 31"/>
                <a:gd name="T5" fmla="*/ 14 h 29"/>
                <a:gd name="T6" fmla="*/ 16 w 31"/>
                <a:gd name="T7" fmla="*/ 29 h 29"/>
                <a:gd name="T8" fmla="*/ 0 w 31"/>
                <a:gd name="T9" fmla="*/ 1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9">
                  <a:moveTo>
                    <a:pt x="0" y="16"/>
                  </a:moveTo>
                  <a:cubicBezTo>
                    <a:pt x="0" y="16"/>
                    <a:pt x="15" y="14"/>
                    <a:pt x="16" y="0"/>
                  </a:cubicBezTo>
                  <a:cubicBezTo>
                    <a:pt x="16" y="0"/>
                    <a:pt x="18" y="15"/>
                    <a:pt x="31" y="14"/>
                  </a:cubicBezTo>
                  <a:cubicBezTo>
                    <a:pt x="30" y="16"/>
                    <a:pt x="17" y="16"/>
                    <a:pt x="16" y="29"/>
                  </a:cubicBezTo>
                  <a:cubicBezTo>
                    <a:pt x="16" y="29"/>
                    <a:pt x="17" y="15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8" name="Freeform 11">
              <a:extLst>
                <a:ext uri="{FF2B5EF4-FFF2-40B4-BE49-F238E27FC236}">
                  <a16:creationId xmlns:a16="http://schemas.microsoft.com/office/drawing/2014/main" id="{593EEDC6-9126-4AC9-9D7C-E67D3A5B9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313" y="6053138"/>
              <a:ext cx="371475" cy="423863"/>
            </a:xfrm>
            <a:custGeom>
              <a:avLst/>
              <a:gdLst>
                <a:gd name="T0" fmla="*/ 99 w 99"/>
                <a:gd name="T1" fmla="*/ 113 h 113"/>
                <a:gd name="T2" fmla="*/ 0 w 99"/>
                <a:gd name="T3" fmla="*/ 102 h 113"/>
                <a:gd name="T4" fmla="*/ 8 w 99"/>
                <a:gd name="T5" fmla="*/ 62 h 113"/>
                <a:gd name="T6" fmla="*/ 9 w 99"/>
                <a:gd name="T7" fmla="*/ 16 h 113"/>
                <a:gd name="T8" fmla="*/ 75 w 99"/>
                <a:gd name="T9" fmla="*/ 16 h 113"/>
                <a:gd name="T10" fmla="*/ 83 w 99"/>
                <a:gd name="T11" fmla="*/ 62 h 113"/>
                <a:gd name="T12" fmla="*/ 99 w 99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113">
                  <a:moveTo>
                    <a:pt x="99" y="113"/>
                  </a:moveTo>
                  <a:cubicBezTo>
                    <a:pt x="0" y="102"/>
                    <a:pt x="0" y="102"/>
                    <a:pt x="0" y="102"/>
                  </a:cubicBezTo>
                  <a:cubicBezTo>
                    <a:pt x="5" y="94"/>
                    <a:pt x="7" y="79"/>
                    <a:pt x="8" y="62"/>
                  </a:cubicBezTo>
                  <a:cubicBezTo>
                    <a:pt x="10" y="39"/>
                    <a:pt x="9" y="16"/>
                    <a:pt x="9" y="16"/>
                  </a:cubicBezTo>
                  <a:cubicBezTo>
                    <a:pt x="9" y="16"/>
                    <a:pt x="75" y="0"/>
                    <a:pt x="75" y="16"/>
                  </a:cubicBezTo>
                  <a:cubicBezTo>
                    <a:pt x="75" y="27"/>
                    <a:pt x="78" y="45"/>
                    <a:pt x="83" y="62"/>
                  </a:cubicBezTo>
                  <a:cubicBezTo>
                    <a:pt x="90" y="88"/>
                    <a:pt x="99" y="113"/>
                    <a:pt x="99" y="113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9" name="Freeform 12">
              <a:extLst>
                <a:ext uri="{FF2B5EF4-FFF2-40B4-BE49-F238E27FC236}">
                  <a16:creationId xmlns:a16="http://schemas.microsoft.com/office/drawing/2014/main" id="{E7F4A16C-A072-470D-A775-B596B4E55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6337301"/>
              <a:ext cx="420688" cy="238125"/>
            </a:xfrm>
            <a:custGeom>
              <a:avLst/>
              <a:gdLst>
                <a:gd name="T0" fmla="*/ 112 w 112"/>
                <a:gd name="T1" fmla="*/ 44 h 63"/>
                <a:gd name="T2" fmla="*/ 112 w 112"/>
                <a:gd name="T3" fmla="*/ 46 h 63"/>
                <a:gd name="T4" fmla="*/ 108 w 112"/>
                <a:gd name="T5" fmla="*/ 63 h 63"/>
                <a:gd name="T6" fmla="*/ 4 w 112"/>
                <a:gd name="T7" fmla="*/ 63 h 63"/>
                <a:gd name="T8" fmla="*/ 0 w 112"/>
                <a:gd name="T9" fmla="*/ 46 h 63"/>
                <a:gd name="T10" fmla="*/ 0 w 112"/>
                <a:gd name="T11" fmla="*/ 45 h 63"/>
                <a:gd name="T12" fmla="*/ 56 w 112"/>
                <a:gd name="T13" fmla="*/ 0 h 63"/>
                <a:gd name="T14" fmla="*/ 112 w 112"/>
                <a:gd name="T15" fmla="*/ 4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63">
                  <a:moveTo>
                    <a:pt x="112" y="44"/>
                  </a:moveTo>
                  <a:cubicBezTo>
                    <a:pt x="112" y="45"/>
                    <a:pt x="112" y="46"/>
                    <a:pt x="112" y="46"/>
                  </a:cubicBezTo>
                  <a:cubicBezTo>
                    <a:pt x="112" y="52"/>
                    <a:pt x="110" y="57"/>
                    <a:pt x="108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1" y="57"/>
                    <a:pt x="0" y="52"/>
                    <a:pt x="0" y="46"/>
                  </a:cubicBezTo>
                  <a:cubicBezTo>
                    <a:pt x="0" y="46"/>
                    <a:pt x="0" y="45"/>
                    <a:pt x="0" y="45"/>
                  </a:cubicBezTo>
                  <a:cubicBezTo>
                    <a:pt x="0" y="20"/>
                    <a:pt x="25" y="0"/>
                    <a:pt x="56" y="0"/>
                  </a:cubicBezTo>
                  <a:cubicBezTo>
                    <a:pt x="87" y="0"/>
                    <a:pt x="112" y="19"/>
                    <a:pt x="112" y="44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0" name="Freeform 13">
              <a:extLst>
                <a:ext uri="{FF2B5EF4-FFF2-40B4-BE49-F238E27FC236}">
                  <a16:creationId xmlns:a16="http://schemas.microsoft.com/office/drawing/2014/main" id="{2CF19966-5422-4DC4-8720-F64585A3E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6475" y="6053138"/>
              <a:ext cx="280988" cy="239713"/>
            </a:xfrm>
            <a:custGeom>
              <a:avLst/>
              <a:gdLst>
                <a:gd name="T0" fmla="*/ 0 w 75"/>
                <a:gd name="T1" fmla="*/ 64 h 64"/>
                <a:gd name="T2" fmla="*/ 1 w 75"/>
                <a:gd name="T3" fmla="*/ 16 h 64"/>
                <a:gd name="T4" fmla="*/ 67 w 75"/>
                <a:gd name="T5" fmla="*/ 16 h 64"/>
                <a:gd name="T6" fmla="*/ 75 w 75"/>
                <a:gd name="T7" fmla="*/ 64 h 64"/>
                <a:gd name="T8" fmla="*/ 0 w 75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64">
                  <a:moveTo>
                    <a:pt x="0" y="64"/>
                  </a:moveTo>
                  <a:cubicBezTo>
                    <a:pt x="2" y="37"/>
                    <a:pt x="1" y="16"/>
                    <a:pt x="1" y="16"/>
                  </a:cubicBezTo>
                  <a:cubicBezTo>
                    <a:pt x="1" y="16"/>
                    <a:pt x="67" y="0"/>
                    <a:pt x="67" y="16"/>
                  </a:cubicBezTo>
                  <a:cubicBezTo>
                    <a:pt x="67" y="27"/>
                    <a:pt x="70" y="45"/>
                    <a:pt x="75" y="64"/>
                  </a:cubicBezTo>
                  <a:lnTo>
                    <a:pt x="0" y="64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1" name="Freeform 14">
              <a:extLst>
                <a:ext uri="{FF2B5EF4-FFF2-40B4-BE49-F238E27FC236}">
                  <a16:creationId xmlns:a16="http://schemas.microsoft.com/office/drawing/2014/main" id="{B5DD0329-116A-4AF4-A287-B963ECF95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6507163"/>
              <a:ext cx="420688" cy="60325"/>
            </a:xfrm>
            <a:custGeom>
              <a:avLst/>
              <a:gdLst>
                <a:gd name="T0" fmla="*/ 112 w 112"/>
                <a:gd name="T1" fmla="*/ 0 h 16"/>
                <a:gd name="T2" fmla="*/ 108 w 112"/>
                <a:gd name="T3" fmla="*/ 16 h 16"/>
                <a:gd name="T4" fmla="*/ 4 w 112"/>
                <a:gd name="T5" fmla="*/ 16 h 16"/>
                <a:gd name="T6" fmla="*/ 0 w 112"/>
                <a:gd name="T7" fmla="*/ 0 h 16"/>
                <a:gd name="T8" fmla="*/ 112 w 112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6">
                  <a:moveTo>
                    <a:pt x="112" y="0"/>
                  </a:moveTo>
                  <a:cubicBezTo>
                    <a:pt x="112" y="6"/>
                    <a:pt x="110" y="11"/>
                    <a:pt x="108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" y="11"/>
                    <a:pt x="0" y="6"/>
                    <a:pt x="0" y="0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2" name="Freeform 15">
              <a:extLst>
                <a:ext uri="{FF2B5EF4-FFF2-40B4-BE49-F238E27FC236}">
                  <a16:creationId xmlns:a16="http://schemas.microsoft.com/office/drawing/2014/main" id="{6FDCF063-E110-441A-BDC8-458EAC771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913" y="6323013"/>
              <a:ext cx="138113" cy="52388"/>
            </a:xfrm>
            <a:custGeom>
              <a:avLst/>
              <a:gdLst>
                <a:gd name="T0" fmla="*/ 37 w 37"/>
                <a:gd name="T1" fmla="*/ 11 h 14"/>
                <a:gd name="T2" fmla="*/ 2 w 37"/>
                <a:gd name="T3" fmla="*/ 11 h 14"/>
                <a:gd name="T4" fmla="*/ 3 w 37"/>
                <a:gd name="T5" fmla="*/ 14 h 14"/>
                <a:gd name="T6" fmla="*/ 19 w 37"/>
                <a:gd name="T7" fmla="*/ 10 h 14"/>
                <a:gd name="T8" fmla="*/ 35 w 37"/>
                <a:gd name="T9" fmla="*/ 14 h 14"/>
                <a:gd name="T10" fmla="*/ 37 w 37"/>
                <a:gd name="T1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4">
                  <a:moveTo>
                    <a:pt x="37" y="11"/>
                  </a:moveTo>
                  <a:cubicBezTo>
                    <a:pt x="29" y="0"/>
                    <a:pt x="10" y="4"/>
                    <a:pt x="2" y="11"/>
                  </a:cubicBezTo>
                  <a:cubicBezTo>
                    <a:pt x="0" y="12"/>
                    <a:pt x="2" y="14"/>
                    <a:pt x="3" y="14"/>
                  </a:cubicBezTo>
                  <a:cubicBezTo>
                    <a:pt x="9" y="13"/>
                    <a:pt x="13" y="10"/>
                    <a:pt x="19" y="10"/>
                  </a:cubicBezTo>
                  <a:cubicBezTo>
                    <a:pt x="25" y="9"/>
                    <a:pt x="29" y="13"/>
                    <a:pt x="35" y="14"/>
                  </a:cubicBezTo>
                  <a:cubicBezTo>
                    <a:pt x="36" y="14"/>
                    <a:pt x="37" y="12"/>
                    <a:pt x="37" y="11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3" name="Freeform 16">
              <a:extLst>
                <a:ext uri="{FF2B5EF4-FFF2-40B4-BE49-F238E27FC236}">
                  <a16:creationId xmlns:a16="http://schemas.microsoft.com/office/drawing/2014/main" id="{0ABB3265-E19F-4EC6-8A7C-842EA4F5E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150" y="6375401"/>
              <a:ext cx="134938" cy="49213"/>
            </a:xfrm>
            <a:custGeom>
              <a:avLst/>
              <a:gdLst>
                <a:gd name="T0" fmla="*/ 34 w 36"/>
                <a:gd name="T1" fmla="*/ 8 h 13"/>
                <a:gd name="T2" fmla="*/ 1 w 36"/>
                <a:gd name="T3" fmla="*/ 9 h 13"/>
                <a:gd name="T4" fmla="*/ 3 w 36"/>
                <a:gd name="T5" fmla="*/ 12 h 13"/>
                <a:gd name="T6" fmla="*/ 19 w 36"/>
                <a:gd name="T7" fmla="*/ 9 h 13"/>
                <a:gd name="T8" fmla="*/ 34 w 36"/>
                <a:gd name="T9" fmla="*/ 12 h 13"/>
                <a:gd name="T10" fmla="*/ 34 w 36"/>
                <a:gd name="T11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13">
                  <a:moveTo>
                    <a:pt x="34" y="8"/>
                  </a:moveTo>
                  <a:cubicBezTo>
                    <a:pt x="26" y="2"/>
                    <a:pt x="9" y="0"/>
                    <a:pt x="1" y="9"/>
                  </a:cubicBezTo>
                  <a:cubicBezTo>
                    <a:pt x="0" y="10"/>
                    <a:pt x="1" y="12"/>
                    <a:pt x="3" y="12"/>
                  </a:cubicBezTo>
                  <a:cubicBezTo>
                    <a:pt x="8" y="10"/>
                    <a:pt x="14" y="9"/>
                    <a:pt x="19" y="9"/>
                  </a:cubicBezTo>
                  <a:cubicBezTo>
                    <a:pt x="24" y="10"/>
                    <a:pt x="29" y="13"/>
                    <a:pt x="34" y="12"/>
                  </a:cubicBezTo>
                  <a:cubicBezTo>
                    <a:pt x="36" y="12"/>
                    <a:pt x="36" y="9"/>
                    <a:pt x="34" y="8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4" name="Freeform 17">
              <a:extLst>
                <a:ext uri="{FF2B5EF4-FFF2-40B4-BE49-F238E27FC236}">
                  <a16:creationId xmlns:a16="http://schemas.microsoft.com/office/drawing/2014/main" id="{D9913FA6-72D4-46AA-8CE7-78E7170FB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675" y="6097588"/>
              <a:ext cx="657225" cy="481013"/>
            </a:xfrm>
            <a:custGeom>
              <a:avLst/>
              <a:gdLst>
                <a:gd name="T0" fmla="*/ 173 w 175"/>
                <a:gd name="T1" fmla="*/ 107 h 128"/>
                <a:gd name="T2" fmla="*/ 170 w 175"/>
                <a:gd name="T3" fmla="*/ 121 h 128"/>
                <a:gd name="T4" fmla="*/ 2 w 175"/>
                <a:gd name="T5" fmla="*/ 123 h 128"/>
                <a:gd name="T6" fmla="*/ 3 w 175"/>
                <a:gd name="T7" fmla="*/ 118 h 128"/>
                <a:gd name="T8" fmla="*/ 5 w 175"/>
                <a:gd name="T9" fmla="*/ 112 h 128"/>
                <a:gd name="T10" fmla="*/ 68 w 175"/>
                <a:gd name="T11" fmla="*/ 81 h 128"/>
                <a:gd name="T12" fmla="*/ 85 w 175"/>
                <a:gd name="T13" fmla="*/ 72 h 128"/>
                <a:gd name="T14" fmla="*/ 97 w 175"/>
                <a:gd name="T15" fmla="*/ 53 h 128"/>
                <a:gd name="T16" fmla="*/ 104 w 175"/>
                <a:gd name="T17" fmla="*/ 0 h 128"/>
                <a:gd name="T18" fmla="*/ 170 w 175"/>
                <a:gd name="T19" fmla="*/ 1 h 128"/>
                <a:gd name="T20" fmla="*/ 174 w 175"/>
                <a:gd name="T21" fmla="*/ 53 h 128"/>
                <a:gd name="T22" fmla="*/ 173 w 175"/>
                <a:gd name="T23" fmla="*/ 10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5" h="128">
                  <a:moveTo>
                    <a:pt x="173" y="107"/>
                  </a:moveTo>
                  <a:cubicBezTo>
                    <a:pt x="173" y="113"/>
                    <a:pt x="172" y="118"/>
                    <a:pt x="170" y="121"/>
                  </a:cubicBezTo>
                  <a:cubicBezTo>
                    <a:pt x="170" y="121"/>
                    <a:pt x="13" y="128"/>
                    <a:pt x="2" y="123"/>
                  </a:cubicBezTo>
                  <a:cubicBezTo>
                    <a:pt x="0" y="122"/>
                    <a:pt x="0" y="121"/>
                    <a:pt x="3" y="118"/>
                  </a:cubicBezTo>
                  <a:cubicBezTo>
                    <a:pt x="3" y="117"/>
                    <a:pt x="4" y="115"/>
                    <a:pt x="5" y="112"/>
                  </a:cubicBezTo>
                  <a:cubicBezTo>
                    <a:pt x="10" y="99"/>
                    <a:pt x="25" y="78"/>
                    <a:pt x="68" y="81"/>
                  </a:cubicBezTo>
                  <a:cubicBezTo>
                    <a:pt x="75" y="77"/>
                    <a:pt x="81" y="74"/>
                    <a:pt x="85" y="72"/>
                  </a:cubicBezTo>
                  <a:cubicBezTo>
                    <a:pt x="90" y="69"/>
                    <a:pt x="94" y="62"/>
                    <a:pt x="97" y="53"/>
                  </a:cubicBezTo>
                  <a:cubicBezTo>
                    <a:pt x="104" y="33"/>
                    <a:pt x="105" y="5"/>
                    <a:pt x="104" y="0"/>
                  </a:cubicBezTo>
                  <a:cubicBezTo>
                    <a:pt x="170" y="1"/>
                    <a:pt x="170" y="1"/>
                    <a:pt x="170" y="1"/>
                  </a:cubicBezTo>
                  <a:cubicBezTo>
                    <a:pt x="170" y="1"/>
                    <a:pt x="173" y="25"/>
                    <a:pt x="174" y="53"/>
                  </a:cubicBezTo>
                  <a:cubicBezTo>
                    <a:pt x="175" y="72"/>
                    <a:pt x="175" y="92"/>
                    <a:pt x="173" y="107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5" name="Freeform 18">
              <a:extLst>
                <a:ext uri="{FF2B5EF4-FFF2-40B4-BE49-F238E27FC236}">
                  <a16:creationId xmlns:a16="http://schemas.microsoft.com/office/drawing/2014/main" id="{2EB4FC95-89DB-43C4-A07E-D55E7210D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100763"/>
              <a:ext cx="288925" cy="203200"/>
            </a:xfrm>
            <a:custGeom>
              <a:avLst/>
              <a:gdLst>
                <a:gd name="T0" fmla="*/ 0 w 77"/>
                <a:gd name="T1" fmla="*/ 54 h 54"/>
                <a:gd name="T2" fmla="*/ 7 w 77"/>
                <a:gd name="T3" fmla="*/ 0 h 54"/>
                <a:gd name="T4" fmla="*/ 73 w 77"/>
                <a:gd name="T5" fmla="*/ 1 h 54"/>
                <a:gd name="T6" fmla="*/ 77 w 77"/>
                <a:gd name="T7" fmla="*/ 54 h 54"/>
                <a:gd name="T8" fmla="*/ 0 w 77"/>
                <a:gd name="T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54">
                  <a:moveTo>
                    <a:pt x="0" y="54"/>
                  </a:moveTo>
                  <a:cubicBezTo>
                    <a:pt x="7" y="32"/>
                    <a:pt x="8" y="5"/>
                    <a:pt x="7" y="0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3" y="1"/>
                    <a:pt x="76" y="24"/>
                    <a:pt x="77" y="54"/>
                  </a:cubicBezTo>
                  <a:lnTo>
                    <a:pt x="0" y="54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6" name="Freeform 19">
              <a:extLst>
                <a:ext uri="{FF2B5EF4-FFF2-40B4-BE49-F238E27FC236}">
                  <a16:creationId xmlns:a16="http://schemas.microsoft.com/office/drawing/2014/main" id="{91342CE3-EAB9-461A-BDDF-89C7158BF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675" y="6499226"/>
              <a:ext cx="649288" cy="79375"/>
            </a:xfrm>
            <a:custGeom>
              <a:avLst/>
              <a:gdLst>
                <a:gd name="T0" fmla="*/ 173 w 173"/>
                <a:gd name="T1" fmla="*/ 0 h 21"/>
                <a:gd name="T2" fmla="*/ 170 w 173"/>
                <a:gd name="T3" fmla="*/ 14 h 21"/>
                <a:gd name="T4" fmla="*/ 2 w 173"/>
                <a:gd name="T5" fmla="*/ 16 h 21"/>
                <a:gd name="T6" fmla="*/ 3 w 173"/>
                <a:gd name="T7" fmla="*/ 11 h 21"/>
                <a:gd name="T8" fmla="*/ 5 w 173"/>
                <a:gd name="T9" fmla="*/ 5 h 21"/>
                <a:gd name="T10" fmla="*/ 173 w 173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3" h="21">
                  <a:moveTo>
                    <a:pt x="173" y="0"/>
                  </a:moveTo>
                  <a:cubicBezTo>
                    <a:pt x="173" y="6"/>
                    <a:pt x="172" y="11"/>
                    <a:pt x="170" y="14"/>
                  </a:cubicBezTo>
                  <a:cubicBezTo>
                    <a:pt x="170" y="14"/>
                    <a:pt x="13" y="21"/>
                    <a:pt x="2" y="16"/>
                  </a:cubicBezTo>
                  <a:cubicBezTo>
                    <a:pt x="0" y="15"/>
                    <a:pt x="0" y="14"/>
                    <a:pt x="3" y="11"/>
                  </a:cubicBezTo>
                  <a:cubicBezTo>
                    <a:pt x="3" y="10"/>
                    <a:pt x="4" y="8"/>
                    <a:pt x="5" y="5"/>
                  </a:cubicBezTo>
                  <a:cubicBezTo>
                    <a:pt x="32" y="6"/>
                    <a:pt x="131" y="6"/>
                    <a:pt x="173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7" name="Freeform 20">
              <a:extLst>
                <a:ext uri="{FF2B5EF4-FFF2-40B4-BE49-F238E27FC236}">
                  <a16:creationId xmlns:a16="http://schemas.microsoft.com/office/drawing/2014/main" id="{0C458A1B-E625-4DDC-A921-94939BC6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38" y="6375401"/>
              <a:ext cx="85725" cy="52388"/>
            </a:xfrm>
            <a:custGeom>
              <a:avLst/>
              <a:gdLst>
                <a:gd name="T0" fmla="*/ 22 w 23"/>
                <a:gd name="T1" fmla="*/ 10 h 14"/>
                <a:gd name="T2" fmla="*/ 1 w 23"/>
                <a:gd name="T3" fmla="*/ 4 h 14"/>
                <a:gd name="T4" fmla="*/ 1 w 23"/>
                <a:gd name="T5" fmla="*/ 6 h 14"/>
                <a:gd name="T6" fmla="*/ 10 w 23"/>
                <a:gd name="T7" fmla="*/ 8 h 14"/>
                <a:gd name="T8" fmla="*/ 18 w 23"/>
                <a:gd name="T9" fmla="*/ 13 h 14"/>
                <a:gd name="T10" fmla="*/ 22 w 23"/>
                <a:gd name="T11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14">
                  <a:moveTo>
                    <a:pt x="22" y="10"/>
                  </a:moveTo>
                  <a:cubicBezTo>
                    <a:pt x="20" y="3"/>
                    <a:pt x="8" y="0"/>
                    <a:pt x="1" y="4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4" y="8"/>
                    <a:pt x="7" y="7"/>
                    <a:pt x="10" y="8"/>
                  </a:cubicBezTo>
                  <a:cubicBezTo>
                    <a:pt x="14" y="8"/>
                    <a:pt x="15" y="11"/>
                    <a:pt x="18" y="13"/>
                  </a:cubicBezTo>
                  <a:cubicBezTo>
                    <a:pt x="20" y="14"/>
                    <a:pt x="23" y="13"/>
                    <a:pt x="22" y="10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8" name="Freeform 21">
              <a:extLst>
                <a:ext uri="{FF2B5EF4-FFF2-40B4-BE49-F238E27FC236}">
                  <a16:creationId xmlns:a16="http://schemas.microsoft.com/office/drawing/2014/main" id="{DBE91CA7-ED95-4683-89A5-70EB9642F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00" y="6342063"/>
              <a:ext cx="104775" cy="52388"/>
            </a:xfrm>
            <a:custGeom>
              <a:avLst/>
              <a:gdLst>
                <a:gd name="T0" fmla="*/ 27 w 28"/>
                <a:gd name="T1" fmla="*/ 10 h 14"/>
                <a:gd name="T2" fmla="*/ 13 w 28"/>
                <a:gd name="T3" fmla="*/ 0 h 14"/>
                <a:gd name="T4" fmla="*/ 1 w 28"/>
                <a:gd name="T5" fmla="*/ 7 h 14"/>
                <a:gd name="T6" fmla="*/ 2 w 28"/>
                <a:gd name="T7" fmla="*/ 7 h 14"/>
                <a:gd name="T8" fmla="*/ 10 w 28"/>
                <a:gd name="T9" fmla="*/ 6 h 14"/>
                <a:gd name="T10" fmla="*/ 19 w 28"/>
                <a:gd name="T11" fmla="*/ 10 h 14"/>
                <a:gd name="T12" fmla="*/ 25 w 28"/>
                <a:gd name="T13" fmla="*/ 14 h 14"/>
                <a:gd name="T14" fmla="*/ 27 w 28"/>
                <a:gd name="T15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4">
                  <a:moveTo>
                    <a:pt x="27" y="10"/>
                  </a:moveTo>
                  <a:cubicBezTo>
                    <a:pt x="25" y="5"/>
                    <a:pt x="19" y="1"/>
                    <a:pt x="13" y="0"/>
                  </a:cubicBezTo>
                  <a:cubicBezTo>
                    <a:pt x="9" y="0"/>
                    <a:pt x="0" y="1"/>
                    <a:pt x="1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5" y="8"/>
                    <a:pt x="7" y="6"/>
                    <a:pt x="10" y="6"/>
                  </a:cubicBezTo>
                  <a:cubicBezTo>
                    <a:pt x="13" y="6"/>
                    <a:pt x="17" y="8"/>
                    <a:pt x="19" y="10"/>
                  </a:cubicBezTo>
                  <a:cubicBezTo>
                    <a:pt x="21" y="12"/>
                    <a:pt x="22" y="14"/>
                    <a:pt x="25" y="14"/>
                  </a:cubicBezTo>
                  <a:cubicBezTo>
                    <a:pt x="27" y="14"/>
                    <a:pt x="28" y="11"/>
                    <a:pt x="27" y="10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9" name="Freeform 22">
              <a:extLst>
                <a:ext uri="{FF2B5EF4-FFF2-40B4-BE49-F238E27FC236}">
                  <a16:creationId xmlns:a16="http://schemas.microsoft.com/office/drawing/2014/main" id="{66AB234A-B956-4DE0-9FF7-ED9308E1D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863" y="2349501"/>
              <a:ext cx="1100138" cy="1430338"/>
            </a:xfrm>
            <a:custGeom>
              <a:avLst/>
              <a:gdLst>
                <a:gd name="T0" fmla="*/ 2 w 293"/>
                <a:gd name="T1" fmla="*/ 28 h 381"/>
                <a:gd name="T2" fmla="*/ 293 w 293"/>
                <a:gd name="T3" fmla="*/ 24 h 381"/>
                <a:gd name="T4" fmla="*/ 250 w 293"/>
                <a:gd name="T5" fmla="*/ 353 h 381"/>
                <a:gd name="T6" fmla="*/ 41 w 293"/>
                <a:gd name="T7" fmla="*/ 351 h 381"/>
                <a:gd name="T8" fmla="*/ 2 w 293"/>
                <a:gd name="T9" fmla="*/ 2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381">
                  <a:moveTo>
                    <a:pt x="2" y="28"/>
                  </a:moveTo>
                  <a:cubicBezTo>
                    <a:pt x="2" y="28"/>
                    <a:pt x="151" y="0"/>
                    <a:pt x="293" y="24"/>
                  </a:cubicBezTo>
                  <a:cubicBezTo>
                    <a:pt x="293" y="24"/>
                    <a:pt x="261" y="295"/>
                    <a:pt x="250" y="353"/>
                  </a:cubicBezTo>
                  <a:cubicBezTo>
                    <a:pt x="250" y="353"/>
                    <a:pt x="138" y="381"/>
                    <a:pt x="41" y="351"/>
                  </a:cubicBezTo>
                  <a:cubicBezTo>
                    <a:pt x="41" y="351"/>
                    <a:pt x="0" y="80"/>
                    <a:pt x="2" y="28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0" name="Freeform 23">
              <a:extLst>
                <a:ext uri="{FF2B5EF4-FFF2-40B4-BE49-F238E27FC236}">
                  <a16:creationId xmlns:a16="http://schemas.microsoft.com/office/drawing/2014/main" id="{7557A7FC-48BC-4CD9-9A00-B7AE606A8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513" y="2003426"/>
              <a:ext cx="330200" cy="555625"/>
            </a:xfrm>
            <a:custGeom>
              <a:avLst/>
              <a:gdLst>
                <a:gd name="T0" fmla="*/ 88 w 88"/>
                <a:gd name="T1" fmla="*/ 103 h 148"/>
                <a:gd name="T2" fmla="*/ 44 w 88"/>
                <a:gd name="T3" fmla="*/ 148 h 148"/>
                <a:gd name="T4" fmla="*/ 44 w 88"/>
                <a:gd name="T5" fmla="*/ 148 h 148"/>
                <a:gd name="T6" fmla="*/ 0 w 88"/>
                <a:gd name="T7" fmla="*/ 103 h 148"/>
                <a:gd name="T8" fmla="*/ 0 w 88"/>
                <a:gd name="T9" fmla="*/ 46 h 148"/>
                <a:gd name="T10" fmla="*/ 44 w 88"/>
                <a:gd name="T11" fmla="*/ 0 h 148"/>
                <a:gd name="T12" fmla="*/ 44 w 88"/>
                <a:gd name="T13" fmla="*/ 0 h 148"/>
                <a:gd name="T14" fmla="*/ 88 w 88"/>
                <a:gd name="T15" fmla="*/ 46 h 148"/>
                <a:gd name="T16" fmla="*/ 88 w 88"/>
                <a:gd name="T17" fmla="*/ 10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48">
                  <a:moveTo>
                    <a:pt x="88" y="103"/>
                  </a:moveTo>
                  <a:cubicBezTo>
                    <a:pt x="88" y="128"/>
                    <a:pt x="69" y="148"/>
                    <a:pt x="44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19" y="148"/>
                    <a:pt x="0" y="128"/>
                    <a:pt x="0" y="103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1"/>
                    <a:pt x="19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69" y="0"/>
                    <a:pt x="88" y="21"/>
                    <a:pt x="88" y="46"/>
                  </a:cubicBezTo>
                  <a:lnTo>
                    <a:pt x="88" y="103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1" name="Freeform 24">
              <a:extLst>
                <a:ext uri="{FF2B5EF4-FFF2-40B4-BE49-F238E27FC236}">
                  <a16:creationId xmlns:a16="http://schemas.microsoft.com/office/drawing/2014/main" id="{4E10F61D-51C4-4BAE-86EF-285FE4B94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800" y="3802063"/>
              <a:ext cx="368300" cy="739775"/>
            </a:xfrm>
            <a:custGeom>
              <a:avLst/>
              <a:gdLst>
                <a:gd name="T0" fmla="*/ 89 w 98"/>
                <a:gd name="T1" fmla="*/ 144 h 197"/>
                <a:gd name="T2" fmla="*/ 79 w 98"/>
                <a:gd name="T3" fmla="*/ 101 h 197"/>
                <a:gd name="T4" fmla="*/ 72 w 98"/>
                <a:gd name="T5" fmla="*/ 88 h 197"/>
                <a:gd name="T6" fmla="*/ 67 w 98"/>
                <a:gd name="T7" fmla="*/ 83 h 197"/>
                <a:gd name="T8" fmla="*/ 82 w 98"/>
                <a:gd name="T9" fmla="*/ 34 h 197"/>
                <a:gd name="T10" fmla="*/ 61 w 98"/>
                <a:gd name="T11" fmla="*/ 1 h 197"/>
                <a:gd name="T12" fmla="*/ 36 w 98"/>
                <a:gd name="T13" fmla="*/ 9 h 197"/>
                <a:gd name="T14" fmla="*/ 33 w 98"/>
                <a:gd name="T15" fmla="*/ 82 h 197"/>
                <a:gd name="T16" fmla="*/ 26 w 98"/>
                <a:gd name="T17" fmla="*/ 98 h 197"/>
                <a:gd name="T18" fmla="*/ 12 w 98"/>
                <a:gd name="T19" fmla="*/ 135 h 197"/>
                <a:gd name="T20" fmla="*/ 9 w 98"/>
                <a:gd name="T21" fmla="*/ 178 h 197"/>
                <a:gd name="T22" fmla="*/ 15 w 98"/>
                <a:gd name="T23" fmla="*/ 176 h 197"/>
                <a:gd name="T24" fmla="*/ 19 w 98"/>
                <a:gd name="T25" fmla="*/ 136 h 197"/>
                <a:gd name="T26" fmla="*/ 21 w 98"/>
                <a:gd name="T27" fmla="*/ 128 h 197"/>
                <a:gd name="T28" fmla="*/ 29 w 98"/>
                <a:gd name="T29" fmla="*/ 187 h 197"/>
                <a:gd name="T30" fmla="*/ 38 w 98"/>
                <a:gd name="T31" fmla="*/ 185 h 197"/>
                <a:gd name="T32" fmla="*/ 37 w 98"/>
                <a:gd name="T33" fmla="*/ 182 h 197"/>
                <a:gd name="T34" fmla="*/ 44 w 98"/>
                <a:gd name="T35" fmla="*/ 192 h 197"/>
                <a:gd name="T36" fmla="*/ 55 w 98"/>
                <a:gd name="T37" fmla="*/ 187 h 197"/>
                <a:gd name="T38" fmla="*/ 48 w 98"/>
                <a:gd name="T39" fmla="*/ 166 h 197"/>
                <a:gd name="T40" fmla="*/ 59 w 98"/>
                <a:gd name="T41" fmla="*/ 186 h 197"/>
                <a:gd name="T42" fmla="*/ 67 w 98"/>
                <a:gd name="T43" fmla="*/ 181 h 197"/>
                <a:gd name="T44" fmla="*/ 64 w 98"/>
                <a:gd name="T45" fmla="*/ 125 h 197"/>
                <a:gd name="T46" fmla="*/ 82 w 98"/>
                <a:gd name="T47" fmla="*/ 159 h 197"/>
                <a:gd name="T48" fmla="*/ 89 w 98"/>
                <a:gd name="T49" fmla="*/ 14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8" h="197">
                  <a:moveTo>
                    <a:pt x="89" y="144"/>
                  </a:moveTo>
                  <a:cubicBezTo>
                    <a:pt x="81" y="130"/>
                    <a:pt x="82" y="116"/>
                    <a:pt x="79" y="101"/>
                  </a:cubicBezTo>
                  <a:cubicBezTo>
                    <a:pt x="78" y="96"/>
                    <a:pt x="76" y="92"/>
                    <a:pt x="72" y="88"/>
                  </a:cubicBezTo>
                  <a:cubicBezTo>
                    <a:pt x="70" y="86"/>
                    <a:pt x="68" y="85"/>
                    <a:pt x="67" y="83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7" y="18"/>
                    <a:pt x="80" y="2"/>
                    <a:pt x="61" y="1"/>
                  </a:cubicBezTo>
                  <a:cubicBezTo>
                    <a:pt x="51" y="0"/>
                    <a:pt x="42" y="3"/>
                    <a:pt x="36" y="9"/>
                  </a:cubicBezTo>
                  <a:cubicBezTo>
                    <a:pt x="33" y="51"/>
                    <a:pt x="33" y="81"/>
                    <a:pt x="33" y="82"/>
                  </a:cubicBezTo>
                  <a:cubicBezTo>
                    <a:pt x="32" y="87"/>
                    <a:pt x="28" y="93"/>
                    <a:pt x="26" y="98"/>
                  </a:cubicBezTo>
                  <a:cubicBezTo>
                    <a:pt x="21" y="110"/>
                    <a:pt x="16" y="122"/>
                    <a:pt x="12" y="135"/>
                  </a:cubicBezTo>
                  <a:cubicBezTo>
                    <a:pt x="7" y="147"/>
                    <a:pt x="0" y="166"/>
                    <a:pt x="9" y="178"/>
                  </a:cubicBezTo>
                  <a:cubicBezTo>
                    <a:pt x="10" y="180"/>
                    <a:pt x="15" y="179"/>
                    <a:pt x="15" y="176"/>
                  </a:cubicBezTo>
                  <a:cubicBezTo>
                    <a:pt x="12" y="162"/>
                    <a:pt x="14" y="150"/>
                    <a:pt x="19" y="136"/>
                  </a:cubicBezTo>
                  <a:cubicBezTo>
                    <a:pt x="20" y="133"/>
                    <a:pt x="20" y="131"/>
                    <a:pt x="21" y="128"/>
                  </a:cubicBezTo>
                  <a:cubicBezTo>
                    <a:pt x="16" y="149"/>
                    <a:pt x="16" y="170"/>
                    <a:pt x="29" y="187"/>
                  </a:cubicBezTo>
                  <a:cubicBezTo>
                    <a:pt x="32" y="190"/>
                    <a:pt x="38" y="189"/>
                    <a:pt x="38" y="185"/>
                  </a:cubicBezTo>
                  <a:cubicBezTo>
                    <a:pt x="38" y="184"/>
                    <a:pt x="38" y="183"/>
                    <a:pt x="37" y="182"/>
                  </a:cubicBezTo>
                  <a:cubicBezTo>
                    <a:pt x="39" y="186"/>
                    <a:pt x="41" y="189"/>
                    <a:pt x="44" y="192"/>
                  </a:cubicBezTo>
                  <a:cubicBezTo>
                    <a:pt x="48" y="197"/>
                    <a:pt x="57" y="193"/>
                    <a:pt x="55" y="187"/>
                  </a:cubicBezTo>
                  <a:cubicBezTo>
                    <a:pt x="53" y="180"/>
                    <a:pt x="50" y="173"/>
                    <a:pt x="48" y="166"/>
                  </a:cubicBezTo>
                  <a:cubicBezTo>
                    <a:pt x="51" y="169"/>
                    <a:pt x="54" y="184"/>
                    <a:pt x="59" y="186"/>
                  </a:cubicBezTo>
                  <a:cubicBezTo>
                    <a:pt x="63" y="188"/>
                    <a:pt x="67" y="185"/>
                    <a:pt x="67" y="181"/>
                  </a:cubicBezTo>
                  <a:cubicBezTo>
                    <a:pt x="68" y="170"/>
                    <a:pt x="55" y="126"/>
                    <a:pt x="64" y="125"/>
                  </a:cubicBezTo>
                  <a:cubicBezTo>
                    <a:pt x="73" y="123"/>
                    <a:pt x="61" y="149"/>
                    <a:pt x="82" y="159"/>
                  </a:cubicBezTo>
                  <a:cubicBezTo>
                    <a:pt x="92" y="163"/>
                    <a:pt x="98" y="158"/>
                    <a:pt x="89" y="144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2" name="Oval 25">
              <a:extLst>
                <a:ext uri="{FF2B5EF4-FFF2-40B4-BE49-F238E27FC236}">
                  <a16:creationId xmlns:a16="http://schemas.microsoft.com/office/drawing/2014/main" id="{9769D96C-BD1B-45A1-A10A-31DB800F4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388" y="2668588"/>
              <a:ext cx="44450" cy="492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3" name="Oval 26">
              <a:extLst>
                <a:ext uri="{FF2B5EF4-FFF2-40B4-BE49-F238E27FC236}">
                  <a16:creationId xmlns:a16="http://schemas.microsoft.com/office/drawing/2014/main" id="{69BC0130-ACC0-4DDA-9553-AE21C6AE7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388" y="2919413"/>
              <a:ext cx="44450" cy="492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4" name="Oval 27">
              <a:extLst>
                <a:ext uri="{FF2B5EF4-FFF2-40B4-BE49-F238E27FC236}">
                  <a16:creationId xmlns:a16="http://schemas.microsoft.com/office/drawing/2014/main" id="{97FB0002-8C4F-4E74-9111-EE25B0A42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213" y="3422651"/>
              <a:ext cx="47625" cy="460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5" name="Oval 28">
              <a:extLst>
                <a:ext uri="{FF2B5EF4-FFF2-40B4-BE49-F238E27FC236}">
                  <a16:creationId xmlns:a16="http://schemas.microsoft.com/office/drawing/2014/main" id="{7D690F5E-C1AA-415E-B99E-E7BF73258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388" y="3167063"/>
              <a:ext cx="44450" cy="492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6" name="Freeform 29">
              <a:extLst>
                <a:ext uri="{FF2B5EF4-FFF2-40B4-BE49-F238E27FC236}">
                  <a16:creationId xmlns:a16="http://schemas.microsoft.com/office/drawing/2014/main" id="{DE7BBCA4-8756-4417-95D6-34646FE13E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4363" y="2638426"/>
              <a:ext cx="473075" cy="484188"/>
            </a:xfrm>
            <a:custGeom>
              <a:avLst/>
              <a:gdLst>
                <a:gd name="T0" fmla="*/ 105 w 126"/>
                <a:gd name="T1" fmla="*/ 8 h 129"/>
                <a:gd name="T2" fmla="*/ 102 w 126"/>
                <a:gd name="T3" fmla="*/ 9 h 129"/>
                <a:gd name="T4" fmla="*/ 79 w 126"/>
                <a:gd name="T5" fmla="*/ 52 h 129"/>
                <a:gd name="T6" fmla="*/ 86 w 126"/>
                <a:gd name="T7" fmla="*/ 19 h 129"/>
                <a:gd name="T8" fmla="*/ 72 w 126"/>
                <a:gd name="T9" fmla="*/ 0 h 129"/>
                <a:gd name="T10" fmla="*/ 69 w 126"/>
                <a:gd name="T11" fmla="*/ 3 h 129"/>
                <a:gd name="T12" fmla="*/ 62 w 126"/>
                <a:gd name="T13" fmla="*/ 53 h 129"/>
                <a:gd name="T14" fmla="*/ 60 w 126"/>
                <a:gd name="T15" fmla="*/ 44 h 129"/>
                <a:gd name="T16" fmla="*/ 63 w 126"/>
                <a:gd name="T17" fmla="*/ 32 h 129"/>
                <a:gd name="T18" fmla="*/ 52 w 126"/>
                <a:gd name="T19" fmla="*/ 17 h 129"/>
                <a:gd name="T20" fmla="*/ 49 w 126"/>
                <a:gd name="T21" fmla="*/ 18 h 129"/>
                <a:gd name="T22" fmla="*/ 40 w 126"/>
                <a:gd name="T23" fmla="*/ 14 h 129"/>
                <a:gd name="T24" fmla="*/ 17 w 126"/>
                <a:gd name="T25" fmla="*/ 34 h 129"/>
                <a:gd name="T26" fmla="*/ 17 w 126"/>
                <a:gd name="T27" fmla="*/ 59 h 129"/>
                <a:gd name="T28" fmla="*/ 8 w 126"/>
                <a:gd name="T29" fmla="*/ 94 h 129"/>
                <a:gd name="T30" fmla="*/ 8 w 126"/>
                <a:gd name="T31" fmla="*/ 96 h 129"/>
                <a:gd name="T32" fmla="*/ 41 w 126"/>
                <a:gd name="T33" fmla="*/ 111 h 129"/>
                <a:gd name="T34" fmla="*/ 41 w 126"/>
                <a:gd name="T35" fmla="*/ 110 h 129"/>
                <a:gd name="T36" fmla="*/ 70 w 126"/>
                <a:gd name="T37" fmla="*/ 83 h 129"/>
                <a:gd name="T38" fmla="*/ 92 w 126"/>
                <a:gd name="T39" fmla="*/ 59 h 129"/>
                <a:gd name="T40" fmla="*/ 105 w 126"/>
                <a:gd name="T41" fmla="*/ 8 h 129"/>
                <a:gd name="T42" fmla="*/ 49 w 126"/>
                <a:gd name="T43" fmla="*/ 25 h 129"/>
                <a:gd name="T44" fmla="*/ 49 w 126"/>
                <a:gd name="T45" fmla="*/ 30 h 129"/>
                <a:gd name="T46" fmla="*/ 46 w 126"/>
                <a:gd name="T47" fmla="*/ 45 h 129"/>
                <a:gd name="T48" fmla="*/ 42 w 126"/>
                <a:gd name="T49" fmla="*/ 48 h 129"/>
                <a:gd name="T50" fmla="*/ 31 w 126"/>
                <a:gd name="T51" fmla="*/ 41 h 129"/>
                <a:gd name="T52" fmla="*/ 41 w 126"/>
                <a:gd name="T53" fmla="*/ 28 h 129"/>
                <a:gd name="T54" fmla="*/ 47 w 126"/>
                <a:gd name="T55" fmla="*/ 26 h 129"/>
                <a:gd name="T56" fmla="*/ 49 w 126"/>
                <a:gd name="T57" fmla="*/ 25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6" h="129">
                  <a:moveTo>
                    <a:pt x="105" y="8"/>
                  </a:moveTo>
                  <a:cubicBezTo>
                    <a:pt x="104" y="8"/>
                    <a:pt x="102" y="8"/>
                    <a:pt x="102" y="9"/>
                  </a:cubicBezTo>
                  <a:cubicBezTo>
                    <a:pt x="93" y="21"/>
                    <a:pt x="92" y="44"/>
                    <a:pt x="79" y="52"/>
                  </a:cubicBezTo>
                  <a:cubicBezTo>
                    <a:pt x="82" y="40"/>
                    <a:pt x="87" y="32"/>
                    <a:pt x="86" y="19"/>
                  </a:cubicBezTo>
                  <a:cubicBezTo>
                    <a:pt x="85" y="11"/>
                    <a:pt x="81" y="2"/>
                    <a:pt x="72" y="0"/>
                  </a:cubicBezTo>
                  <a:cubicBezTo>
                    <a:pt x="71" y="0"/>
                    <a:pt x="69" y="1"/>
                    <a:pt x="69" y="3"/>
                  </a:cubicBezTo>
                  <a:cubicBezTo>
                    <a:pt x="73" y="16"/>
                    <a:pt x="73" y="43"/>
                    <a:pt x="62" y="53"/>
                  </a:cubicBezTo>
                  <a:cubicBezTo>
                    <a:pt x="57" y="58"/>
                    <a:pt x="60" y="46"/>
                    <a:pt x="60" y="44"/>
                  </a:cubicBezTo>
                  <a:cubicBezTo>
                    <a:pt x="62" y="40"/>
                    <a:pt x="63" y="36"/>
                    <a:pt x="63" y="32"/>
                  </a:cubicBezTo>
                  <a:cubicBezTo>
                    <a:pt x="63" y="24"/>
                    <a:pt x="59" y="20"/>
                    <a:pt x="52" y="17"/>
                  </a:cubicBezTo>
                  <a:cubicBezTo>
                    <a:pt x="51" y="16"/>
                    <a:pt x="50" y="17"/>
                    <a:pt x="49" y="18"/>
                  </a:cubicBezTo>
                  <a:cubicBezTo>
                    <a:pt x="47" y="16"/>
                    <a:pt x="43" y="14"/>
                    <a:pt x="40" y="14"/>
                  </a:cubicBezTo>
                  <a:cubicBezTo>
                    <a:pt x="27" y="13"/>
                    <a:pt x="19" y="23"/>
                    <a:pt x="17" y="34"/>
                  </a:cubicBezTo>
                  <a:cubicBezTo>
                    <a:pt x="15" y="42"/>
                    <a:pt x="16" y="51"/>
                    <a:pt x="17" y="59"/>
                  </a:cubicBezTo>
                  <a:cubicBezTo>
                    <a:pt x="18" y="73"/>
                    <a:pt x="14" y="83"/>
                    <a:pt x="8" y="94"/>
                  </a:cubicBezTo>
                  <a:cubicBezTo>
                    <a:pt x="7" y="95"/>
                    <a:pt x="7" y="95"/>
                    <a:pt x="8" y="96"/>
                  </a:cubicBezTo>
                  <a:cubicBezTo>
                    <a:pt x="0" y="113"/>
                    <a:pt x="31" y="129"/>
                    <a:pt x="41" y="111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53" y="103"/>
                    <a:pt x="62" y="94"/>
                    <a:pt x="70" y="83"/>
                  </a:cubicBezTo>
                  <a:cubicBezTo>
                    <a:pt x="77" y="75"/>
                    <a:pt x="84" y="67"/>
                    <a:pt x="92" y="59"/>
                  </a:cubicBezTo>
                  <a:cubicBezTo>
                    <a:pt x="102" y="48"/>
                    <a:pt x="126" y="21"/>
                    <a:pt x="105" y="8"/>
                  </a:cubicBezTo>
                  <a:close/>
                  <a:moveTo>
                    <a:pt x="49" y="25"/>
                  </a:moveTo>
                  <a:cubicBezTo>
                    <a:pt x="49" y="26"/>
                    <a:pt x="49" y="28"/>
                    <a:pt x="49" y="30"/>
                  </a:cubicBezTo>
                  <a:cubicBezTo>
                    <a:pt x="50" y="35"/>
                    <a:pt x="48" y="40"/>
                    <a:pt x="46" y="45"/>
                  </a:cubicBezTo>
                  <a:cubicBezTo>
                    <a:pt x="45" y="46"/>
                    <a:pt x="44" y="47"/>
                    <a:pt x="42" y="48"/>
                  </a:cubicBezTo>
                  <a:cubicBezTo>
                    <a:pt x="37" y="52"/>
                    <a:pt x="33" y="50"/>
                    <a:pt x="31" y="41"/>
                  </a:cubicBezTo>
                  <a:cubicBezTo>
                    <a:pt x="32" y="36"/>
                    <a:pt x="34" y="28"/>
                    <a:pt x="41" y="28"/>
                  </a:cubicBezTo>
                  <a:cubicBezTo>
                    <a:pt x="44" y="28"/>
                    <a:pt x="45" y="27"/>
                    <a:pt x="47" y="26"/>
                  </a:cubicBezTo>
                  <a:cubicBezTo>
                    <a:pt x="48" y="25"/>
                    <a:pt x="48" y="25"/>
                    <a:pt x="49" y="25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7" name="Freeform 30">
              <a:extLst>
                <a:ext uri="{FF2B5EF4-FFF2-40B4-BE49-F238E27FC236}">
                  <a16:creationId xmlns:a16="http://schemas.microsoft.com/office/drawing/2014/main" id="{61BC2DD0-86F0-4C6C-A293-27D9F41B6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688" y="1189038"/>
              <a:ext cx="803275" cy="1069975"/>
            </a:xfrm>
            <a:custGeom>
              <a:avLst/>
              <a:gdLst>
                <a:gd name="T0" fmla="*/ 214 w 214"/>
                <a:gd name="T1" fmla="*/ 193 h 285"/>
                <a:gd name="T2" fmla="*/ 151 w 214"/>
                <a:gd name="T3" fmla="*/ 271 h 285"/>
                <a:gd name="T4" fmla="*/ 104 w 214"/>
                <a:gd name="T5" fmla="*/ 280 h 285"/>
                <a:gd name="T6" fmla="*/ 5 w 214"/>
                <a:gd name="T7" fmla="*/ 171 h 285"/>
                <a:gd name="T8" fmla="*/ 9 w 214"/>
                <a:gd name="T9" fmla="*/ 70 h 285"/>
                <a:gd name="T10" fmla="*/ 14 w 214"/>
                <a:gd name="T11" fmla="*/ 54 h 285"/>
                <a:gd name="T12" fmla="*/ 66 w 214"/>
                <a:gd name="T13" fmla="*/ 9 h 285"/>
                <a:gd name="T14" fmla="*/ 136 w 214"/>
                <a:gd name="T15" fmla="*/ 4 h 285"/>
                <a:gd name="T16" fmla="*/ 202 w 214"/>
                <a:gd name="T17" fmla="*/ 60 h 285"/>
                <a:gd name="T18" fmla="*/ 208 w 214"/>
                <a:gd name="T19" fmla="*/ 93 h 285"/>
                <a:gd name="T20" fmla="*/ 213 w 214"/>
                <a:gd name="T21" fmla="*/ 162 h 285"/>
                <a:gd name="T22" fmla="*/ 214 w 214"/>
                <a:gd name="T23" fmla="*/ 193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4" h="285">
                  <a:moveTo>
                    <a:pt x="214" y="193"/>
                  </a:moveTo>
                  <a:cubicBezTo>
                    <a:pt x="214" y="229"/>
                    <a:pt x="176" y="258"/>
                    <a:pt x="151" y="271"/>
                  </a:cubicBezTo>
                  <a:cubicBezTo>
                    <a:pt x="126" y="285"/>
                    <a:pt x="104" y="280"/>
                    <a:pt x="104" y="280"/>
                  </a:cubicBezTo>
                  <a:cubicBezTo>
                    <a:pt x="4" y="258"/>
                    <a:pt x="11" y="210"/>
                    <a:pt x="5" y="171"/>
                  </a:cubicBezTo>
                  <a:cubicBezTo>
                    <a:pt x="3" y="151"/>
                    <a:pt x="0" y="115"/>
                    <a:pt x="9" y="70"/>
                  </a:cubicBezTo>
                  <a:cubicBezTo>
                    <a:pt x="10" y="64"/>
                    <a:pt x="12" y="59"/>
                    <a:pt x="14" y="54"/>
                  </a:cubicBezTo>
                  <a:cubicBezTo>
                    <a:pt x="29" y="21"/>
                    <a:pt x="66" y="9"/>
                    <a:pt x="66" y="9"/>
                  </a:cubicBezTo>
                  <a:cubicBezTo>
                    <a:pt x="88" y="1"/>
                    <a:pt x="113" y="0"/>
                    <a:pt x="136" y="4"/>
                  </a:cubicBezTo>
                  <a:cubicBezTo>
                    <a:pt x="168" y="10"/>
                    <a:pt x="194" y="27"/>
                    <a:pt x="202" y="60"/>
                  </a:cubicBezTo>
                  <a:cubicBezTo>
                    <a:pt x="205" y="71"/>
                    <a:pt x="207" y="82"/>
                    <a:pt x="208" y="93"/>
                  </a:cubicBezTo>
                  <a:cubicBezTo>
                    <a:pt x="211" y="116"/>
                    <a:pt x="212" y="139"/>
                    <a:pt x="213" y="162"/>
                  </a:cubicBezTo>
                  <a:cubicBezTo>
                    <a:pt x="213" y="172"/>
                    <a:pt x="214" y="183"/>
                    <a:pt x="214" y="193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8" name="Freeform 31">
              <a:extLst>
                <a:ext uri="{FF2B5EF4-FFF2-40B4-BE49-F238E27FC236}">
                  <a16:creationId xmlns:a16="http://schemas.microsoft.com/office/drawing/2014/main" id="{9074326D-A835-4C9C-B5AC-B07CF9E6C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125" y="1519238"/>
              <a:ext cx="200025" cy="368300"/>
            </a:xfrm>
            <a:custGeom>
              <a:avLst/>
              <a:gdLst>
                <a:gd name="T0" fmla="*/ 22 w 53"/>
                <a:gd name="T1" fmla="*/ 6 h 98"/>
                <a:gd name="T2" fmla="*/ 14 w 53"/>
                <a:gd name="T3" fmla="*/ 26 h 98"/>
                <a:gd name="T4" fmla="*/ 18 w 53"/>
                <a:gd name="T5" fmla="*/ 79 h 98"/>
                <a:gd name="T6" fmla="*/ 7 w 53"/>
                <a:gd name="T7" fmla="*/ 84 h 98"/>
                <a:gd name="T8" fmla="*/ 26 w 53"/>
                <a:gd name="T9" fmla="*/ 97 h 98"/>
                <a:gd name="T10" fmla="*/ 42 w 53"/>
                <a:gd name="T11" fmla="*/ 91 h 98"/>
                <a:gd name="T12" fmla="*/ 50 w 53"/>
                <a:gd name="T13" fmla="*/ 74 h 98"/>
                <a:gd name="T14" fmla="*/ 37 w 53"/>
                <a:gd name="T15" fmla="*/ 78 h 98"/>
                <a:gd name="T16" fmla="*/ 22 w 53"/>
                <a:gd name="T17" fmla="*/ 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98">
                  <a:moveTo>
                    <a:pt x="22" y="6"/>
                  </a:moveTo>
                  <a:cubicBezTo>
                    <a:pt x="22" y="6"/>
                    <a:pt x="14" y="0"/>
                    <a:pt x="14" y="26"/>
                  </a:cubicBezTo>
                  <a:cubicBezTo>
                    <a:pt x="15" y="52"/>
                    <a:pt x="18" y="79"/>
                    <a:pt x="18" y="79"/>
                  </a:cubicBezTo>
                  <a:cubicBezTo>
                    <a:pt x="18" y="79"/>
                    <a:pt x="0" y="70"/>
                    <a:pt x="7" y="84"/>
                  </a:cubicBezTo>
                  <a:cubicBezTo>
                    <a:pt x="10" y="91"/>
                    <a:pt x="18" y="95"/>
                    <a:pt x="26" y="97"/>
                  </a:cubicBezTo>
                  <a:cubicBezTo>
                    <a:pt x="33" y="98"/>
                    <a:pt x="37" y="95"/>
                    <a:pt x="42" y="91"/>
                  </a:cubicBezTo>
                  <a:cubicBezTo>
                    <a:pt x="44" y="89"/>
                    <a:pt x="53" y="77"/>
                    <a:pt x="50" y="74"/>
                  </a:cubicBezTo>
                  <a:cubicBezTo>
                    <a:pt x="48" y="72"/>
                    <a:pt x="39" y="77"/>
                    <a:pt x="37" y="78"/>
                  </a:cubicBezTo>
                  <a:cubicBezTo>
                    <a:pt x="37" y="78"/>
                    <a:pt x="34" y="0"/>
                    <a:pt x="22" y="6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9" name="Freeform 32">
              <a:extLst>
                <a:ext uri="{FF2B5EF4-FFF2-40B4-BE49-F238E27FC236}">
                  <a16:creationId xmlns:a16="http://schemas.microsoft.com/office/drawing/2014/main" id="{1ECFFCFB-65DF-48F6-A74D-6BBC0EDAA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213" y="1439863"/>
              <a:ext cx="225425" cy="123825"/>
            </a:xfrm>
            <a:custGeom>
              <a:avLst/>
              <a:gdLst>
                <a:gd name="T0" fmla="*/ 1 w 60"/>
                <a:gd name="T1" fmla="*/ 9 h 33"/>
                <a:gd name="T2" fmla="*/ 60 w 60"/>
                <a:gd name="T3" fmla="*/ 33 h 33"/>
                <a:gd name="T4" fmla="*/ 0 w 60"/>
                <a:gd name="T5" fmla="*/ 25 h 33"/>
                <a:gd name="T6" fmla="*/ 1 w 60"/>
                <a:gd name="T7" fmla="*/ 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33">
                  <a:moveTo>
                    <a:pt x="1" y="9"/>
                  </a:moveTo>
                  <a:cubicBezTo>
                    <a:pt x="1" y="9"/>
                    <a:pt x="46" y="0"/>
                    <a:pt x="60" y="33"/>
                  </a:cubicBezTo>
                  <a:cubicBezTo>
                    <a:pt x="60" y="33"/>
                    <a:pt x="10" y="18"/>
                    <a:pt x="0" y="25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0" name="Freeform 33">
              <a:extLst>
                <a:ext uri="{FF2B5EF4-FFF2-40B4-BE49-F238E27FC236}">
                  <a16:creationId xmlns:a16="http://schemas.microsoft.com/office/drawing/2014/main" id="{9D0693B9-A607-4BD1-9D54-28ECD001F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1443038"/>
              <a:ext cx="228600" cy="120650"/>
            </a:xfrm>
            <a:custGeom>
              <a:avLst/>
              <a:gdLst>
                <a:gd name="T0" fmla="*/ 61 w 61"/>
                <a:gd name="T1" fmla="*/ 12 h 32"/>
                <a:gd name="T2" fmla="*/ 0 w 61"/>
                <a:gd name="T3" fmla="*/ 32 h 32"/>
                <a:gd name="T4" fmla="*/ 61 w 61"/>
                <a:gd name="T5" fmla="*/ 28 h 32"/>
                <a:gd name="T6" fmla="*/ 61 w 61"/>
                <a:gd name="T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32">
                  <a:moveTo>
                    <a:pt x="61" y="12"/>
                  </a:moveTo>
                  <a:cubicBezTo>
                    <a:pt x="61" y="12"/>
                    <a:pt x="17" y="0"/>
                    <a:pt x="0" y="32"/>
                  </a:cubicBezTo>
                  <a:cubicBezTo>
                    <a:pt x="0" y="32"/>
                    <a:pt x="52" y="20"/>
                    <a:pt x="61" y="28"/>
                  </a:cubicBezTo>
                  <a:lnTo>
                    <a:pt x="61" y="12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1" name="Freeform 34">
              <a:extLst>
                <a:ext uri="{FF2B5EF4-FFF2-40B4-BE49-F238E27FC236}">
                  <a16:creationId xmlns:a16="http://schemas.microsoft.com/office/drawing/2014/main" id="{63F46835-7314-457D-912C-AFA62B1DD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513" y="1585913"/>
              <a:ext cx="201613" cy="184150"/>
            </a:xfrm>
            <a:custGeom>
              <a:avLst/>
              <a:gdLst>
                <a:gd name="T0" fmla="*/ 1 w 54"/>
                <a:gd name="T1" fmla="*/ 27 h 49"/>
                <a:gd name="T2" fmla="*/ 29 w 54"/>
                <a:gd name="T3" fmla="*/ 48 h 49"/>
                <a:gd name="T4" fmla="*/ 53 w 54"/>
                <a:gd name="T5" fmla="*/ 23 h 49"/>
                <a:gd name="T6" fmla="*/ 26 w 54"/>
                <a:gd name="T7" fmla="*/ 1 h 49"/>
                <a:gd name="T8" fmla="*/ 1 w 54"/>
                <a:gd name="T9" fmla="*/ 2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9">
                  <a:moveTo>
                    <a:pt x="1" y="27"/>
                  </a:moveTo>
                  <a:cubicBezTo>
                    <a:pt x="2" y="40"/>
                    <a:pt x="14" y="49"/>
                    <a:pt x="29" y="48"/>
                  </a:cubicBezTo>
                  <a:cubicBezTo>
                    <a:pt x="43" y="47"/>
                    <a:pt x="54" y="36"/>
                    <a:pt x="53" y="23"/>
                  </a:cubicBezTo>
                  <a:cubicBezTo>
                    <a:pt x="52" y="10"/>
                    <a:pt x="40" y="0"/>
                    <a:pt x="26" y="1"/>
                  </a:cubicBezTo>
                  <a:cubicBezTo>
                    <a:pt x="11" y="2"/>
                    <a:pt x="0" y="14"/>
                    <a:pt x="1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2" name="Freeform 35">
              <a:extLst>
                <a:ext uri="{FF2B5EF4-FFF2-40B4-BE49-F238E27FC236}">
                  <a16:creationId xmlns:a16="http://schemas.microsoft.com/office/drawing/2014/main" id="{A07AA0D4-3594-4254-99F8-C37D9A693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1593851"/>
              <a:ext cx="127000" cy="161925"/>
            </a:xfrm>
            <a:custGeom>
              <a:avLst/>
              <a:gdLst>
                <a:gd name="T0" fmla="*/ 34 w 34"/>
                <a:gd name="T1" fmla="*/ 21 h 43"/>
                <a:gd name="T2" fmla="*/ 19 w 34"/>
                <a:gd name="T3" fmla="*/ 43 h 43"/>
                <a:gd name="T4" fmla="*/ 1 w 34"/>
                <a:gd name="T5" fmla="*/ 23 h 43"/>
                <a:gd name="T6" fmla="*/ 16 w 34"/>
                <a:gd name="T7" fmla="*/ 1 h 43"/>
                <a:gd name="T8" fmla="*/ 34 w 34"/>
                <a:gd name="T9" fmla="*/ 2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3">
                  <a:moveTo>
                    <a:pt x="34" y="21"/>
                  </a:moveTo>
                  <a:cubicBezTo>
                    <a:pt x="34" y="32"/>
                    <a:pt x="28" y="42"/>
                    <a:pt x="19" y="43"/>
                  </a:cubicBezTo>
                  <a:cubicBezTo>
                    <a:pt x="10" y="43"/>
                    <a:pt x="2" y="35"/>
                    <a:pt x="1" y="23"/>
                  </a:cubicBezTo>
                  <a:cubicBezTo>
                    <a:pt x="0" y="12"/>
                    <a:pt x="7" y="2"/>
                    <a:pt x="16" y="1"/>
                  </a:cubicBezTo>
                  <a:cubicBezTo>
                    <a:pt x="25" y="0"/>
                    <a:pt x="33" y="9"/>
                    <a:pt x="34" y="21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3" name="Freeform 36">
              <a:extLst>
                <a:ext uri="{FF2B5EF4-FFF2-40B4-BE49-F238E27FC236}">
                  <a16:creationId xmlns:a16="http://schemas.microsoft.com/office/drawing/2014/main" id="{BEA9C405-1FE0-4C60-A6B6-D2B6B45A9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838" y="1620838"/>
              <a:ext cx="88900" cy="112713"/>
            </a:xfrm>
            <a:custGeom>
              <a:avLst/>
              <a:gdLst>
                <a:gd name="T0" fmla="*/ 24 w 24"/>
                <a:gd name="T1" fmla="*/ 14 h 30"/>
                <a:gd name="T2" fmla="*/ 13 w 24"/>
                <a:gd name="T3" fmla="*/ 30 h 30"/>
                <a:gd name="T4" fmla="*/ 1 w 24"/>
                <a:gd name="T5" fmla="*/ 16 h 30"/>
                <a:gd name="T6" fmla="*/ 11 w 24"/>
                <a:gd name="T7" fmla="*/ 0 h 30"/>
                <a:gd name="T8" fmla="*/ 24 w 24"/>
                <a:gd name="T9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0">
                  <a:moveTo>
                    <a:pt x="24" y="14"/>
                  </a:moveTo>
                  <a:cubicBezTo>
                    <a:pt x="24" y="22"/>
                    <a:pt x="20" y="29"/>
                    <a:pt x="13" y="30"/>
                  </a:cubicBezTo>
                  <a:cubicBezTo>
                    <a:pt x="7" y="30"/>
                    <a:pt x="1" y="24"/>
                    <a:pt x="1" y="16"/>
                  </a:cubicBezTo>
                  <a:cubicBezTo>
                    <a:pt x="0" y="8"/>
                    <a:pt x="5" y="1"/>
                    <a:pt x="11" y="0"/>
                  </a:cubicBezTo>
                  <a:cubicBezTo>
                    <a:pt x="18" y="0"/>
                    <a:pt x="23" y="6"/>
                    <a:pt x="24" y="14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4" name="Freeform 37">
              <a:extLst>
                <a:ext uri="{FF2B5EF4-FFF2-40B4-BE49-F238E27FC236}">
                  <a16:creationId xmlns:a16="http://schemas.microsoft.com/office/drawing/2014/main" id="{0931A10E-E185-4ECA-84E2-B972475C5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288" y="1604963"/>
              <a:ext cx="44450" cy="33338"/>
            </a:xfrm>
            <a:custGeom>
              <a:avLst/>
              <a:gdLst>
                <a:gd name="T0" fmla="*/ 12 w 12"/>
                <a:gd name="T1" fmla="*/ 4 h 9"/>
                <a:gd name="T2" fmla="*/ 6 w 12"/>
                <a:gd name="T3" fmla="*/ 9 h 9"/>
                <a:gd name="T4" fmla="*/ 0 w 12"/>
                <a:gd name="T5" fmla="*/ 5 h 9"/>
                <a:gd name="T6" fmla="*/ 5 w 12"/>
                <a:gd name="T7" fmla="*/ 0 h 9"/>
                <a:gd name="T8" fmla="*/ 12 w 12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12" y="4"/>
                  </a:moveTo>
                  <a:cubicBezTo>
                    <a:pt x="12" y="6"/>
                    <a:pt x="9" y="8"/>
                    <a:pt x="6" y="9"/>
                  </a:cubicBezTo>
                  <a:cubicBezTo>
                    <a:pt x="3" y="9"/>
                    <a:pt x="0" y="7"/>
                    <a:pt x="0" y="5"/>
                  </a:cubicBezTo>
                  <a:cubicBezTo>
                    <a:pt x="0" y="3"/>
                    <a:pt x="2" y="1"/>
                    <a:pt x="5" y="0"/>
                  </a:cubicBezTo>
                  <a:cubicBezTo>
                    <a:pt x="9" y="0"/>
                    <a:pt x="12" y="2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5" name="Freeform 38">
              <a:extLst>
                <a:ext uri="{FF2B5EF4-FFF2-40B4-BE49-F238E27FC236}">
                  <a16:creationId xmlns:a16="http://schemas.microsoft.com/office/drawing/2014/main" id="{50491F4E-FC81-42BE-BE81-DE7B983C9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213" y="1574801"/>
              <a:ext cx="198438" cy="188913"/>
            </a:xfrm>
            <a:custGeom>
              <a:avLst/>
              <a:gdLst>
                <a:gd name="T0" fmla="*/ 0 w 53"/>
                <a:gd name="T1" fmla="*/ 27 h 50"/>
                <a:gd name="T2" fmla="*/ 28 w 53"/>
                <a:gd name="T3" fmla="*/ 49 h 50"/>
                <a:gd name="T4" fmla="*/ 52 w 53"/>
                <a:gd name="T5" fmla="*/ 23 h 50"/>
                <a:gd name="T6" fmla="*/ 25 w 53"/>
                <a:gd name="T7" fmla="*/ 1 h 50"/>
                <a:gd name="T8" fmla="*/ 0 w 53"/>
                <a:gd name="T9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0">
                  <a:moveTo>
                    <a:pt x="0" y="27"/>
                  </a:moveTo>
                  <a:cubicBezTo>
                    <a:pt x="1" y="40"/>
                    <a:pt x="14" y="50"/>
                    <a:pt x="28" y="49"/>
                  </a:cubicBezTo>
                  <a:cubicBezTo>
                    <a:pt x="42" y="48"/>
                    <a:pt x="53" y="36"/>
                    <a:pt x="52" y="23"/>
                  </a:cubicBezTo>
                  <a:cubicBezTo>
                    <a:pt x="52" y="10"/>
                    <a:pt x="39" y="0"/>
                    <a:pt x="25" y="1"/>
                  </a:cubicBezTo>
                  <a:cubicBezTo>
                    <a:pt x="10" y="2"/>
                    <a:pt x="0" y="13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6" name="Freeform 39">
              <a:extLst>
                <a:ext uri="{FF2B5EF4-FFF2-40B4-BE49-F238E27FC236}">
                  <a16:creationId xmlns:a16="http://schemas.microsoft.com/office/drawing/2014/main" id="{01BAFBC6-EE7D-4F30-A5E8-179B302C9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200" y="1585913"/>
              <a:ext cx="127000" cy="161925"/>
            </a:xfrm>
            <a:custGeom>
              <a:avLst/>
              <a:gdLst>
                <a:gd name="T0" fmla="*/ 33 w 34"/>
                <a:gd name="T1" fmla="*/ 20 h 43"/>
                <a:gd name="T2" fmla="*/ 18 w 34"/>
                <a:gd name="T3" fmla="*/ 42 h 43"/>
                <a:gd name="T4" fmla="*/ 1 w 34"/>
                <a:gd name="T5" fmla="*/ 22 h 43"/>
                <a:gd name="T6" fmla="*/ 15 w 34"/>
                <a:gd name="T7" fmla="*/ 0 h 43"/>
                <a:gd name="T8" fmla="*/ 33 w 34"/>
                <a:gd name="T9" fmla="*/ 2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3">
                  <a:moveTo>
                    <a:pt x="33" y="20"/>
                  </a:moveTo>
                  <a:cubicBezTo>
                    <a:pt x="34" y="32"/>
                    <a:pt x="27" y="42"/>
                    <a:pt x="18" y="42"/>
                  </a:cubicBezTo>
                  <a:cubicBezTo>
                    <a:pt x="9" y="43"/>
                    <a:pt x="1" y="34"/>
                    <a:pt x="1" y="22"/>
                  </a:cubicBezTo>
                  <a:cubicBezTo>
                    <a:pt x="0" y="11"/>
                    <a:pt x="6" y="1"/>
                    <a:pt x="15" y="0"/>
                  </a:cubicBezTo>
                  <a:cubicBezTo>
                    <a:pt x="24" y="0"/>
                    <a:pt x="32" y="9"/>
                    <a:pt x="33" y="20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7" name="Freeform 40">
              <a:extLst>
                <a:ext uri="{FF2B5EF4-FFF2-40B4-BE49-F238E27FC236}">
                  <a16:creationId xmlns:a16="http://schemas.microsoft.com/office/drawing/2014/main" id="{C0B55361-5748-4B97-BFAE-76EF6BB4C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663" y="1609726"/>
              <a:ext cx="90488" cy="115888"/>
            </a:xfrm>
            <a:custGeom>
              <a:avLst/>
              <a:gdLst>
                <a:gd name="T0" fmla="*/ 23 w 24"/>
                <a:gd name="T1" fmla="*/ 14 h 31"/>
                <a:gd name="T2" fmla="*/ 13 w 24"/>
                <a:gd name="T3" fmla="*/ 30 h 31"/>
                <a:gd name="T4" fmla="*/ 0 w 24"/>
                <a:gd name="T5" fmla="*/ 16 h 31"/>
                <a:gd name="T6" fmla="*/ 11 w 24"/>
                <a:gd name="T7" fmla="*/ 0 h 31"/>
                <a:gd name="T8" fmla="*/ 23 w 24"/>
                <a:gd name="T9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1">
                  <a:moveTo>
                    <a:pt x="23" y="14"/>
                  </a:moveTo>
                  <a:cubicBezTo>
                    <a:pt x="24" y="23"/>
                    <a:pt x="19" y="30"/>
                    <a:pt x="13" y="30"/>
                  </a:cubicBezTo>
                  <a:cubicBezTo>
                    <a:pt x="6" y="31"/>
                    <a:pt x="1" y="24"/>
                    <a:pt x="0" y="16"/>
                  </a:cubicBezTo>
                  <a:cubicBezTo>
                    <a:pt x="0" y="8"/>
                    <a:pt x="4" y="1"/>
                    <a:pt x="11" y="0"/>
                  </a:cubicBezTo>
                  <a:cubicBezTo>
                    <a:pt x="17" y="0"/>
                    <a:pt x="23" y="6"/>
                    <a:pt x="23" y="14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8" name="Freeform 41">
              <a:extLst>
                <a:ext uri="{FF2B5EF4-FFF2-40B4-BE49-F238E27FC236}">
                  <a16:creationId xmlns:a16="http://schemas.microsoft.com/office/drawing/2014/main" id="{7784A263-13D4-4121-9FF7-CF3E58867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938" y="1597026"/>
              <a:ext cx="46038" cy="30163"/>
            </a:xfrm>
            <a:custGeom>
              <a:avLst/>
              <a:gdLst>
                <a:gd name="T0" fmla="*/ 12 w 12"/>
                <a:gd name="T1" fmla="*/ 3 h 8"/>
                <a:gd name="T2" fmla="*/ 7 w 12"/>
                <a:gd name="T3" fmla="*/ 8 h 8"/>
                <a:gd name="T4" fmla="*/ 0 w 12"/>
                <a:gd name="T5" fmla="*/ 4 h 8"/>
                <a:gd name="T6" fmla="*/ 6 w 12"/>
                <a:gd name="T7" fmla="*/ 0 h 8"/>
                <a:gd name="T8" fmla="*/ 12 w 12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8">
                  <a:moveTo>
                    <a:pt x="12" y="3"/>
                  </a:moveTo>
                  <a:cubicBezTo>
                    <a:pt x="12" y="6"/>
                    <a:pt x="10" y="8"/>
                    <a:pt x="7" y="8"/>
                  </a:cubicBezTo>
                  <a:cubicBezTo>
                    <a:pt x="3" y="8"/>
                    <a:pt x="0" y="6"/>
                    <a:pt x="0" y="4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9" name="Freeform 42">
              <a:extLst>
                <a:ext uri="{FF2B5EF4-FFF2-40B4-BE49-F238E27FC236}">
                  <a16:creationId xmlns:a16="http://schemas.microsoft.com/office/drawing/2014/main" id="{B37FC35F-D47D-483C-847D-E2D26710D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63" y="1893888"/>
              <a:ext cx="427038" cy="266700"/>
            </a:xfrm>
            <a:custGeom>
              <a:avLst/>
              <a:gdLst>
                <a:gd name="T0" fmla="*/ 114 w 114"/>
                <a:gd name="T1" fmla="*/ 4 h 71"/>
                <a:gd name="T2" fmla="*/ 103 w 114"/>
                <a:gd name="T3" fmla="*/ 29 h 71"/>
                <a:gd name="T4" fmla="*/ 89 w 114"/>
                <a:gd name="T5" fmla="*/ 49 h 71"/>
                <a:gd name="T6" fmla="*/ 34 w 114"/>
                <a:gd name="T7" fmla="*/ 50 h 71"/>
                <a:gd name="T8" fmla="*/ 10 w 114"/>
                <a:gd name="T9" fmla="*/ 18 h 71"/>
                <a:gd name="T10" fmla="*/ 0 w 114"/>
                <a:gd name="T11" fmla="*/ 0 h 71"/>
                <a:gd name="T12" fmla="*/ 114 w 114"/>
                <a:gd name="T13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71">
                  <a:moveTo>
                    <a:pt x="114" y="4"/>
                  </a:moveTo>
                  <a:cubicBezTo>
                    <a:pt x="114" y="4"/>
                    <a:pt x="110" y="16"/>
                    <a:pt x="103" y="29"/>
                  </a:cubicBezTo>
                  <a:cubicBezTo>
                    <a:pt x="99" y="36"/>
                    <a:pt x="94" y="43"/>
                    <a:pt x="89" y="49"/>
                  </a:cubicBezTo>
                  <a:cubicBezTo>
                    <a:pt x="75" y="63"/>
                    <a:pt x="57" y="71"/>
                    <a:pt x="34" y="50"/>
                  </a:cubicBezTo>
                  <a:cubicBezTo>
                    <a:pt x="26" y="43"/>
                    <a:pt x="18" y="33"/>
                    <a:pt x="10" y="18"/>
                  </a:cubicBezTo>
                  <a:cubicBezTo>
                    <a:pt x="7" y="13"/>
                    <a:pt x="3" y="7"/>
                    <a:pt x="0" y="0"/>
                  </a:cubicBezTo>
                  <a:cubicBezTo>
                    <a:pt x="0" y="0"/>
                    <a:pt x="98" y="17"/>
                    <a:pt x="114" y="4"/>
                  </a:cubicBezTo>
                  <a:close/>
                </a:path>
              </a:pathLst>
            </a:custGeom>
            <a:solidFill>
              <a:srgbClr val="712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0" name="Freeform 43">
              <a:extLst>
                <a:ext uri="{FF2B5EF4-FFF2-40B4-BE49-F238E27FC236}">
                  <a16:creationId xmlns:a16="http://schemas.microsoft.com/office/drawing/2014/main" id="{ADD8EBE2-D105-40AC-B577-AE0A20A5E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63" y="1893888"/>
              <a:ext cx="427038" cy="150813"/>
            </a:xfrm>
            <a:custGeom>
              <a:avLst/>
              <a:gdLst>
                <a:gd name="T0" fmla="*/ 114 w 114"/>
                <a:gd name="T1" fmla="*/ 4 h 40"/>
                <a:gd name="T2" fmla="*/ 103 w 114"/>
                <a:gd name="T3" fmla="*/ 29 h 40"/>
                <a:gd name="T4" fmla="*/ 10 w 114"/>
                <a:gd name="T5" fmla="*/ 18 h 40"/>
                <a:gd name="T6" fmla="*/ 0 w 114"/>
                <a:gd name="T7" fmla="*/ 0 h 40"/>
                <a:gd name="T8" fmla="*/ 114 w 114"/>
                <a:gd name="T9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40">
                  <a:moveTo>
                    <a:pt x="114" y="4"/>
                  </a:moveTo>
                  <a:cubicBezTo>
                    <a:pt x="114" y="4"/>
                    <a:pt x="110" y="16"/>
                    <a:pt x="103" y="29"/>
                  </a:cubicBezTo>
                  <a:cubicBezTo>
                    <a:pt x="72" y="40"/>
                    <a:pt x="33" y="28"/>
                    <a:pt x="10" y="18"/>
                  </a:cubicBezTo>
                  <a:cubicBezTo>
                    <a:pt x="7" y="13"/>
                    <a:pt x="3" y="7"/>
                    <a:pt x="0" y="0"/>
                  </a:cubicBezTo>
                  <a:cubicBezTo>
                    <a:pt x="0" y="0"/>
                    <a:pt x="98" y="17"/>
                    <a:pt x="11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1" name="Freeform 44">
              <a:extLst>
                <a:ext uri="{FF2B5EF4-FFF2-40B4-BE49-F238E27FC236}">
                  <a16:creationId xmlns:a16="http://schemas.microsoft.com/office/drawing/2014/main" id="{2CE33D04-B81E-4B36-9F28-3BCB41923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063" y="2030413"/>
              <a:ext cx="206375" cy="130175"/>
            </a:xfrm>
            <a:custGeom>
              <a:avLst/>
              <a:gdLst>
                <a:gd name="T0" fmla="*/ 55 w 55"/>
                <a:gd name="T1" fmla="*/ 13 h 35"/>
                <a:gd name="T2" fmla="*/ 0 w 55"/>
                <a:gd name="T3" fmla="*/ 14 h 35"/>
                <a:gd name="T4" fmla="*/ 55 w 55"/>
                <a:gd name="T5" fmla="*/ 1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" h="35">
                  <a:moveTo>
                    <a:pt x="55" y="13"/>
                  </a:moveTo>
                  <a:cubicBezTo>
                    <a:pt x="41" y="27"/>
                    <a:pt x="23" y="35"/>
                    <a:pt x="0" y="14"/>
                  </a:cubicBezTo>
                  <a:cubicBezTo>
                    <a:pt x="11" y="8"/>
                    <a:pt x="31" y="0"/>
                    <a:pt x="55" y="13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2" name="Freeform 45">
              <a:extLst>
                <a:ext uri="{FF2B5EF4-FFF2-40B4-BE49-F238E27FC236}">
                  <a16:creationId xmlns:a16="http://schemas.microsoft.com/office/drawing/2014/main" id="{729432A5-4EEE-405C-9875-F4BA5A8E5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75" y="950913"/>
              <a:ext cx="882650" cy="511175"/>
            </a:xfrm>
            <a:custGeom>
              <a:avLst/>
              <a:gdLst>
                <a:gd name="T0" fmla="*/ 233 w 235"/>
                <a:gd name="T1" fmla="*/ 50 h 136"/>
                <a:gd name="T2" fmla="*/ 207 w 235"/>
                <a:gd name="T3" fmla="*/ 69 h 136"/>
                <a:gd name="T4" fmla="*/ 222 w 235"/>
                <a:gd name="T5" fmla="*/ 35 h 136"/>
                <a:gd name="T6" fmla="*/ 221 w 235"/>
                <a:gd name="T7" fmla="*/ 34 h 136"/>
                <a:gd name="T8" fmla="*/ 216 w 235"/>
                <a:gd name="T9" fmla="*/ 38 h 136"/>
                <a:gd name="T10" fmla="*/ 186 w 235"/>
                <a:gd name="T11" fmla="*/ 41 h 136"/>
                <a:gd name="T12" fmla="*/ 142 w 235"/>
                <a:gd name="T13" fmla="*/ 15 h 136"/>
                <a:gd name="T14" fmla="*/ 89 w 235"/>
                <a:gd name="T15" fmla="*/ 1 h 136"/>
                <a:gd name="T16" fmla="*/ 59 w 235"/>
                <a:gd name="T17" fmla="*/ 7 h 136"/>
                <a:gd name="T18" fmla="*/ 1 w 235"/>
                <a:gd name="T19" fmla="*/ 58 h 136"/>
                <a:gd name="T20" fmla="*/ 0 w 235"/>
                <a:gd name="T21" fmla="*/ 69 h 136"/>
                <a:gd name="T22" fmla="*/ 1 w 235"/>
                <a:gd name="T23" fmla="*/ 80 h 136"/>
                <a:gd name="T24" fmla="*/ 2 w 235"/>
                <a:gd name="T25" fmla="*/ 82 h 136"/>
                <a:gd name="T26" fmla="*/ 3 w 235"/>
                <a:gd name="T27" fmla="*/ 81 h 136"/>
                <a:gd name="T28" fmla="*/ 4 w 235"/>
                <a:gd name="T29" fmla="*/ 80 h 136"/>
                <a:gd name="T30" fmla="*/ 40 w 235"/>
                <a:gd name="T31" fmla="*/ 112 h 136"/>
                <a:gd name="T32" fmla="*/ 133 w 235"/>
                <a:gd name="T33" fmla="*/ 128 h 136"/>
                <a:gd name="T34" fmla="*/ 225 w 235"/>
                <a:gd name="T35" fmla="*/ 66 h 136"/>
                <a:gd name="T36" fmla="*/ 234 w 235"/>
                <a:gd name="T37" fmla="*/ 51 h 136"/>
                <a:gd name="T38" fmla="*/ 233 w 235"/>
                <a:gd name="T3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5" h="136">
                  <a:moveTo>
                    <a:pt x="233" y="50"/>
                  </a:moveTo>
                  <a:cubicBezTo>
                    <a:pt x="227" y="59"/>
                    <a:pt x="217" y="67"/>
                    <a:pt x="207" y="69"/>
                  </a:cubicBezTo>
                  <a:cubicBezTo>
                    <a:pt x="215" y="60"/>
                    <a:pt x="223" y="48"/>
                    <a:pt x="222" y="35"/>
                  </a:cubicBezTo>
                  <a:cubicBezTo>
                    <a:pt x="222" y="34"/>
                    <a:pt x="221" y="34"/>
                    <a:pt x="221" y="34"/>
                  </a:cubicBezTo>
                  <a:cubicBezTo>
                    <a:pt x="219" y="35"/>
                    <a:pt x="217" y="37"/>
                    <a:pt x="216" y="38"/>
                  </a:cubicBezTo>
                  <a:cubicBezTo>
                    <a:pt x="208" y="45"/>
                    <a:pt x="196" y="45"/>
                    <a:pt x="186" y="41"/>
                  </a:cubicBezTo>
                  <a:cubicBezTo>
                    <a:pt x="170" y="36"/>
                    <a:pt x="156" y="24"/>
                    <a:pt x="142" y="15"/>
                  </a:cubicBezTo>
                  <a:cubicBezTo>
                    <a:pt x="126" y="5"/>
                    <a:pt x="108" y="0"/>
                    <a:pt x="89" y="1"/>
                  </a:cubicBezTo>
                  <a:cubicBezTo>
                    <a:pt x="79" y="1"/>
                    <a:pt x="68" y="3"/>
                    <a:pt x="59" y="7"/>
                  </a:cubicBezTo>
                  <a:cubicBezTo>
                    <a:pt x="35" y="15"/>
                    <a:pt x="8" y="32"/>
                    <a:pt x="1" y="58"/>
                  </a:cubicBezTo>
                  <a:cubicBezTo>
                    <a:pt x="0" y="62"/>
                    <a:pt x="0" y="65"/>
                    <a:pt x="0" y="69"/>
                  </a:cubicBezTo>
                  <a:cubicBezTo>
                    <a:pt x="0" y="71"/>
                    <a:pt x="2" y="78"/>
                    <a:pt x="1" y="80"/>
                  </a:cubicBezTo>
                  <a:cubicBezTo>
                    <a:pt x="1" y="81"/>
                    <a:pt x="2" y="82"/>
                    <a:pt x="2" y="82"/>
                  </a:cubicBezTo>
                  <a:cubicBezTo>
                    <a:pt x="3" y="82"/>
                    <a:pt x="3" y="81"/>
                    <a:pt x="3" y="81"/>
                  </a:cubicBezTo>
                  <a:cubicBezTo>
                    <a:pt x="3" y="81"/>
                    <a:pt x="4" y="80"/>
                    <a:pt x="4" y="80"/>
                  </a:cubicBezTo>
                  <a:cubicBezTo>
                    <a:pt x="15" y="71"/>
                    <a:pt x="33" y="106"/>
                    <a:pt x="40" y="112"/>
                  </a:cubicBezTo>
                  <a:cubicBezTo>
                    <a:pt x="66" y="133"/>
                    <a:pt x="103" y="136"/>
                    <a:pt x="133" y="128"/>
                  </a:cubicBezTo>
                  <a:cubicBezTo>
                    <a:pt x="168" y="119"/>
                    <a:pt x="205" y="95"/>
                    <a:pt x="225" y="66"/>
                  </a:cubicBezTo>
                  <a:cubicBezTo>
                    <a:pt x="229" y="61"/>
                    <a:pt x="232" y="57"/>
                    <a:pt x="234" y="51"/>
                  </a:cubicBezTo>
                  <a:cubicBezTo>
                    <a:pt x="235" y="50"/>
                    <a:pt x="233" y="50"/>
                    <a:pt x="233" y="50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3" name="Freeform 46">
              <a:extLst>
                <a:ext uri="{FF2B5EF4-FFF2-40B4-BE49-F238E27FC236}">
                  <a16:creationId xmlns:a16="http://schemas.microsoft.com/office/drawing/2014/main" id="{4876A3E6-2B8D-42EA-8A5E-FC7303006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750" y="1450976"/>
              <a:ext cx="236538" cy="376238"/>
            </a:xfrm>
            <a:custGeom>
              <a:avLst/>
              <a:gdLst>
                <a:gd name="T0" fmla="*/ 9 w 63"/>
                <a:gd name="T1" fmla="*/ 49 h 100"/>
                <a:gd name="T2" fmla="*/ 49 w 63"/>
                <a:gd name="T3" fmla="*/ 39 h 100"/>
                <a:gd name="T4" fmla="*/ 20 w 63"/>
                <a:gd name="T5" fmla="*/ 98 h 100"/>
                <a:gd name="T6" fmla="*/ 9 w 63"/>
                <a:gd name="T7" fmla="*/ 4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100">
                  <a:moveTo>
                    <a:pt x="9" y="49"/>
                  </a:moveTo>
                  <a:cubicBezTo>
                    <a:pt x="9" y="49"/>
                    <a:pt x="30" y="0"/>
                    <a:pt x="49" y="39"/>
                  </a:cubicBezTo>
                  <a:cubicBezTo>
                    <a:pt x="63" y="70"/>
                    <a:pt x="39" y="100"/>
                    <a:pt x="20" y="98"/>
                  </a:cubicBezTo>
                  <a:cubicBezTo>
                    <a:pt x="0" y="96"/>
                    <a:pt x="9" y="49"/>
                    <a:pt x="9" y="49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4" name="Freeform 47">
              <a:extLst>
                <a:ext uri="{FF2B5EF4-FFF2-40B4-BE49-F238E27FC236}">
                  <a16:creationId xmlns:a16="http://schemas.microsoft.com/office/drawing/2014/main" id="{0C001C6E-7DF3-4E76-B51C-E1DA8F4BA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863" y="1544638"/>
              <a:ext cx="150813" cy="222250"/>
            </a:xfrm>
            <a:custGeom>
              <a:avLst/>
              <a:gdLst>
                <a:gd name="T0" fmla="*/ 7 w 40"/>
                <a:gd name="T1" fmla="*/ 32 h 59"/>
                <a:gd name="T2" fmla="*/ 32 w 40"/>
                <a:gd name="T3" fmla="*/ 12 h 59"/>
                <a:gd name="T4" fmla="*/ 40 w 40"/>
                <a:gd name="T5" fmla="*/ 39 h 59"/>
                <a:gd name="T6" fmla="*/ 22 w 40"/>
                <a:gd name="T7" fmla="*/ 33 h 59"/>
                <a:gd name="T8" fmla="*/ 12 w 40"/>
                <a:gd name="T9" fmla="*/ 53 h 59"/>
                <a:gd name="T10" fmla="*/ 7 w 40"/>
                <a:gd name="T11" fmla="*/ 3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9">
                  <a:moveTo>
                    <a:pt x="7" y="32"/>
                  </a:moveTo>
                  <a:cubicBezTo>
                    <a:pt x="7" y="32"/>
                    <a:pt x="23" y="0"/>
                    <a:pt x="32" y="12"/>
                  </a:cubicBezTo>
                  <a:cubicBezTo>
                    <a:pt x="40" y="23"/>
                    <a:pt x="40" y="39"/>
                    <a:pt x="40" y="39"/>
                  </a:cubicBezTo>
                  <a:cubicBezTo>
                    <a:pt x="40" y="39"/>
                    <a:pt x="34" y="22"/>
                    <a:pt x="22" y="33"/>
                  </a:cubicBezTo>
                  <a:cubicBezTo>
                    <a:pt x="22" y="33"/>
                    <a:pt x="38" y="59"/>
                    <a:pt x="12" y="53"/>
                  </a:cubicBezTo>
                  <a:cubicBezTo>
                    <a:pt x="12" y="53"/>
                    <a:pt x="0" y="46"/>
                    <a:pt x="7" y="32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5" name="Freeform 48">
              <a:extLst>
                <a:ext uri="{FF2B5EF4-FFF2-40B4-BE49-F238E27FC236}">
                  <a16:creationId xmlns:a16="http://schemas.microsoft.com/office/drawing/2014/main" id="{8B59B1BB-05E5-4C89-84EC-621DBCF34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3" y="1206501"/>
              <a:ext cx="360363" cy="485775"/>
            </a:xfrm>
            <a:custGeom>
              <a:avLst/>
              <a:gdLst>
                <a:gd name="T0" fmla="*/ 94 w 96"/>
                <a:gd name="T1" fmla="*/ 10 h 129"/>
                <a:gd name="T2" fmla="*/ 80 w 96"/>
                <a:gd name="T3" fmla="*/ 70 h 129"/>
                <a:gd name="T4" fmla="*/ 61 w 96"/>
                <a:gd name="T5" fmla="*/ 129 h 129"/>
                <a:gd name="T6" fmla="*/ 70 w 96"/>
                <a:gd name="T7" fmla="*/ 5 h 129"/>
                <a:gd name="T8" fmla="*/ 94 w 96"/>
                <a:gd name="T9" fmla="*/ 1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129">
                  <a:moveTo>
                    <a:pt x="94" y="10"/>
                  </a:moveTo>
                  <a:cubicBezTo>
                    <a:pt x="94" y="10"/>
                    <a:pt x="96" y="50"/>
                    <a:pt x="80" y="70"/>
                  </a:cubicBezTo>
                  <a:cubicBezTo>
                    <a:pt x="63" y="89"/>
                    <a:pt x="61" y="129"/>
                    <a:pt x="61" y="129"/>
                  </a:cubicBezTo>
                  <a:cubicBezTo>
                    <a:pt x="61" y="129"/>
                    <a:pt x="0" y="51"/>
                    <a:pt x="70" y="5"/>
                  </a:cubicBezTo>
                  <a:cubicBezTo>
                    <a:pt x="70" y="5"/>
                    <a:pt x="84" y="0"/>
                    <a:pt x="94" y="10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6" name="Freeform 49">
              <a:extLst>
                <a:ext uri="{FF2B5EF4-FFF2-40B4-BE49-F238E27FC236}">
                  <a16:creationId xmlns:a16="http://schemas.microsoft.com/office/drawing/2014/main" id="{C9E1FAD0-AB2E-4369-AF69-2EBB8438E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38" y="1169988"/>
              <a:ext cx="300038" cy="481013"/>
            </a:xfrm>
            <a:custGeom>
              <a:avLst/>
              <a:gdLst>
                <a:gd name="T0" fmla="*/ 5 w 80"/>
                <a:gd name="T1" fmla="*/ 36 h 128"/>
                <a:gd name="T2" fmla="*/ 40 w 80"/>
                <a:gd name="T3" fmla="*/ 128 h 128"/>
                <a:gd name="T4" fmla="*/ 42 w 80"/>
                <a:gd name="T5" fmla="*/ 18 h 128"/>
                <a:gd name="T6" fmla="*/ 5 w 80"/>
                <a:gd name="T7" fmla="*/ 3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" h="128">
                  <a:moveTo>
                    <a:pt x="5" y="36"/>
                  </a:moveTo>
                  <a:cubicBezTo>
                    <a:pt x="5" y="36"/>
                    <a:pt x="34" y="74"/>
                    <a:pt x="40" y="128"/>
                  </a:cubicBezTo>
                  <a:cubicBezTo>
                    <a:pt x="40" y="128"/>
                    <a:pt x="80" y="68"/>
                    <a:pt x="42" y="18"/>
                  </a:cubicBezTo>
                  <a:cubicBezTo>
                    <a:pt x="42" y="18"/>
                    <a:pt x="0" y="0"/>
                    <a:pt x="5" y="36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7" name="Freeform 50">
              <a:extLst>
                <a:ext uri="{FF2B5EF4-FFF2-40B4-BE49-F238E27FC236}">
                  <a16:creationId xmlns:a16="http://schemas.microsoft.com/office/drawing/2014/main" id="{F0601C5A-8216-4572-AE1C-470EEE0D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5" y="1477963"/>
              <a:ext cx="236538" cy="379413"/>
            </a:xfrm>
            <a:custGeom>
              <a:avLst/>
              <a:gdLst>
                <a:gd name="T0" fmla="*/ 54 w 63"/>
                <a:gd name="T1" fmla="*/ 50 h 101"/>
                <a:gd name="T2" fmla="*/ 15 w 63"/>
                <a:gd name="T3" fmla="*/ 39 h 101"/>
                <a:gd name="T4" fmla="*/ 43 w 63"/>
                <a:gd name="T5" fmla="*/ 98 h 101"/>
                <a:gd name="T6" fmla="*/ 54 w 63"/>
                <a:gd name="T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101">
                  <a:moveTo>
                    <a:pt x="54" y="50"/>
                  </a:moveTo>
                  <a:cubicBezTo>
                    <a:pt x="54" y="50"/>
                    <a:pt x="33" y="0"/>
                    <a:pt x="15" y="39"/>
                  </a:cubicBezTo>
                  <a:cubicBezTo>
                    <a:pt x="0" y="70"/>
                    <a:pt x="24" y="101"/>
                    <a:pt x="43" y="98"/>
                  </a:cubicBezTo>
                  <a:cubicBezTo>
                    <a:pt x="63" y="96"/>
                    <a:pt x="54" y="50"/>
                    <a:pt x="54" y="50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8" name="Freeform 51">
              <a:extLst>
                <a:ext uri="{FF2B5EF4-FFF2-40B4-BE49-F238E27FC236}">
                  <a16:creationId xmlns:a16="http://schemas.microsoft.com/office/drawing/2014/main" id="{42FF0F27-D61C-4A0A-86FA-D64F20ED9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438" y="1574801"/>
              <a:ext cx="150813" cy="217488"/>
            </a:xfrm>
            <a:custGeom>
              <a:avLst/>
              <a:gdLst>
                <a:gd name="T0" fmla="*/ 33 w 40"/>
                <a:gd name="T1" fmla="*/ 31 h 58"/>
                <a:gd name="T2" fmla="*/ 9 w 40"/>
                <a:gd name="T3" fmla="*/ 11 h 58"/>
                <a:gd name="T4" fmla="*/ 0 w 40"/>
                <a:gd name="T5" fmla="*/ 38 h 58"/>
                <a:gd name="T6" fmla="*/ 18 w 40"/>
                <a:gd name="T7" fmla="*/ 32 h 58"/>
                <a:gd name="T8" fmla="*/ 28 w 40"/>
                <a:gd name="T9" fmla="*/ 53 h 58"/>
                <a:gd name="T10" fmla="*/ 33 w 40"/>
                <a:gd name="T11" fmla="*/ 3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8">
                  <a:moveTo>
                    <a:pt x="33" y="31"/>
                  </a:moveTo>
                  <a:cubicBezTo>
                    <a:pt x="33" y="31"/>
                    <a:pt x="17" y="0"/>
                    <a:pt x="9" y="11"/>
                  </a:cubicBezTo>
                  <a:cubicBezTo>
                    <a:pt x="0" y="22"/>
                    <a:pt x="0" y="38"/>
                    <a:pt x="0" y="38"/>
                  </a:cubicBezTo>
                  <a:cubicBezTo>
                    <a:pt x="0" y="38"/>
                    <a:pt x="6" y="22"/>
                    <a:pt x="18" y="32"/>
                  </a:cubicBezTo>
                  <a:cubicBezTo>
                    <a:pt x="18" y="32"/>
                    <a:pt x="2" y="58"/>
                    <a:pt x="28" y="53"/>
                  </a:cubicBezTo>
                  <a:cubicBezTo>
                    <a:pt x="28" y="53"/>
                    <a:pt x="40" y="46"/>
                    <a:pt x="33" y="31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1" name="Freeform 54">
              <a:extLst>
                <a:ext uri="{FF2B5EF4-FFF2-40B4-BE49-F238E27FC236}">
                  <a16:creationId xmlns:a16="http://schemas.microsoft.com/office/drawing/2014/main" id="{886F6744-883B-4B8A-A9C5-8C9F668610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2913" y="1508126"/>
              <a:ext cx="806450" cy="319088"/>
            </a:xfrm>
            <a:custGeom>
              <a:avLst/>
              <a:gdLst>
                <a:gd name="T0" fmla="*/ 206 w 215"/>
                <a:gd name="T1" fmla="*/ 57 h 85"/>
                <a:gd name="T2" fmla="*/ 212 w 215"/>
                <a:gd name="T3" fmla="*/ 19 h 85"/>
                <a:gd name="T4" fmla="*/ 212 w 215"/>
                <a:gd name="T5" fmla="*/ 16 h 85"/>
                <a:gd name="T6" fmla="*/ 210 w 215"/>
                <a:gd name="T7" fmla="*/ 16 h 85"/>
                <a:gd name="T8" fmla="*/ 129 w 215"/>
                <a:gd name="T9" fmla="*/ 19 h 85"/>
                <a:gd name="T10" fmla="*/ 117 w 215"/>
                <a:gd name="T11" fmla="*/ 26 h 85"/>
                <a:gd name="T12" fmla="*/ 117 w 215"/>
                <a:gd name="T13" fmla="*/ 25 h 85"/>
                <a:gd name="T14" fmla="*/ 101 w 215"/>
                <a:gd name="T15" fmla="*/ 26 h 85"/>
                <a:gd name="T16" fmla="*/ 101 w 215"/>
                <a:gd name="T17" fmla="*/ 25 h 85"/>
                <a:gd name="T18" fmla="*/ 99 w 215"/>
                <a:gd name="T19" fmla="*/ 24 h 85"/>
                <a:gd name="T20" fmla="*/ 85 w 215"/>
                <a:gd name="T21" fmla="*/ 17 h 85"/>
                <a:gd name="T22" fmla="*/ 5 w 215"/>
                <a:gd name="T23" fmla="*/ 20 h 85"/>
                <a:gd name="T24" fmla="*/ 3 w 215"/>
                <a:gd name="T25" fmla="*/ 21 h 85"/>
                <a:gd name="T26" fmla="*/ 2 w 215"/>
                <a:gd name="T27" fmla="*/ 23 h 85"/>
                <a:gd name="T28" fmla="*/ 11 w 215"/>
                <a:gd name="T29" fmla="*/ 61 h 85"/>
                <a:gd name="T30" fmla="*/ 32 w 215"/>
                <a:gd name="T31" fmla="*/ 80 h 85"/>
                <a:gd name="T32" fmla="*/ 58 w 215"/>
                <a:gd name="T33" fmla="*/ 84 h 85"/>
                <a:gd name="T34" fmla="*/ 96 w 215"/>
                <a:gd name="T35" fmla="*/ 57 h 85"/>
                <a:gd name="T36" fmla="*/ 97 w 215"/>
                <a:gd name="T37" fmla="*/ 55 h 85"/>
                <a:gd name="T38" fmla="*/ 101 w 215"/>
                <a:gd name="T39" fmla="*/ 38 h 85"/>
                <a:gd name="T40" fmla="*/ 114 w 215"/>
                <a:gd name="T41" fmla="*/ 39 h 85"/>
                <a:gd name="T42" fmla="*/ 120 w 215"/>
                <a:gd name="T43" fmla="*/ 57 h 85"/>
                <a:gd name="T44" fmla="*/ 121 w 215"/>
                <a:gd name="T45" fmla="*/ 59 h 85"/>
                <a:gd name="T46" fmla="*/ 161 w 215"/>
                <a:gd name="T47" fmla="*/ 83 h 85"/>
                <a:gd name="T48" fmla="*/ 186 w 215"/>
                <a:gd name="T49" fmla="*/ 78 h 85"/>
                <a:gd name="T50" fmla="*/ 206 w 215"/>
                <a:gd name="T51" fmla="*/ 57 h 85"/>
                <a:gd name="T52" fmla="*/ 57 w 215"/>
                <a:gd name="T53" fmla="*/ 75 h 85"/>
                <a:gd name="T54" fmla="*/ 35 w 215"/>
                <a:gd name="T55" fmla="*/ 72 h 85"/>
                <a:gd name="T56" fmla="*/ 19 w 215"/>
                <a:gd name="T57" fmla="*/ 57 h 85"/>
                <a:gd name="T58" fmla="*/ 11 w 215"/>
                <a:gd name="T59" fmla="*/ 27 h 85"/>
                <a:gd name="T60" fmla="*/ 82 w 215"/>
                <a:gd name="T61" fmla="*/ 26 h 85"/>
                <a:gd name="T62" fmla="*/ 93 w 215"/>
                <a:gd name="T63" fmla="*/ 30 h 85"/>
                <a:gd name="T64" fmla="*/ 88 w 215"/>
                <a:gd name="T65" fmla="*/ 52 h 85"/>
                <a:gd name="T66" fmla="*/ 88 w 215"/>
                <a:gd name="T67" fmla="*/ 54 h 85"/>
                <a:gd name="T68" fmla="*/ 57 w 215"/>
                <a:gd name="T69" fmla="*/ 75 h 85"/>
                <a:gd name="T70" fmla="*/ 183 w 215"/>
                <a:gd name="T71" fmla="*/ 70 h 85"/>
                <a:gd name="T72" fmla="*/ 161 w 215"/>
                <a:gd name="T73" fmla="*/ 74 h 85"/>
                <a:gd name="T74" fmla="*/ 129 w 215"/>
                <a:gd name="T75" fmla="*/ 55 h 85"/>
                <a:gd name="T76" fmla="*/ 128 w 215"/>
                <a:gd name="T77" fmla="*/ 54 h 85"/>
                <a:gd name="T78" fmla="*/ 122 w 215"/>
                <a:gd name="T79" fmla="*/ 32 h 85"/>
                <a:gd name="T80" fmla="*/ 132 w 215"/>
                <a:gd name="T81" fmla="*/ 27 h 85"/>
                <a:gd name="T82" fmla="*/ 204 w 215"/>
                <a:gd name="T83" fmla="*/ 23 h 85"/>
                <a:gd name="T84" fmla="*/ 198 w 215"/>
                <a:gd name="T85" fmla="*/ 54 h 85"/>
                <a:gd name="T86" fmla="*/ 183 w 215"/>
                <a:gd name="T87" fmla="*/ 7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5" h="85">
                  <a:moveTo>
                    <a:pt x="206" y="57"/>
                  </a:moveTo>
                  <a:cubicBezTo>
                    <a:pt x="215" y="31"/>
                    <a:pt x="212" y="20"/>
                    <a:pt x="212" y="19"/>
                  </a:cubicBezTo>
                  <a:cubicBezTo>
                    <a:pt x="212" y="16"/>
                    <a:pt x="212" y="16"/>
                    <a:pt x="212" y="16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8" y="15"/>
                    <a:pt x="170" y="0"/>
                    <a:pt x="129" y="19"/>
                  </a:cubicBezTo>
                  <a:cubicBezTo>
                    <a:pt x="125" y="21"/>
                    <a:pt x="120" y="23"/>
                    <a:pt x="117" y="26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5" y="21"/>
                    <a:pt x="90" y="19"/>
                    <a:pt x="85" y="17"/>
                  </a:cubicBezTo>
                  <a:cubicBezTo>
                    <a:pt x="43" y="2"/>
                    <a:pt x="6" y="19"/>
                    <a:pt x="5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4"/>
                    <a:pt x="0" y="35"/>
                    <a:pt x="11" y="61"/>
                  </a:cubicBezTo>
                  <a:cubicBezTo>
                    <a:pt x="14" y="70"/>
                    <a:pt x="22" y="76"/>
                    <a:pt x="32" y="80"/>
                  </a:cubicBezTo>
                  <a:cubicBezTo>
                    <a:pt x="44" y="85"/>
                    <a:pt x="57" y="84"/>
                    <a:pt x="58" y="84"/>
                  </a:cubicBezTo>
                  <a:cubicBezTo>
                    <a:pt x="87" y="81"/>
                    <a:pt x="93" y="66"/>
                    <a:pt x="96" y="57"/>
                  </a:cubicBezTo>
                  <a:cubicBezTo>
                    <a:pt x="96" y="56"/>
                    <a:pt x="96" y="56"/>
                    <a:pt x="97" y="55"/>
                  </a:cubicBezTo>
                  <a:cubicBezTo>
                    <a:pt x="99" y="49"/>
                    <a:pt x="100" y="43"/>
                    <a:pt x="101" y="38"/>
                  </a:cubicBezTo>
                  <a:cubicBezTo>
                    <a:pt x="104" y="37"/>
                    <a:pt x="108" y="37"/>
                    <a:pt x="114" y="39"/>
                  </a:cubicBezTo>
                  <a:cubicBezTo>
                    <a:pt x="115" y="43"/>
                    <a:pt x="117" y="50"/>
                    <a:pt x="120" y="57"/>
                  </a:cubicBezTo>
                  <a:cubicBezTo>
                    <a:pt x="120" y="58"/>
                    <a:pt x="120" y="58"/>
                    <a:pt x="121" y="59"/>
                  </a:cubicBezTo>
                  <a:cubicBezTo>
                    <a:pt x="125" y="68"/>
                    <a:pt x="131" y="82"/>
                    <a:pt x="161" y="83"/>
                  </a:cubicBezTo>
                  <a:cubicBezTo>
                    <a:pt x="161" y="83"/>
                    <a:pt x="174" y="84"/>
                    <a:pt x="186" y="78"/>
                  </a:cubicBezTo>
                  <a:cubicBezTo>
                    <a:pt x="196" y="74"/>
                    <a:pt x="203" y="66"/>
                    <a:pt x="206" y="57"/>
                  </a:cubicBezTo>
                  <a:close/>
                  <a:moveTo>
                    <a:pt x="57" y="75"/>
                  </a:moveTo>
                  <a:cubicBezTo>
                    <a:pt x="57" y="75"/>
                    <a:pt x="45" y="76"/>
                    <a:pt x="35" y="72"/>
                  </a:cubicBezTo>
                  <a:cubicBezTo>
                    <a:pt x="27" y="69"/>
                    <a:pt x="22" y="64"/>
                    <a:pt x="19" y="57"/>
                  </a:cubicBezTo>
                  <a:cubicBezTo>
                    <a:pt x="12" y="40"/>
                    <a:pt x="11" y="31"/>
                    <a:pt x="11" y="27"/>
                  </a:cubicBezTo>
                  <a:cubicBezTo>
                    <a:pt x="19" y="23"/>
                    <a:pt x="49" y="13"/>
                    <a:pt x="82" y="26"/>
                  </a:cubicBezTo>
                  <a:cubicBezTo>
                    <a:pt x="86" y="27"/>
                    <a:pt x="89" y="29"/>
                    <a:pt x="93" y="30"/>
                  </a:cubicBezTo>
                  <a:cubicBezTo>
                    <a:pt x="93" y="34"/>
                    <a:pt x="92" y="42"/>
                    <a:pt x="88" y="52"/>
                  </a:cubicBezTo>
                  <a:cubicBezTo>
                    <a:pt x="88" y="53"/>
                    <a:pt x="88" y="53"/>
                    <a:pt x="88" y="54"/>
                  </a:cubicBezTo>
                  <a:cubicBezTo>
                    <a:pt x="85" y="63"/>
                    <a:pt x="81" y="72"/>
                    <a:pt x="57" y="75"/>
                  </a:cubicBezTo>
                  <a:close/>
                  <a:moveTo>
                    <a:pt x="183" y="70"/>
                  </a:moveTo>
                  <a:cubicBezTo>
                    <a:pt x="172" y="75"/>
                    <a:pt x="161" y="74"/>
                    <a:pt x="161" y="74"/>
                  </a:cubicBezTo>
                  <a:cubicBezTo>
                    <a:pt x="137" y="73"/>
                    <a:pt x="132" y="64"/>
                    <a:pt x="129" y="55"/>
                  </a:cubicBezTo>
                  <a:cubicBezTo>
                    <a:pt x="129" y="55"/>
                    <a:pt x="128" y="54"/>
                    <a:pt x="128" y="54"/>
                  </a:cubicBezTo>
                  <a:cubicBezTo>
                    <a:pt x="124" y="44"/>
                    <a:pt x="123" y="36"/>
                    <a:pt x="122" y="32"/>
                  </a:cubicBezTo>
                  <a:cubicBezTo>
                    <a:pt x="126" y="30"/>
                    <a:pt x="129" y="28"/>
                    <a:pt x="132" y="27"/>
                  </a:cubicBezTo>
                  <a:cubicBezTo>
                    <a:pt x="164" y="12"/>
                    <a:pt x="195" y="20"/>
                    <a:pt x="204" y="23"/>
                  </a:cubicBezTo>
                  <a:cubicBezTo>
                    <a:pt x="204" y="27"/>
                    <a:pt x="204" y="37"/>
                    <a:pt x="198" y="54"/>
                  </a:cubicBezTo>
                  <a:cubicBezTo>
                    <a:pt x="195" y="61"/>
                    <a:pt x="190" y="67"/>
                    <a:pt x="183" y="70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2" name="Freeform 55">
              <a:extLst>
                <a:ext uri="{FF2B5EF4-FFF2-40B4-BE49-F238E27FC236}">
                  <a16:creationId xmlns:a16="http://schemas.microsoft.com/office/drawing/2014/main" id="{229C2F29-AB55-4EBC-92E7-F9D7B7F0A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400" y="2284413"/>
              <a:ext cx="303213" cy="436563"/>
            </a:xfrm>
            <a:custGeom>
              <a:avLst/>
              <a:gdLst>
                <a:gd name="T0" fmla="*/ 36 w 81"/>
                <a:gd name="T1" fmla="*/ 0 h 116"/>
                <a:gd name="T2" fmla="*/ 0 w 81"/>
                <a:gd name="T3" fmla="*/ 37 h 116"/>
                <a:gd name="T4" fmla="*/ 30 w 81"/>
                <a:gd name="T5" fmla="*/ 116 h 116"/>
                <a:gd name="T6" fmla="*/ 81 w 81"/>
                <a:gd name="T7" fmla="*/ 73 h 116"/>
                <a:gd name="T8" fmla="*/ 36 w 81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16">
                  <a:moveTo>
                    <a:pt x="36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30" y="116"/>
                    <a:pt x="30" y="116"/>
                    <a:pt x="30" y="116"/>
                  </a:cubicBezTo>
                  <a:cubicBezTo>
                    <a:pt x="81" y="73"/>
                    <a:pt x="81" y="73"/>
                    <a:pt x="81" y="73"/>
                  </a:cubicBezTo>
                  <a:cubicBezTo>
                    <a:pt x="81" y="73"/>
                    <a:pt x="41" y="32"/>
                    <a:pt x="3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3" name="Freeform 56">
              <a:extLst>
                <a:ext uri="{FF2B5EF4-FFF2-40B4-BE49-F238E27FC236}">
                  <a16:creationId xmlns:a16="http://schemas.microsoft.com/office/drawing/2014/main" id="{962B91B8-D806-4EEC-A938-5CD18666B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613" y="2284413"/>
              <a:ext cx="300038" cy="436563"/>
            </a:xfrm>
            <a:custGeom>
              <a:avLst/>
              <a:gdLst>
                <a:gd name="T0" fmla="*/ 44 w 80"/>
                <a:gd name="T1" fmla="*/ 0 h 116"/>
                <a:gd name="T2" fmla="*/ 80 w 80"/>
                <a:gd name="T3" fmla="*/ 37 h 116"/>
                <a:gd name="T4" fmla="*/ 50 w 80"/>
                <a:gd name="T5" fmla="*/ 116 h 116"/>
                <a:gd name="T6" fmla="*/ 0 w 80"/>
                <a:gd name="T7" fmla="*/ 73 h 116"/>
                <a:gd name="T8" fmla="*/ 44 w 80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116">
                  <a:moveTo>
                    <a:pt x="44" y="0"/>
                  </a:moveTo>
                  <a:cubicBezTo>
                    <a:pt x="80" y="37"/>
                    <a:pt x="80" y="37"/>
                    <a:pt x="80" y="37"/>
                  </a:cubicBezTo>
                  <a:cubicBezTo>
                    <a:pt x="50" y="116"/>
                    <a:pt x="50" y="116"/>
                    <a:pt x="50" y="116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39" y="32"/>
                    <a:pt x="44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4" name="Freeform 57">
              <a:extLst>
                <a:ext uri="{FF2B5EF4-FFF2-40B4-BE49-F238E27FC236}">
                  <a16:creationId xmlns:a16="http://schemas.microsoft.com/office/drawing/2014/main" id="{3B1B9895-5FAE-4AAD-8738-6AD8796DF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675" y="2454276"/>
              <a:ext cx="446088" cy="1708150"/>
            </a:xfrm>
            <a:custGeom>
              <a:avLst/>
              <a:gdLst>
                <a:gd name="T0" fmla="*/ 97 w 119"/>
                <a:gd name="T1" fmla="*/ 0 h 455"/>
                <a:gd name="T2" fmla="*/ 17 w 119"/>
                <a:gd name="T3" fmla="*/ 455 h 455"/>
                <a:gd name="T4" fmla="*/ 78 w 119"/>
                <a:gd name="T5" fmla="*/ 453 h 455"/>
                <a:gd name="T6" fmla="*/ 110 w 119"/>
                <a:gd name="T7" fmla="*/ 145 h 455"/>
                <a:gd name="T8" fmla="*/ 97 w 119"/>
                <a:gd name="T9" fmla="*/ 0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455">
                  <a:moveTo>
                    <a:pt x="97" y="0"/>
                  </a:moveTo>
                  <a:cubicBezTo>
                    <a:pt x="97" y="0"/>
                    <a:pt x="0" y="91"/>
                    <a:pt x="17" y="455"/>
                  </a:cubicBezTo>
                  <a:cubicBezTo>
                    <a:pt x="78" y="453"/>
                    <a:pt x="78" y="453"/>
                    <a:pt x="78" y="453"/>
                  </a:cubicBezTo>
                  <a:cubicBezTo>
                    <a:pt x="110" y="145"/>
                    <a:pt x="110" y="145"/>
                    <a:pt x="110" y="145"/>
                  </a:cubicBezTo>
                  <a:cubicBezTo>
                    <a:pt x="110" y="145"/>
                    <a:pt x="119" y="46"/>
                    <a:pt x="97" y="0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5" name="Freeform 58">
              <a:extLst>
                <a:ext uri="{FF2B5EF4-FFF2-40B4-BE49-F238E27FC236}">
                  <a16:creationId xmlns:a16="http://schemas.microsoft.com/office/drawing/2014/main" id="{E9C2888B-5196-424E-B13E-B141FC9BF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638" y="2438401"/>
              <a:ext cx="792163" cy="1239838"/>
            </a:xfrm>
            <a:custGeom>
              <a:avLst/>
              <a:gdLst>
                <a:gd name="T0" fmla="*/ 4 w 211"/>
                <a:gd name="T1" fmla="*/ 138 h 330"/>
                <a:gd name="T2" fmla="*/ 76 w 211"/>
                <a:gd name="T3" fmla="*/ 330 h 330"/>
                <a:gd name="T4" fmla="*/ 211 w 211"/>
                <a:gd name="T5" fmla="*/ 164 h 330"/>
                <a:gd name="T6" fmla="*/ 164 w 211"/>
                <a:gd name="T7" fmla="*/ 133 h 330"/>
                <a:gd name="T8" fmla="*/ 97 w 211"/>
                <a:gd name="T9" fmla="*/ 204 h 330"/>
                <a:gd name="T10" fmla="*/ 28 w 211"/>
                <a:gd name="T11" fmla="*/ 0 h 330"/>
                <a:gd name="T12" fmla="*/ 4 w 211"/>
                <a:gd name="T13" fmla="*/ 138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1" h="330">
                  <a:moveTo>
                    <a:pt x="4" y="138"/>
                  </a:moveTo>
                  <a:cubicBezTo>
                    <a:pt x="4" y="138"/>
                    <a:pt x="15" y="276"/>
                    <a:pt x="76" y="330"/>
                  </a:cubicBezTo>
                  <a:cubicBezTo>
                    <a:pt x="76" y="330"/>
                    <a:pt x="181" y="263"/>
                    <a:pt x="211" y="164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97" y="204"/>
                    <a:pt x="97" y="204"/>
                    <a:pt x="97" y="204"/>
                  </a:cubicBezTo>
                  <a:cubicBezTo>
                    <a:pt x="97" y="204"/>
                    <a:pt x="67" y="36"/>
                    <a:pt x="28" y="0"/>
                  </a:cubicBezTo>
                  <a:cubicBezTo>
                    <a:pt x="28" y="0"/>
                    <a:pt x="0" y="121"/>
                    <a:pt x="4" y="138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6" name="Freeform 59">
              <a:extLst>
                <a:ext uri="{FF2B5EF4-FFF2-40B4-BE49-F238E27FC236}">
                  <a16:creationId xmlns:a16="http://schemas.microsoft.com/office/drawing/2014/main" id="{367D40F5-3547-456F-81E7-7FA320EE8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575" y="3667126"/>
              <a:ext cx="908050" cy="2584450"/>
            </a:xfrm>
            <a:custGeom>
              <a:avLst/>
              <a:gdLst>
                <a:gd name="T0" fmla="*/ 239 w 242"/>
                <a:gd name="T1" fmla="*/ 686 h 688"/>
                <a:gd name="T2" fmla="*/ 152 w 242"/>
                <a:gd name="T3" fmla="*/ 686 h 688"/>
                <a:gd name="T4" fmla="*/ 122 w 242"/>
                <a:gd name="T5" fmla="*/ 159 h 688"/>
                <a:gd name="T6" fmla="*/ 113 w 242"/>
                <a:gd name="T7" fmla="*/ 158 h 688"/>
                <a:gd name="T8" fmla="*/ 88 w 242"/>
                <a:gd name="T9" fmla="*/ 688 h 688"/>
                <a:gd name="T10" fmla="*/ 2 w 242"/>
                <a:gd name="T11" fmla="*/ 688 h 688"/>
                <a:gd name="T12" fmla="*/ 11 w 242"/>
                <a:gd name="T13" fmla="*/ 0 h 688"/>
                <a:gd name="T14" fmla="*/ 195 w 242"/>
                <a:gd name="T15" fmla="*/ 1 h 688"/>
                <a:gd name="T16" fmla="*/ 195 w 242"/>
                <a:gd name="T17" fmla="*/ 1 h 688"/>
                <a:gd name="T18" fmla="*/ 220 w 242"/>
                <a:gd name="T19" fmla="*/ 2 h 688"/>
                <a:gd name="T20" fmla="*/ 224 w 242"/>
                <a:gd name="T21" fmla="*/ 32 h 688"/>
                <a:gd name="T22" fmla="*/ 239 w 242"/>
                <a:gd name="T23" fmla="*/ 686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2" h="688">
                  <a:moveTo>
                    <a:pt x="239" y="686"/>
                  </a:moveTo>
                  <a:cubicBezTo>
                    <a:pt x="152" y="686"/>
                    <a:pt x="152" y="686"/>
                    <a:pt x="152" y="686"/>
                  </a:cubicBezTo>
                  <a:cubicBezTo>
                    <a:pt x="122" y="159"/>
                    <a:pt x="122" y="159"/>
                    <a:pt x="122" y="159"/>
                  </a:cubicBezTo>
                  <a:cubicBezTo>
                    <a:pt x="119" y="159"/>
                    <a:pt x="116" y="158"/>
                    <a:pt x="113" y="158"/>
                  </a:cubicBezTo>
                  <a:cubicBezTo>
                    <a:pt x="88" y="688"/>
                    <a:pt x="88" y="688"/>
                    <a:pt x="88" y="688"/>
                  </a:cubicBezTo>
                  <a:cubicBezTo>
                    <a:pt x="2" y="688"/>
                    <a:pt x="2" y="688"/>
                    <a:pt x="2" y="688"/>
                  </a:cubicBezTo>
                  <a:cubicBezTo>
                    <a:pt x="0" y="483"/>
                    <a:pt x="12" y="5"/>
                    <a:pt x="11" y="0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220" y="2"/>
                    <a:pt x="220" y="2"/>
                    <a:pt x="220" y="2"/>
                  </a:cubicBezTo>
                  <a:cubicBezTo>
                    <a:pt x="221" y="10"/>
                    <a:pt x="223" y="20"/>
                    <a:pt x="224" y="32"/>
                  </a:cubicBezTo>
                  <a:cubicBezTo>
                    <a:pt x="242" y="186"/>
                    <a:pt x="239" y="624"/>
                    <a:pt x="239" y="68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7" name="Freeform 60">
              <a:extLst>
                <a:ext uri="{FF2B5EF4-FFF2-40B4-BE49-F238E27FC236}">
                  <a16:creationId xmlns:a16="http://schemas.microsoft.com/office/drawing/2014/main" id="{5B3A78FF-10C6-440C-9464-486763B00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588" y="3671888"/>
              <a:ext cx="104775" cy="115888"/>
            </a:xfrm>
            <a:custGeom>
              <a:avLst/>
              <a:gdLst>
                <a:gd name="T0" fmla="*/ 28 w 28"/>
                <a:gd name="T1" fmla="*/ 31 h 31"/>
                <a:gd name="T2" fmla="*/ 2 w 28"/>
                <a:gd name="T3" fmla="*/ 31 h 31"/>
                <a:gd name="T4" fmla="*/ 0 w 28"/>
                <a:gd name="T5" fmla="*/ 0 h 31"/>
                <a:gd name="T6" fmla="*/ 24 w 28"/>
                <a:gd name="T7" fmla="*/ 1 h 31"/>
                <a:gd name="T8" fmla="*/ 28 w 28"/>
                <a:gd name="T9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1">
                  <a:moveTo>
                    <a:pt x="28" y="31"/>
                  </a:moveTo>
                  <a:cubicBezTo>
                    <a:pt x="2" y="31"/>
                    <a:pt x="2" y="31"/>
                    <a:pt x="2" y="31"/>
                  </a:cubicBezTo>
                  <a:cubicBezTo>
                    <a:pt x="2" y="21"/>
                    <a:pt x="1" y="11"/>
                    <a:pt x="0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6" y="9"/>
                    <a:pt x="27" y="19"/>
                    <a:pt x="28" y="31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8" name="Freeform 61">
              <a:extLst>
                <a:ext uri="{FF2B5EF4-FFF2-40B4-BE49-F238E27FC236}">
                  <a16:creationId xmlns:a16="http://schemas.microsoft.com/office/drawing/2014/main" id="{69D7C94C-0F35-4C73-9159-E3D08D92E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575" y="3667126"/>
              <a:ext cx="406400" cy="128588"/>
            </a:xfrm>
            <a:custGeom>
              <a:avLst/>
              <a:gdLst>
                <a:gd name="T0" fmla="*/ 106 w 108"/>
                <a:gd name="T1" fmla="*/ 1 h 34"/>
                <a:gd name="T2" fmla="*/ 0 w 108"/>
                <a:gd name="T3" fmla="*/ 0 h 34"/>
                <a:gd name="T4" fmla="*/ 1 w 108"/>
                <a:gd name="T5" fmla="*/ 34 h 34"/>
                <a:gd name="T6" fmla="*/ 108 w 108"/>
                <a:gd name="T7" fmla="*/ 32 h 34"/>
                <a:gd name="T8" fmla="*/ 106 w 108"/>
                <a:gd name="T9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34">
                  <a:moveTo>
                    <a:pt x="106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23"/>
                    <a:pt x="1" y="34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6" y="23"/>
                    <a:pt x="106" y="12"/>
                    <a:pt x="106" y="1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9" name="Freeform 62">
              <a:extLst>
                <a:ext uri="{FF2B5EF4-FFF2-40B4-BE49-F238E27FC236}">
                  <a16:creationId xmlns:a16="http://schemas.microsoft.com/office/drawing/2014/main" id="{15D03137-81B5-47A0-BC82-63309053F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850" y="3667126"/>
              <a:ext cx="127000" cy="131763"/>
            </a:xfrm>
            <a:custGeom>
              <a:avLst/>
              <a:gdLst>
                <a:gd name="T0" fmla="*/ 31 w 34"/>
                <a:gd name="T1" fmla="*/ 0 h 35"/>
                <a:gd name="T2" fmla="*/ 0 w 34"/>
                <a:gd name="T3" fmla="*/ 0 h 35"/>
                <a:gd name="T4" fmla="*/ 0 w 34"/>
                <a:gd name="T5" fmla="*/ 35 h 35"/>
                <a:gd name="T6" fmla="*/ 34 w 34"/>
                <a:gd name="T7" fmla="*/ 35 h 35"/>
                <a:gd name="T8" fmla="*/ 31 w 34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5">
                  <a:moveTo>
                    <a:pt x="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1" y="24"/>
                    <a:pt x="30" y="12"/>
                    <a:pt x="31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0" name="Rectangle 63">
              <a:extLst>
                <a:ext uri="{FF2B5EF4-FFF2-40B4-BE49-F238E27FC236}">
                  <a16:creationId xmlns:a16="http://schemas.microsoft.com/office/drawing/2014/main" id="{202AC806-BEA4-4C9E-A5E7-AE607F93B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888" y="3667126"/>
              <a:ext cx="201613" cy="131763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696" name="Group 695">
            <a:extLst>
              <a:ext uri="{FF2B5EF4-FFF2-40B4-BE49-F238E27FC236}">
                <a16:creationId xmlns:a16="http://schemas.microsoft.com/office/drawing/2014/main" id="{EB5D533C-BE6D-47BE-A706-7F5107834F52}"/>
              </a:ext>
            </a:extLst>
          </p:cNvPr>
          <p:cNvGrpSpPr/>
          <p:nvPr/>
        </p:nvGrpSpPr>
        <p:grpSpPr>
          <a:xfrm>
            <a:off x="2455081" y="3562351"/>
            <a:ext cx="1298576" cy="2584450"/>
            <a:chOff x="5241925" y="3900488"/>
            <a:chExt cx="1298576" cy="2584450"/>
          </a:xfrm>
        </p:grpSpPr>
        <p:sp>
          <p:nvSpPr>
            <p:cNvPr id="551" name="Freeform 64">
              <a:extLst>
                <a:ext uri="{FF2B5EF4-FFF2-40B4-BE49-F238E27FC236}">
                  <a16:creationId xmlns:a16="http://schemas.microsoft.com/office/drawing/2014/main" id="{4C069F56-66A1-465D-B224-BF3111D0B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425" y="6221413"/>
              <a:ext cx="168275" cy="217488"/>
            </a:xfrm>
            <a:custGeom>
              <a:avLst/>
              <a:gdLst>
                <a:gd name="T0" fmla="*/ 45 w 45"/>
                <a:gd name="T1" fmla="*/ 58 h 58"/>
                <a:gd name="T2" fmla="*/ 0 w 45"/>
                <a:gd name="T3" fmla="*/ 53 h 58"/>
                <a:gd name="T4" fmla="*/ 3 w 45"/>
                <a:gd name="T5" fmla="*/ 31 h 58"/>
                <a:gd name="T6" fmla="*/ 4 w 45"/>
                <a:gd name="T7" fmla="*/ 7 h 58"/>
                <a:gd name="T8" fmla="*/ 34 w 45"/>
                <a:gd name="T9" fmla="*/ 7 h 58"/>
                <a:gd name="T10" fmla="*/ 38 w 45"/>
                <a:gd name="T11" fmla="*/ 31 h 58"/>
                <a:gd name="T12" fmla="*/ 45 w 45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58">
                  <a:moveTo>
                    <a:pt x="45" y="58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2" y="49"/>
                    <a:pt x="3" y="39"/>
                    <a:pt x="3" y="31"/>
                  </a:cubicBezTo>
                  <a:cubicBezTo>
                    <a:pt x="4" y="20"/>
                    <a:pt x="4" y="7"/>
                    <a:pt x="4" y="7"/>
                  </a:cubicBezTo>
                  <a:cubicBezTo>
                    <a:pt x="4" y="7"/>
                    <a:pt x="34" y="0"/>
                    <a:pt x="34" y="7"/>
                  </a:cubicBezTo>
                  <a:cubicBezTo>
                    <a:pt x="34" y="18"/>
                    <a:pt x="36" y="23"/>
                    <a:pt x="38" y="31"/>
                  </a:cubicBezTo>
                  <a:cubicBezTo>
                    <a:pt x="41" y="43"/>
                    <a:pt x="45" y="58"/>
                    <a:pt x="45" y="58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2" name="Freeform 65">
              <a:extLst>
                <a:ext uri="{FF2B5EF4-FFF2-40B4-BE49-F238E27FC236}">
                  <a16:creationId xmlns:a16="http://schemas.microsoft.com/office/drawing/2014/main" id="{EA851981-B09C-4B5F-8259-10FC49EAF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00" y="6372226"/>
              <a:ext cx="195263" cy="107950"/>
            </a:xfrm>
            <a:custGeom>
              <a:avLst/>
              <a:gdLst>
                <a:gd name="T0" fmla="*/ 52 w 52"/>
                <a:gd name="T1" fmla="*/ 21 h 29"/>
                <a:gd name="T2" fmla="*/ 52 w 52"/>
                <a:gd name="T3" fmla="*/ 22 h 29"/>
                <a:gd name="T4" fmla="*/ 50 w 52"/>
                <a:gd name="T5" fmla="*/ 29 h 29"/>
                <a:gd name="T6" fmla="*/ 2 w 52"/>
                <a:gd name="T7" fmla="*/ 29 h 29"/>
                <a:gd name="T8" fmla="*/ 0 w 52"/>
                <a:gd name="T9" fmla="*/ 22 h 29"/>
                <a:gd name="T10" fmla="*/ 0 w 52"/>
                <a:gd name="T11" fmla="*/ 21 h 29"/>
                <a:gd name="T12" fmla="*/ 26 w 52"/>
                <a:gd name="T13" fmla="*/ 0 h 29"/>
                <a:gd name="T14" fmla="*/ 52 w 52"/>
                <a:gd name="T15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9">
                  <a:moveTo>
                    <a:pt x="52" y="21"/>
                  </a:moveTo>
                  <a:cubicBezTo>
                    <a:pt x="52" y="21"/>
                    <a:pt x="52" y="22"/>
                    <a:pt x="52" y="22"/>
                  </a:cubicBezTo>
                  <a:cubicBezTo>
                    <a:pt x="52" y="24"/>
                    <a:pt x="51" y="26"/>
                    <a:pt x="50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1" y="26"/>
                    <a:pt x="1" y="24"/>
                    <a:pt x="0" y="22"/>
                  </a:cubicBezTo>
                  <a:cubicBezTo>
                    <a:pt x="0" y="22"/>
                    <a:pt x="0" y="21"/>
                    <a:pt x="0" y="21"/>
                  </a:cubicBezTo>
                  <a:cubicBezTo>
                    <a:pt x="0" y="10"/>
                    <a:pt x="12" y="0"/>
                    <a:pt x="26" y="0"/>
                  </a:cubicBezTo>
                  <a:cubicBezTo>
                    <a:pt x="40" y="0"/>
                    <a:pt x="52" y="10"/>
                    <a:pt x="52" y="2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3" name="Freeform 66">
              <a:extLst>
                <a:ext uri="{FF2B5EF4-FFF2-40B4-BE49-F238E27FC236}">
                  <a16:creationId xmlns:a16="http://schemas.microsoft.com/office/drawing/2014/main" id="{3B5CF3D6-B9ED-4BCB-A6F8-8D4024972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538" y="6221413"/>
              <a:ext cx="131763" cy="123825"/>
            </a:xfrm>
            <a:custGeom>
              <a:avLst/>
              <a:gdLst>
                <a:gd name="T0" fmla="*/ 0 w 35"/>
                <a:gd name="T1" fmla="*/ 33 h 33"/>
                <a:gd name="T2" fmla="*/ 1 w 35"/>
                <a:gd name="T3" fmla="*/ 7 h 33"/>
                <a:gd name="T4" fmla="*/ 31 w 35"/>
                <a:gd name="T5" fmla="*/ 7 h 33"/>
                <a:gd name="T6" fmla="*/ 35 w 35"/>
                <a:gd name="T7" fmla="*/ 33 h 33"/>
                <a:gd name="T8" fmla="*/ 0 w 3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3">
                  <a:moveTo>
                    <a:pt x="0" y="33"/>
                  </a:moveTo>
                  <a:cubicBezTo>
                    <a:pt x="1" y="22"/>
                    <a:pt x="1" y="7"/>
                    <a:pt x="1" y="7"/>
                  </a:cubicBezTo>
                  <a:cubicBezTo>
                    <a:pt x="1" y="7"/>
                    <a:pt x="31" y="0"/>
                    <a:pt x="31" y="7"/>
                  </a:cubicBezTo>
                  <a:cubicBezTo>
                    <a:pt x="31" y="18"/>
                    <a:pt x="33" y="25"/>
                    <a:pt x="35" y="33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4" name="Freeform 67">
              <a:extLst>
                <a:ext uri="{FF2B5EF4-FFF2-40B4-BE49-F238E27FC236}">
                  <a16:creationId xmlns:a16="http://schemas.microsoft.com/office/drawing/2014/main" id="{04707D98-D715-48B1-BE49-D698030F3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00" y="6446838"/>
              <a:ext cx="195263" cy="30163"/>
            </a:xfrm>
            <a:custGeom>
              <a:avLst/>
              <a:gdLst>
                <a:gd name="T0" fmla="*/ 52 w 52"/>
                <a:gd name="T1" fmla="*/ 0 h 8"/>
                <a:gd name="T2" fmla="*/ 50 w 52"/>
                <a:gd name="T3" fmla="*/ 8 h 8"/>
                <a:gd name="T4" fmla="*/ 2 w 52"/>
                <a:gd name="T5" fmla="*/ 8 h 8"/>
                <a:gd name="T6" fmla="*/ 0 w 52"/>
                <a:gd name="T7" fmla="*/ 0 h 8"/>
                <a:gd name="T8" fmla="*/ 52 w 52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8">
                  <a:moveTo>
                    <a:pt x="52" y="0"/>
                  </a:moveTo>
                  <a:cubicBezTo>
                    <a:pt x="52" y="0"/>
                    <a:pt x="51" y="8"/>
                    <a:pt x="50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0"/>
                    <a:pt x="0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5" name="Freeform 68">
              <a:extLst>
                <a:ext uri="{FF2B5EF4-FFF2-40B4-BE49-F238E27FC236}">
                  <a16:creationId xmlns:a16="http://schemas.microsoft.com/office/drawing/2014/main" id="{C3416F5C-02C2-436B-9124-902E9EDB4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5" y="6367463"/>
              <a:ext cx="63500" cy="23813"/>
            </a:xfrm>
            <a:custGeom>
              <a:avLst/>
              <a:gdLst>
                <a:gd name="T0" fmla="*/ 17 w 17"/>
                <a:gd name="T1" fmla="*/ 5 h 6"/>
                <a:gd name="T2" fmla="*/ 1 w 17"/>
                <a:gd name="T3" fmla="*/ 5 h 6"/>
                <a:gd name="T4" fmla="*/ 1 w 17"/>
                <a:gd name="T5" fmla="*/ 6 h 6"/>
                <a:gd name="T6" fmla="*/ 9 w 17"/>
                <a:gd name="T7" fmla="*/ 4 h 6"/>
                <a:gd name="T8" fmla="*/ 16 w 17"/>
                <a:gd name="T9" fmla="*/ 6 h 6"/>
                <a:gd name="T10" fmla="*/ 17 w 1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7" y="5"/>
                  </a:moveTo>
                  <a:cubicBezTo>
                    <a:pt x="13" y="0"/>
                    <a:pt x="5" y="2"/>
                    <a:pt x="1" y="5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1" y="4"/>
                    <a:pt x="13" y="6"/>
                    <a:pt x="16" y="6"/>
                  </a:cubicBezTo>
                  <a:cubicBezTo>
                    <a:pt x="17" y="6"/>
                    <a:pt x="17" y="5"/>
                    <a:pt x="17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6" name="Freeform 69">
              <a:extLst>
                <a:ext uri="{FF2B5EF4-FFF2-40B4-BE49-F238E27FC236}">
                  <a16:creationId xmlns:a16="http://schemas.microsoft.com/office/drawing/2014/main" id="{30DDC1D6-B5CD-4469-AD05-55F73B70E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5" y="6391276"/>
              <a:ext cx="60325" cy="22225"/>
            </a:xfrm>
            <a:custGeom>
              <a:avLst/>
              <a:gdLst>
                <a:gd name="T0" fmla="*/ 15 w 16"/>
                <a:gd name="T1" fmla="*/ 4 h 6"/>
                <a:gd name="T2" fmla="*/ 0 w 16"/>
                <a:gd name="T3" fmla="*/ 4 h 6"/>
                <a:gd name="T4" fmla="*/ 1 w 16"/>
                <a:gd name="T5" fmla="*/ 6 h 6"/>
                <a:gd name="T6" fmla="*/ 8 w 16"/>
                <a:gd name="T7" fmla="*/ 5 h 6"/>
                <a:gd name="T8" fmla="*/ 15 w 16"/>
                <a:gd name="T9" fmla="*/ 6 h 6"/>
                <a:gd name="T10" fmla="*/ 15 w 16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5" y="4"/>
                  </a:moveTo>
                  <a:cubicBezTo>
                    <a:pt x="11" y="1"/>
                    <a:pt x="4" y="0"/>
                    <a:pt x="0" y="4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3" y="5"/>
                    <a:pt x="6" y="5"/>
                    <a:pt x="8" y="5"/>
                  </a:cubicBezTo>
                  <a:cubicBezTo>
                    <a:pt x="11" y="5"/>
                    <a:pt x="13" y="6"/>
                    <a:pt x="15" y="6"/>
                  </a:cubicBezTo>
                  <a:cubicBezTo>
                    <a:pt x="16" y="6"/>
                    <a:pt x="16" y="4"/>
                    <a:pt x="15" y="4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7" name="Freeform 70">
              <a:extLst>
                <a:ext uri="{FF2B5EF4-FFF2-40B4-BE49-F238E27FC236}">
                  <a16:creationId xmlns:a16="http://schemas.microsoft.com/office/drawing/2014/main" id="{CD73D594-69D1-4566-B3D1-3C68332C7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9738" y="6262688"/>
              <a:ext cx="304800" cy="222250"/>
            </a:xfrm>
            <a:custGeom>
              <a:avLst/>
              <a:gdLst>
                <a:gd name="T0" fmla="*/ 80 w 81"/>
                <a:gd name="T1" fmla="*/ 49 h 59"/>
                <a:gd name="T2" fmla="*/ 79 w 81"/>
                <a:gd name="T3" fmla="*/ 56 h 59"/>
                <a:gd name="T4" fmla="*/ 1 w 81"/>
                <a:gd name="T5" fmla="*/ 57 h 59"/>
                <a:gd name="T6" fmla="*/ 2 w 81"/>
                <a:gd name="T7" fmla="*/ 55 h 59"/>
                <a:gd name="T8" fmla="*/ 3 w 81"/>
                <a:gd name="T9" fmla="*/ 52 h 59"/>
                <a:gd name="T10" fmla="*/ 32 w 81"/>
                <a:gd name="T11" fmla="*/ 37 h 59"/>
                <a:gd name="T12" fmla="*/ 40 w 81"/>
                <a:gd name="T13" fmla="*/ 33 h 59"/>
                <a:gd name="T14" fmla="*/ 45 w 81"/>
                <a:gd name="T15" fmla="*/ 24 h 59"/>
                <a:gd name="T16" fmla="*/ 48 w 81"/>
                <a:gd name="T17" fmla="*/ 0 h 59"/>
                <a:gd name="T18" fmla="*/ 79 w 81"/>
                <a:gd name="T19" fmla="*/ 0 h 59"/>
                <a:gd name="T20" fmla="*/ 80 w 81"/>
                <a:gd name="T21" fmla="*/ 24 h 59"/>
                <a:gd name="T22" fmla="*/ 80 w 81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59">
                  <a:moveTo>
                    <a:pt x="80" y="49"/>
                  </a:moveTo>
                  <a:cubicBezTo>
                    <a:pt x="80" y="52"/>
                    <a:pt x="79" y="54"/>
                    <a:pt x="79" y="56"/>
                  </a:cubicBezTo>
                  <a:cubicBezTo>
                    <a:pt x="79" y="56"/>
                    <a:pt x="6" y="59"/>
                    <a:pt x="1" y="57"/>
                  </a:cubicBezTo>
                  <a:cubicBezTo>
                    <a:pt x="0" y="56"/>
                    <a:pt x="1" y="56"/>
                    <a:pt x="2" y="55"/>
                  </a:cubicBezTo>
                  <a:cubicBezTo>
                    <a:pt x="2" y="54"/>
                    <a:pt x="2" y="53"/>
                    <a:pt x="3" y="52"/>
                  </a:cubicBezTo>
                  <a:cubicBezTo>
                    <a:pt x="5" y="46"/>
                    <a:pt x="12" y="36"/>
                    <a:pt x="32" y="37"/>
                  </a:cubicBezTo>
                  <a:cubicBezTo>
                    <a:pt x="35" y="36"/>
                    <a:pt x="38" y="34"/>
                    <a:pt x="40" y="33"/>
                  </a:cubicBezTo>
                  <a:cubicBezTo>
                    <a:pt x="42" y="32"/>
                    <a:pt x="44" y="29"/>
                    <a:pt x="45" y="24"/>
                  </a:cubicBezTo>
                  <a:cubicBezTo>
                    <a:pt x="48" y="15"/>
                    <a:pt x="49" y="3"/>
                    <a:pt x="48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0"/>
                    <a:pt x="80" y="12"/>
                    <a:pt x="80" y="24"/>
                  </a:cubicBezTo>
                  <a:cubicBezTo>
                    <a:pt x="81" y="33"/>
                    <a:pt x="81" y="43"/>
                    <a:pt x="80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8" name="Freeform 71">
              <a:extLst>
                <a:ext uri="{FF2B5EF4-FFF2-40B4-BE49-F238E27FC236}">
                  <a16:creationId xmlns:a16="http://schemas.microsoft.com/office/drawing/2014/main" id="{F3A8B8F6-22AC-483A-83A4-5341EAFF7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8013" y="6267451"/>
              <a:ext cx="131763" cy="88900"/>
            </a:xfrm>
            <a:custGeom>
              <a:avLst/>
              <a:gdLst>
                <a:gd name="T0" fmla="*/ 0 w 35"/>
                <a:gd name="T1" fmla="*/ 24 h 24"/>
                <a:gd name="T2" fmla="*/ 3 w 35"/>
                <a:gd name="T3" fmla="*/ 0 h 24"/>
                <a:gd name="T4" fmla="*/ 34 w 35"/>
                <a:gd name="T5" fmla="*/ 0 h 24"/>
                <a:gd name="T6" fmla="*/ 35 w 35"/>
                <a:gd name="T7" fmla="*/ 24 h 24"/>
                <a:gd name="T8" fmla="*/ 0 w 35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4">
                  <a:moveTo>
                    <a:pt x="0" y="24"/>
                  </a:moveTo>
                  <a:cubicBezTo>
                    <a:pt x="3" y="13"/>
                    <a:pt x="4" y="2"/>
                    <a:pt x="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5" y="10"/>
                    <a:pt x="35" y="24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9" name="Freeform 72">
              <a:extLst>
                <a:ext uri="{FF2B5EF4-FFF2-40B4-BE49-F238E27FC236}">
                  <a16:creationId xmlns:a16="http://schemas.microsoft.com/office/drawing/2014/main" id="{B5FC1B8D-455A-4223-9D42-F3A16B0A6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9738" y="6446838"/>
              <a:ext cx="300038" cy="38100"/>
            </a:xfrm>
            <a:custGeom>
              <a:avLst/>
              <a:gdLst>
                <a:gd name="T0" fmla="*/ 80 w 80"/>
                <a:gd name="T1" fmla="*/ 0 h 10"/>
                <a:gd name="T2" fmla="*/ 79 w 80"/>
                <a:gd name="T3" fmla="*/ 7 h 10"/>
                <a:gd name="T4" fmla="*/ 1 w 80"/>
                <a:gd name="T5" fmla="*/ 8 h 10"/>
                <a:gd name="T6" fmla="*/ 2 w 80"/>
                <a:gd name="T7" fmla="*/ 6 h 10"/>
                <a:gd name="T8" fmla="*/ 3 w 80"/>
                <a:gd name="T9" fmla="*/ 3 h 10"/>
                <a:gd name="T10" fmla="*/ 80 w 8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10">
                  <a:moveTo>
                    <a:pt x="80" y="0"/>
                  </a:moveTo>
                  <a:cubicBezTo>
                    <a:pt x="80" y="3"/>
                    <a:pt x="79" y="5"/>
                    <a:pt x="79" y="7"/>
                  </a:cubicBezTo>
                  <a:cubicBezTo>
                    <a:pt x="79" y="7"/>
                    <a:pt x="6" y="10"/>
                    <a:pt x="1" y="8"/>
                  </a:cubicBezTo>
                  <a:cubicBezTo>
                    <a:pt x="0" y="7"/>
                    <a:pt x="1" y="7"/>
                    <a:pt x="2" y="6"/>
                  </a:cubicBezTo>
                  <a:cubicBezTo>
                    <a:pt x="2" y="5"/>
                    <a:pt x="2" y="4"/>
                    <a:pt x="3" y="3"/>
                  </a:cubicBezTo>
                  <a:cubicBezTo>
                    <a:pt x="15" y="3"/>
                    <a:pt x="61" y="3"/>
                    <a:pt x="80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0" name="Freeform 73">
              <a:extLst>
                <a:ext uri="{FF2B5EF4-FFF2-40B4-BE49-F238E27FC236}">
                  <a16:creationId xmlns:a16="http://schemas.microsoft.com/office/drawing/2014/main" id="{9465C5B7-E61C-4F41-BC04-DC9B42C76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6391276"/>
              <a:ext cx="41275" cy="25400"/>
            </a:xfrm>
            <a:custGeom>
              <a:avLst/>
              <a:gdLst>
                <a:gd name="T0" fmla="*/ 10 w 11"/>
                <a:gd name="T1" fmla="*/ 5 h 7"/>
                <a:gd name="T2" fmla="*/ 0 w 11"/>
                <a:gd name="T3" fmla="*/ 2 h 7"/>
                <a:gd name="T4" fmla="*/ 0 w 11"/>
                <a:gd name="T5" fmla="*/ 3 h 7"/>
                <a:gd name="T6" fmla="*/ 5 w 11"/>
                <a:gd name="T7" fmla="*/ 4 h 7"/>
                <a:gd name="T8" fmla="*/ 8 w 11"/>
                <a:gd name="T9" fmla="*/ 6 h 7"/>
                <a:gd name="T10" fmla="*/ 10 w 11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10" y="5"/>
                  </a:moveTo>
                  <a:cubicBezTo>
                    <a:pt x="9" y="2"/>
                    <a:pt x="3" y="0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2" y="4"/>
                    <a:pt x="3" y="3"/>
                    <a:pt x="5" y="4"/>
                  </a:cubicBezTo>
                  <a:cubicBezTo>
                    <a:pt x="6" y="4"/>
                    <a:pt x="7" y="5"/>
                    <a:pt x="8" y="6"/>
                  </a:cubicBezTo>
                  <a:cubicBezTo>
                    <a:pt x="9" y="7"/>
                    <a:pt x="11" y="6"/>
                    <a:pt x="10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1" name="Freeform 74">
              <a:extLst>
                <a:ext uri="{FF2B5EF4-FFF2-40B4-BE49-F238E27FC236}">
                  <a16:creationId xmlns:a16="http://schemas.microsoft.com/office/drawing/2014/main" id="{DE162D2E-980D-4373-9745-B4A813A66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9438" y="6375401"/>
              <a:ext cx="47625" cy="26988"/>
            </a:xfrm>
            <a:custGeom>
              <a:avLst/>
              <a:gdLst>
                <a:gd name="T0" fmla="*/ 13 w 13"/>
                <a:gd name="T1" fmla="*/ 5 h 7"/>
                <a:gd name="T2" fmla="*/ 6 w 13"/>
                <a:gd name="T3" fmla="*/ 0 h 7"/>
                <a:gd name="T4" fmla="*/ 1 w 13"/>
                <a:gd name="T5" fmla="*/ 3 h 7"/>
                <a:gd name="T6" fmla="*/ 1 w 13"/>
                <a:gd name="T7" fmla="*/ 3 h 7"/>
                <a:gd name="T8" fmla="*/ 5 w 13"/>
                <a:gd name="T9" fmla="*/ 3 h 7"/>
                <a:gd name="T10" fmla="*/ 9 w 13"/>
                <a:gd name="T11" fmla="*/ 5 h 7"/>
                <a:gd name="T12" fmla="*/ 12 w 13"/>
                <a:gd name="T13" fmla="*/ 7 h 7"/>
                <a:gd name="T14" fmla="*/ 13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3" y="5"/>
                  </a:moveTo>
                  <a:cubicBezTo>
                    <a:pt x="12" y="2"/>
                    <a:pt x="9" y="0"/>
                    <a:pt x="6" y="0"/>
                  </a:cubicBezTo>
                  <a:cubicBezTo>
                    <a:pt x="4" y="0"/>
                    <a:pt x="0" y="1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4"/>
                    <a:pt x="4" y="3"/>
                    <a:pt x="5" y="3"/>
                  </a:cubicBezTo>
                  <a:cubicBezTo>
                    <a:pt x="6" y="3"/>
                    <a:pt x="8" y="4"/>
                    <a:pt x="9" y="5"/>
                  </a:cubicBezTo>
                  <a:cubicBezTo>
                    <a:pt x="10" y="5"/>
                    <a:pt x="10" y="6"/>
                    <a:pt x="12" y="7"/>
                  </a:cubicBezTo>
                  <a:cubicBezTo>
                    <a:pt x="13" y="7"/>
                    <a:pt x="13" y="5"/>
                    <a:pt x="13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2" name="Freeform 75">
              <a:extLst>
                <a:ext uri="{FF2B5EF4-FFF2-40B4-BE49-F238E27FC236}">
                  <a16:creationId xmlns:a16="http://schemas.microsoft.com/office/drawing/2014/main" id="{12552DAE-CD0C-4A44-894D-5796DF890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4513" y="4541838"/>
              <a:ext cx="508000" cy="658813"/>
            </a:xfrm>
            <a:custGeom>
              <a:avLst/>
              <a:gdLst>
                <a:gd name="T0" fmla="*/ 1 w 135"/>
                <a:gd name="T1" fmla="*/ 13 h 175"/>
                <a:gd name="T2" fmla="*/ 135 w 135"/>
                <a:gd name="T3" fmla="*/ 11 h 175"/>
                <a:gd name="T4" fmla="*/ 115 w 135"/>
                <a:gd name="T5" fmla="*/ 162 h 175"/>
                <a:gd name="T6" fmla="*/ 19 w 135"/>
                <a:gd name="T7" fmla="*/ 161 h 175"/>
                <a:gd name="T8" fmla="*/ 1 w 135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175">
                  <a:moveTo>
                    <a:pt x="1" y="13"/>
                  </a:moveTo>
                  <a:cubicBezTo>
                    <a:pt x="1" y="13"/>
                    <a:pt x="70" y="0"/>
                    <a:pt x="135" y="11"/>
                  </a:cubicBezTo>
                  <a:cubicBezTo>
                    <a:pt x="135" y="11"/>
                    <a:pt x="120" y="135"/>
                    <a:pt x="115" y="162"/>
                  </a:cubicBezTo>
                  <a:cubicBezTo>
                    <a:pt x="115" y="162"/>
                    <a:pt x="64" y="175"/>
                    <a:pt x="19" y="161"/>
                  </a:cubicBezTo>
                  <a:cubicBezTo>
                    <a:pt x="19" y="161"/>
                    <a:pt x="0" y="37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3" name="Freeform 76">
              <a:extLst>
                <a:ext uri="{FF2B5EF4-FFF2-40B4-BE49-F238E27FC236}">
                  <a16:creationId xmlns:a16="http://schemas.microsoft.com/office/drawing/2014/main" id="{AAE39488-DB78-47FA-92A7-3E14B5883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9613" y="4384676"/>
              <a:ext cx="165100" cy="255588"/>
            </a:xfrm>
            <a:custGeom>
              <a:avLst/>
              <a:gdLst>
                <a:gd name="T0" fmla="*/ 44 w 44"/>
                <a:gd name="T1" fmla="*/ 47 h 68"/>
                <a:gd name="T2" fmla="*/ 22 w 44"/>
                <a:gd name="T3" fmla="*/ 68 h 68"/>
                <a:gd name="T4" fmla="*/ 22 w 44"/>
                <a:gd name="T5" fmla="*/ 68 h 68"/>
                <a:gd name="T6" fmla="*/ 0 w 44"/>
                <a:gd name="T7" fmla="*/ 47 h 68"/>
                <a:gd name="T8" fmla="*/ 0 w 44"/>
                <a:gd name="T9" fmla="*/ 21 h 68"/>
                <a:gd name="T10" fmla="*/ 22 w 44"/>
                <a:gd name="T11" fmla="*/ 0 h 68"/>
                <a:gd name="T12" fmla="*/ 22 w 44"/>
                <a:gd name="T13" fmla="*/ 0 h 68"/>
                <a:gd name="T14" fmla="*/ 44 w 44"/>
                <a:gd name="T15" fmla="*/ 21 h 68"/>
                <a:gd name="T16" fmla="*/ 44 w 44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68">
                  <a:moveTo>
                    <a:pt x="44" y="47"/>
                  </a:moveTo>
                  <a:cubicBezTo>
                    <a:pt x="44" y="58"/>
                    <a:pt x="33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11" y="68"/>
                    <a:pt x="0" y="58"/>
                    <a:pt x="0" y="4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1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3" y="0"/>
                    <a:pt x="44" y="9"/>
                    <a:pt x="44" y="21"/>
                  </a:cubicBezTo>
                  <a:lnTo>
                    <a:pt x="44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4" name="Oval 77">
              <a:extLst>
                <a:ext uri="{FF2B5EF4-FFF2-40B4-BE49-F238E27FC236}">
                  <a16:creationId xmlns:a16="http://schemas.microsoft.com/office/drawing/2014/main" id="{B45EAE94-1BCB-4F8A-B3CA-90E57AB9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3" y="4689476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5" name="Oval 78">
              <a:extLst>
                <a:ext uri="{FF2B5EF4-FFF2-40B4-BE49-F238E27FC236}">
                  <a16:creationId xmlns:a16="http://schemas.microsoft.com/office/drawing/2014/main" id="{05931EB7-D71C-406C-BA30-D72981A0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3" y="4805363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6" name="Oval 79">
              <a:extLst>
                <a:ext uri="{FF2B5EF4-FFF2-40B4-BE49-F238E27FC236}">
                  <a16:creationId xmlns:a16="http://schemas.microsoft.com/office/drawing/2014/main" id="{45E73943-4D72-4AF5-BFA1-DC3668FA9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1050" y="5033963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7" name="Oval 80">
              <a:extLst>
                <a:ext uri="{FF2B5EF4-FFF2-40B4-BE49-F238E27FC236}">
                  <a16:creationId xmlns:a16="http://schemas.microsoft.com/office/drawing/2014/main" id="{BDF66603-ECAE-4FD7-8A25-4135DC637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3" y="4918076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8" name="Freeform 81">
              <a:extLst>
                <a:ext uri="{FF2B5EF4-FFF2-40B4-BE49-F238E27FC236}">
                  <a16:creationId xmlns:a16="http://schemas.microsoft.com/office/drawing/2014/main" id="{A92E2AD4-FA8C-47D8-B314-178B96945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4838" y="4008438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69 w 98"/>
                <a:gd name="T3" fmla="*/ 125 h 131"/>
                <a:gd name="T4" fmla="*/ 47 w 98"/>
                <a:gd name="T5" fmla="*/ 129 h 131"/>
                <a:gd name="T6" fmla="*/ 2 w 98"/>
                <a:gd name="T7" fmla="*/ 78 h 131"/>
                <a:gd name="T8" fmla="*/ 4 w 98"/>
                <a:gd name="T9" fmla="*/ 32 h 131"/>
                <a:gd name="T10" fmla="*/ 6 w 98"/>
                <a:gd name="T11" fmla="*/ 25 h 131"/>
                <a:gd name="T12" fmla="*/ 30 w 98"/>
                <a:gd name="T13" fmla="*/ 4 h 131"/>
                <a:gd name="T14" fmla="*/ 62 w 98"/>
                <a:gd name="T15" fmla="*/ 2 h 131"/>
                <a:gd name="T16" fmla="*/ 93 w 98"/>
                <a:gd name="T17" fmla="*/ 28 h 131"/>
                <a:gd name="T18" fmla="*/ 95 w 98"/>
                <a:gd name="T19" fmla="*/ 43 h 131"/>
                <a:gd name="T20" fmla="*/ 97 w 98"/>
                <a:gd name="T21" fmla="*/ 74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5"/>
                    <a:pt x="81" y="118"/>
                    <a:pt x="69" y="125"/>
                  </a:cubicBezTo>
                  <a:cubicBezTo>
                    <a:pt x="57" y="131"/>
                    <a:pt x="47" y="129"/>
                    <a:pt x="47" y="129"/>
                  </a:cubicBezTo>
                  <a:cubicBezTo>
                    <a:pt x="1" y="118"/>
                    <a:pt x="5" y="96"/>
                    <a:pt x="2" y="78"/>
                  </a:cubicBezTo>
                  <a:cubicBezTo>
                    <a:pt x="1" y="69"/>
                    <a:pt x="0" y="53"/>
                    <a:pt x="4" y="32"/>
                  </a:cubicBezTo>
                  <a:cubicBezTo>
                    <a:pt x="4" y="30"/>
                    <a:pt x="5" y="27"/>
                    <a:pt x="6" y="25"/>
                  </a:cubicBezTo>
                  <a:cubicBezTo>
                    <a:pt x="13" y="10"/>
                    <a:pt x="30" y="4"/>
                    <a:pt x="30" y="4"/>
                  </a:cubicBezTo>
                  <a:cubicBezTo>
                    <a:pt x="40" y="1"/>
                    <a:pt x="51" y="0"/>
                    <a:pt x="62" y="2"/>
                  </a:cubicBezTo>
                  <a:cubicBezTo>
                    <a:pt x="77" y="4"/>
                    <a:pt x="89" y="12"/>
                    <a:pt x="93" y="28"/>
                  </a:cubicBezTo>
                  <a:cubicBezTo>
                    <a:pt x="94" y="33"/>
                    <a:pt x="94" y="38"/>
                    <a:pt x="95" y="43"/>
                  </a:cubicBezTo>
                  <a:cubicBezTo>
                    <a:pt x="96" y="53"/>
                    <a:pt x="97" y="64"/>
                    <a:pt x="97" y="74"/>
                  </a:cubicBezTo>
                  <a:cubicBezTo>
                    <a:pt x="98" y="79"/>
                    <a:pt x="98" y="84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9" name="Freeform 82">
              <a:extLst>
                <a:ext uri="{FF2B5EF4-FFF2-40B4-BE49-F238E27FC236}">
                  <a16:creationId xmlns:a16="http://schemas.microsoft.com/office/drawing/2014/main" id="{7D750A2F-0528-46BC-BAD8-21FABFE6A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650" y="4159251"/>
              <a:ext cx="88900" cy="169863"/>
            </a:xfrm>
            <a:custGeom>
              <a:avLst/>
              <a:gdLst>
                <a:gd name="T0" fmla="*/ 10 w 24"/>
                <a:gd name="T1" fmla="*/ 3 h 45"/>
                <a:gd name="T2" fmla="*/ 6 w 24"/>
                <a:gd name="T3" fmla="*/ 12 h 45"/>
                <a:gd name="T4" fmla="*/ 8 w 24"/>
                <a:gd name="T5" fmla="*/ 37 h 45"/>
                <a:gd name="T6" fmla="*/ 3 w 24"/>
                <a:gd name="T7" fmla="*/ 39 h 45"/>
                <a:gd name="T8" fmla="*/ 11 w 24"/>
                <a:gd name="T9" fmla="*/ 45 h 45"/>
                <a:gd name="T10" fmla="*/ 19 w 24"/>
                <a:gd name="T11" fmla="*/ 42 h 45"/>
                <a:gd name="T12" fmla="*/ 22 w 24"/>
                <a:gd name="T13" fmla="*/ 34 h 45"/>
                <a:gd name="T14" fmla="*/ 16 w 24"/>
                <a:gd name="T15" fmla="*/ 36 h 45"/>
                <a:gd name="T16" fmla="*/ 10 w 24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5">
                  <a:moveTo>
                    <a:pt x="10" y="3"/>
                  </a:moveTo>
                  <a:cubicBezTo>
                    <a:pt x="10" y="3"/>
                    <a:pt x="6" y="0"/>
                    <a:pt x="6" y="12"/>
                  </a:cubicBezTo>
                  <a:cubicBezTo>
                    <a:pt x="6" y="24"/>
                    <a:pt x="8" y="37"/>
                    <a:pt x="8" y="37"/>
                  </a:cubicBezTo>
                  <a:cubicBezTo>
                    <a:pt x="8" y="37"/>
                    <a:pt x="0" y="33"/>
                    <a:pt x="3" y="39"/>
                  </a:cubicBezTo>
                  <a:cubicBezTo>
                    <a:pt x="4" y="42"/>
                    <a:pt x="8" y="44"/>
                    <a:pt x="11" y="45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4" y="36"/>
                    <a:pt x="22" y="34"/>
                  </a:cubicBezTo>
                  <a:cubicBezTo>
                    <a:pt x="22" y="34"/>
                    <a:pt x="18" y="36"/>
                    <a:pt x="16" y="36"/>
                  </a:cubicBezTo>
                  <a:cubicBezTo>
                    <a:pt x="16" y="36"/>
                    <a:pt x="15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0" name="Freeform 83">
              <a:extLst>
                <a:ext uri="{FF2B5EF4-FFF2-40B4-BE49-F238E27FC236}">
                  <a16:creationId xmlns:a16="http://schemas.microsoft.com/office/drawing/2014/main" id="{2001BF67-6B22-48CC-B2FB-E0DCC4AAF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1375" y="4125913"/>
              <a:ext cx="104775" cy="55563"/>
            </a:xfrm>
            <a:custGeom>
              <a:avLst/>
              <a:gdLst>
                <a:gd name="T0" fmla="*/ 0 w 28"/>
                <a:gd name="T1" fmla="*/ 4 h 15"/>
                <a:gd name="T2" fmla="*/ 28 w 28"/>
                <a:gd name="T3" fmla="*/ 15 h 15"/>
                <a:gd name="T4" fmla="*/ 0 w 28"/>
                <a:gd name="T5" fmla="*/ 11 h 15"/>
                <a:gd name="T6" fmla="*/ 0 w 28"/>
                <a:gd name="T7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0" y="4"/>
                  </a:moveTo>
                  <a:cubicBezTo>
                    <a:pt x="0" y="4"/>
                    <a:pt x="21" y="0"/>
                    <a:pt x="28" y="15"/>
                  </a:cubicBezTo>
                  <a:cubicBezTo>
                    <a:pt x="28" y="15"/>
                    <a:pt x="4" y="8"/>
                    <a:pt x="0" y="11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1" name="Freeform 84">
              <a:extLst>
                <a:ext uri="{FF2B5EF4-FFF2-40B4-BE49-F238E27FC236}">
                  <a16:creationId xmlns:a16="http://schemas.microsoft.com/office/drawing/2014/main" id="{C4F1976F-ABDE-46F7-8938-2507160C4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938" y="4125913"/>
              <a:ext cx="104775" cy="55563"/>
            </a:xfrm>
            <a:custGeom>
              <a:avLst/>
              <a:gdLst>
                <a:gd name="T0" fmla="*/ 28 w 28"/>
                <a:gd name="T1" fmla="*/ 6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6"/>
                  </a:moveTo>
                  <a:cubicBezTo>
                    <a:pt x="28" y="6"/>
                    <a:pt x="8" y="0"/>
                    <a:pt x="0" y="15"/>
                  </a:cubicBezTo>
                  <a:cubicBezTo>
                    <a:pt x="0" y="15"/>
                    <a:pt x="24" y="9"/>
                    <a:pt x="28" y="13"/>
                  </a:cubicBezTo>
                  <a:lnTo>
                    <a:pt x="28" y="6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2" name="Freeform 85">
              <a:extLst>
                <a:ext uri="{FF2B5EF4-FFF2-40B4-BE49-F238E27FC236}">
                  <a16:creationId xmlns:a16="http://schemas.microsoft.com/office/drawing/2014/main" id="{711B305E-9075-4113-A516-E0AF1A52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1988" y="4192588"/>
              <a:ext cx="93663" cy="82550"/>
            </a:xfrm>
            <a:custGeom>
              <a:avLst/>
              <a:gdLst>
                <a:gd name="T0" fmla="*/ 0 w 25"/>
                <a:gd name="T1" fmla="*/ 12 h 22"/>
                <a:gd name="T2" fmla="*/ 13 w 25"/>
                <a:gd name="T3" fmla="*/ 22 h 22"/>
                <a:gd name="T4" fmla="*/ 24 w 25"/>
                <a:gd name="T5" fmla="*/ 10 h 22"/>
                <a:gd name="T6" fmla="*/ 12 w 25"/>
                <a:gd name="T7" fmla="*/ 0 h 22"/>
                <a:gd name="T8" fmla="*/ 0 w 25"/>
                <a:gd name="T9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2">
                  <a:moveTo>
                    <a:pt x="0" y="12"/>
                  </a:moveTo>
                  <a:cubicBezTo>
                    <a:pt x="1" y="18"/>
                    <a:pt x="6" y="22"/>
                    <a:pt x="13" y="22"/>
                  </a:cubicBezTo>
                  <a:cubicBezTo>
                    <a:pt x="20" y="21"/>
                    <a:pt x="25" y="16"/>
                    <a:pt x="24" y="10"/>
                  </a:cubicBezTo>
                  <a:cubicBezTo>
                    <a:pt x="24" y="4"/>
                    <a:pt x="18" y="0"/>
                    <a:pt x="12" y="0"/>
                  </a:cubicBezTo>
                  <a:cubicBezTo>
                    <a:pt x="5" y="1"/>
                    <a:pt x="0" y="6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3" name="Freeform 86">
              <a:extLst>
                <a:ext uri="{FF2B5EF4-FFF2-40B4-BE49-F238E27FC236}">
                  <a16:creationId xmlns:a16="http://schemas.microsoft.com/office/drawing/2014/main" id="{D0CD3871-E254-44A0-BFCA-1643BAFED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0" y="4197351"/>
              <a:ext cx="60325" cy="74613"/>
            </a:xfrm>
            <a:custGeom>
              <a:avLst/>
              <a:gdLst>
                <a:gd name="T0" fmla="*/ 15 w 16"/>
                <a:gd name="T1" fmla="*/ 9 h 20"/>
                <a:gd name="T2" fmla="*/ 8 w 16"/>
                <a:gd name="T3" fmla="*/ 19 h 20"/>
                <a:gd name="T4" fmla="*/ 0 w 16"/>
                <a:gd name="T5" fmla="*/ 10 h 20"/>
                <a:gd name="T6" fmla="*/ 7 w 16"/>
                <a:gd name="T7" fmla="*/ 0 h 20"/>
                <a:gd name="T8" fmla="*/ 15 w 16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5" y="9"/>
                  </a:moveTo>
                  <a:cubicBezTo>
                    <a:pt x="16" y="14"/>
                    <a:pt x="13" y="19"/>
                    <a:pt x="8" y="19"/>
                  </a:cubicBezTo>
                  <a:cubicBezTo>
                    <a:pt x="4" y="20"/>
                    <a:pt x="1" y="15"/>
                    <a:pt x="0" y="10"/>
                  </a:cubicBezTo>
                  <a:cubicBezTo>
                    <a:pt x="0" y="5"/>
                    <a:pt x="3" y="0"/>
                    <a:pt x="7" y="0"/>
                  </a:cubicBezTo>
                  <a:cubicBezTo>
                    <a:pt x="11" y="0"/>
                    <a:pt x="15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4" name="Freeform 87">
              <a:extLst>
                <a:ext uri="{FF2B5EF4-FFF2-40B4-BE49-F238E27FC236}">
                  <a16:creationId xmlns:a16="http://schemas.microsoft.com/office/drawing/2014/main" id="{AE8E3869-0AA6-4702-8839-45D52813A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7388" y="4208463"/>
              <a:ext cx="41275" cy="52388"/>
            </a:xfrm>
            <a:custGeom>
              <a:avLst/>
              <a:gdLst>
                <a:gd name="T0" fmla="*/ 11 w 11"/>
                <a:gd name="T1" fmla="*/ 6 h 14"/>
                <a:gd name="T2" fmla="*/ 6 w 11"/>
                <a:gd name="T3" fmla="*/ 14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6"/>
                  </a:moveTo>
                  <a:cubicBezTo>
                    <a:pt x="11" y="10"/>
                    <a:pt x="9" y="13"/>
                    <a:pt x="6" y="14"/>
                  </a:cubicBezTo>
                  <a:cubicBezTo>
                    <a:pt x="3" y="14"/>
                    <a:pt x="1" y="11"/>
                    <a:pt x="0" y="7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5" name="Freeform 88">
              <a:extLst>
                <a:ext uri="{FF2B5EF4-FFF2-40B4-BE49-F238E27FC236}">
                  <a16:creationId xmlns:a16="http://schemas.microsoft.com/office/drawing/2014/main" id="{DB0681E9-8C2C-4365-BC7D-D8107CA61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4200526"/>
              <a:ext cx="22225" cy="15875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1 w 6"/>
                <a:gd name="T5" fmla="*/ 2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4"/>
                    <a:pt x="3" y="4"/>
                  </a:cubicBezTo>
                  <a:cubicBezTo>
                    <a:pt x="2" y="4"/>
                    <a:pt x="1" y="3"/>
                    <a:pt x="1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6" name="Freeform 89">
              <a:extLst>
                <a:ext uri="{FF2B5EF4-FFF2-40B4-BE49-F238E27FC236}">
                  <a16:creationId xmlns:a16="http://schemas.microsoft.com/office/drawing/2014/main" id="{4886A1AD-FF7D-489C-AD69-267990CD3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1375" y="4186238"/>
              <a:ext cx="93663" cy="85725"/>
            </a:xfrm>
            <a:custGeom>
              <a:avLst/>
              <a:gdLst>
                <a:gd name="T0" fmla="*/ 0 w 25"/>
                <a:gd name="T1" fmla="*/ 13 h 23"/>
                <a:gd name="T2" fmla="*/ 13 w 25"/>
                <a:gd name="T3" fmla="*/ 23 h 23"/>
                <a:gd name="T4" fmla="*/ 24 w 25"/>
                <a:gd name="T5" fmla="*/ 11 h 23"/>
                <a:gd name="T6" fmla="*/ 11 w 25"/>
                <a:gd name="T7" fmla="*/ 1 h 23"/>
                <a:gd name="T8" fmla="*/ 0 w 25"/>
                <a:gd name="T9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0" y="13"/>
                  </a:moveTo>
                  <a:cubicBezTo>
                    <a:pt x="1" y="19"/>
                    <a:pt x="6" y="23"/>
                    <a:pt x="13" y="23"/>
                  </a:cubicBezTo>
                  <a:cubicBezTo>
                    <a:pt x="19" y="22"/>
                    <a:pt x="25" y="17"/>
                    <a:pt x="24" y="11"/>
                  </a:cubicBezTo>
                  <a:cubicBezTo>
                    <a:pt x="24" y="5"/>
                    <a:pt x="18" y="0"/>
                    <a:pt x="11" y="1"/>
                  </a:cubicBezTo>
                  <a:cubicBezTo>
                    <a:pt x="5" y="1"/>
                    <a:pt x="0" y="6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7" name="Freeform 90">
              <a:extLst>
                <a:ext uri="{FF2B5EF4-FFF2-40B4-BE49-F238E27FC236}">
                  <a16:creationId xmlns:a16="http://schemas.microsoft.com/office/drawing/2014/main" id="{ABCAE34E-4923-4837-878B-231870212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2488" y="4192588"/>
              <a:ext cx="60325" cy="71438"/>
            </a:xfrm>
            <a:custGeom>
              <a:avLst/>
              <a:gdLst>
                <a:gd name="T0" fmla="*/ 15 w 16"/>
                <a:gd name="T1" fmla="*/ 9 h 19"/>
                <a:gd name="T2" fmla="*/ 9 w 16"/>
                <a:gd name="T3" fmla="*/ 19 h 19"/>
                <a:gd name="T4" fmla="*/ 0 w 16"/>
                <a:gd name="T5" fmla="*/ 10 h 19"/>
                <a:gd name="T6" fmla="*/ 7 w 16"/>
                <a:gd name="T7" fmla="*/ 0 h 19"/>
                <a:gd name="T8" fmla="*/ 15 w 16"/>
                <a:gd name="T9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9">
                  <a:moveTo>
                    <a:pt x="15" y="9"/>
                  </a:moveTo>
                  <a:cubicBezTo>
                    <a:pt x="16" y="14"/>
                    <a:pt x="13" y="19"/>
                    <a:pt x="9" y="19"/>
                  </a:cubicBezTo>
                  <a:cubicBezTo>
                    <a:pt x="4" y="19"/>
                    <a:pt x="1" y="15"/>
                    <a:pt x="0" y="10"/>
                  </a:cubicBezTo>
                  <a:cubicBezTo>
                    <a:pt x="0" y="5"/>
                    <a:pt x="3" y="0"/>
                    <a:pt x="7" y="0"/>
                  </a:cubicBezTo>
                  <a:cubicBezTo>
                    <a:pt x="11" y="0"/>
                    <a:pt x="15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8" name="Freeform 91">
              <a:extLst>
                <a:ext uri="{FF2B5EF4-FFF2-40B4-BE49-F238E27FC236}">
                  <a16:creationId xmlns:a16="http://schemas.microsoft.com/office/drawing/2014/main" id="{D0470477-8718-4AC4-A3C1-C8B78CBCA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0425" y="4200526"/>
              <a:ext cx="44450" cy="52388"/>
            </a:xfrm>
            <a:custGeom>
              <a:avLst/>
              <a:gdLst>
                <a:gd name="T0" fmla="*/ 11 w 12"/>
                <a:gd name="T1" fmla="*/ 7 h 14"/>
                <a:gd name="T2" fmla="*/ 6 w 12"/>
                <a:gd name="T3" fmla="*/ 14 h 14"/>
                <a:gd name="T4" fmla="*/ 1 w 12"/>
                <a:gd name="T5" fmla="*/ 8 h 14"/>
                <a:gd name="T6" fmla="*/ 6 w 12"/>
                <a:gd name="T7" fmla="*/ 1 h 14"/>
                <a:gd name="T8" fmla="*/ 11 w 12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1" y="7"/>
                  </a:moveTo>
                  <a:cubicBezTo>
                    <a:pt x="12" y="11"/>
                    <a:pt x="9" y="14"/>
                    <a:pt x="6" y="14"/>
                  </a:cubicBezTo>
                  <a:cubicBezTo>
                    <a:pt x="3" y="14"/>
                    <a:pt x="1" y="12"/>
                    <a:pt x="1" y="8"/>
                  </a:cubicBezTo>
                  <a:cubicBezTo>
                    <a:pt x="0" y="4"/>
                    <a:pt x="3" y="1"/>
                    <a:pt x="6" y="1"/>
                  </a:cubicBezTo>
                  <a:cubicBezTo>
                    <a:pt x="8" y="0"/>
                    <a:pt x="11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9" name="Freeform 92">
              <a:extLst>
                <a:ext uri="{FF2B5EF4-FFF2-40B4-BE49-F238E27FC236}">
                  <a16:creationId xmlns:a16="http://schemas.microsoft.com/office/drawing/2014/main" id="{04C70A96-C0BE-4251-876C-1E2410A67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2650" y="4197351"/>
              <a:ext cx="19050" cy="14288"/>
            </a:xfrm>
            <a:custGeom>
              <a:avLst/>
              <a:gdLst>
                <a:gd name="T0" fmla="*/ 5 w 5"/>
                <a:gd name="T1" fmla="*/ 2 h 4"/>
                <a:gd name="T2" fmla="*/ 3 w 5"/>
                <a:gd name="T3" fmla="*/ 4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0" name="Freeform 93">
              <a:extLst>
                <a:ext uri="{FF2B5EF4-FFF2-40B4-BE49-F238E27FC236}">
                  <a16:creationId xmlns:a16="http://schemas.microsoft.com/office/drawing/2014/main" id="{F79DFBC8-0E57-4A0F-ADEA-0ED1DCFF8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8500" y="4332288"/>
              <a:ext cx="195263" cy="123825"/>
            </a:xfrm>
            <a:custGeom>
              <a:avLst/>
              <a:gdLst>
                <a:gd name="T0" fmla="*/ 52 w 52"/>
                <a:gd name="T1" fmla="*/ 2 h 33"/>
                <a:gd name="T2" fmla="*/ 47 w 52"/>
                <a:gd name="T3" fmla="*/ 14 h 33"/>
                <a:gd name="T4" fmla="*/ 41 w 52"/>
                <a:gd name="T5" fmla="*/ 23 h 33"/>
                <a:gd name="T6" fmla="*/ 15 w 52"/>
                <a:gd name="T7" fmla="*/ 23 h 33"/>
                <a:gd name="T8" fmla="*/ 4 w 52"/>
                <a:gd name="T9" fmla="*/ 9 h 33"/>
                <a:gd name="T10" fmla="*/ 0 w 52"/>
                <a:gd name="T11" fmla="*/ 0 h 33"/>
                <a:gd name="T12" fmla="*/ 52 w 52"/>
                <a:gd name="T13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3">
                  <a:moveTo>
                    <a:pt x="52" y="2"/>
                  </a:moveTo>
                  <a:cubicBezTo>
                    <a:pt x="52" y="2"/>
                    <a:pt x="50" y="8"/>
                    <a:pt x="47" y="14"/>
                  </a:cubicBezTo>
                  <a:cubicBezTo>
                    <a:pt x="45" y="17"/>
                    <a:pt x="43" y="20"/>
                    <a:pt x="41" y="23"/>
                  </a:cubicBezTo>
                  <a:cubicBezTo>
                    <a:pt x="35" y="29"/>
                    <a:pt x="26" y="33"/>
                    <a:pt x="15" y="23"/>
                  </a:cubicBezTo>
                  <a:cubicBezTo>
                    <a:pt x="12" y="20"/>
                    <a:pt x="8" y="15"/>
                    <a:pt x="4" y="9"/>
                  </a:cubicBezTo>
                  <a:cubicBezTo>
                    <a:pt x="3" y="6"/>
                    <a:pt x="1" y="3"/>
                    <a:pt x="0" y="0"/>
                  </a:cubicBezTo>
                  <a:cubicBezTo>
                    <a:pt x="0" y="0"/>
                    <a:pt x="45" y="8"/>
                    <a:pt x="52" y="2"/>
                  </a:cubicBezTo>
                  <a:close/>
                </a:path>
              </a:pathLst>
            </a:custGeom>
            <a:solidFill>
              <a:srgbClr val="712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1" name="Freeform 94">
              <a:extLst>
                <a:ext uri="{FF2B5EF4-FFF2-40B4-BE49-F238E27FC236}">
                  <a16:creationId xmlns:a16="http://schemas.microsoft.com/office/drawing/2014/main" id="{B36D581B-A67F-4653-84A3-8E24E331A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8500" y="4332288"/>
              <a:ext cx="195263" cy="71438"/>
            </a:xfrm>
            <a:custGeom>
              <a:avLst/>
              <a:gdLst>
                <a:gd name="T0" fmla="*/ 52 w 52"/>
                <a:gd name="T1" fmla="*/ 2 h 19"/>
                <a:gd name="T2" fmla="*/ 47 w 52"/>
                <a:gd name="T3" fmla="*/ 14 h 19"/>
                <a:gd name="T4" fmla="*/ 4 w 52"/>
                <a:gd name="T5" fmla="*/ 9 h 19"/>
                <a:gd name="T6" fmla="*/ 0 w 52"/>
                <a:gd name="T7" fmla="*/ 0 h 19"/>
                <a:gd name="T8" fmla="*/ 52 w 52"/>
                <a:gd name="T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9">
                  <a:moveTo>
                    <a:pt x="52" y="2"/>
                  </a:moveTo>
                  <a:cubicBezTo>
                    <a:pt x="52" y="2"/>
                    <a:pt x="50" y="8"/>
                    <a:pt x="47" y="14"/>
                  </a:cubicBezTo>
                  <a:cubicBezTo>
                    <a:pt x="33" y="19"/>
                    <a:pt x="15" y="13"/>
                    <a:pt x="4" y="9"/>
                  </a:cubicBezTo>
                  <a:cubicBezTo>
                    <a:pt x="3" y="6"/>
                    <a:pt x="1" y="3"/>
                    <a:pt x="0" y="0"/>
                  </a:cubicBezTo>
                  <a:cubicBezTo>
                    <a:pt x="0" y="0"/>
                    <a:pt x="45" y="8"/>
                    <a:pt x="5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2" name="Freeform 95">
              <a:extLst>
                <a:ext uri="{FF2B5EF4-FFF2-40B4-BE49-F238E27FC236}">
                  <a16:creationId xmlns:a16="http://schemas.microsoft.com/office/drawing/2014/main" id="{AB11987F-0E99-4685-811C-F9951AAC2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650" y="4395788"/>
              <a:ext cx="96838" cy="60325"/>
            </a:xfrm>
            <a:custGeom>
              <a:avLst/>
              <a:gdLst>
                <a:gd name="T0" fmla="*/ 26 w 26"/>
                <a:gd name="T1" fmla="*/ 6 h 16"/>
                <a:gd name="T2" fmla="*/ 0 w 26"/>
                <a:gd name="T3" fmla="*/ 6 h 16"/>
                <a:gd name="T4" fmla="*/ 26 w 26"/>
                <a:gd name="T5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6">
                  <a:moveTo>
                    <a:pt x="26" y="6"/>
                  </a:moveTo>
                  <a:cubicBezTo>
                    <a:pt x="20" y="12"/>
                    <a:pt x="11" y="16"/>
                    <a:pt x="0" y="6"/>
                  </a:cubicBezTo>
                  <a:cubicBezTo>
                    <a:pt x="6" y="4"/>
                    <a:pt x="15" y="0"/>
                    <a:pt x="26" y="6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3" name="Freeform 96">
              <a:extLst>
                <a:ext uri="{FF2B5EF4-FFF2-40B4-BE49-F238E27FC236}">
                  <a16:creationId xmlns:a16="http://schemas.microsoft.com/office/drawing/2014/main" id="{D8BF4915-F1F1-4275-8CB4-8CB1CE8D1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7063" y="3900488"/>
              <a:ext cx="406400" cy="236538"/>
            </a:xfrm>
            <a:custGeom>
              <a:avLst/>
              <a:gdLst>
                <a:gd name="T0" fmla="*/ 107 w 108"/>
                <a:gd name="T1" fmla="*/ 23 h 63"/>
                <a:gd name="T2" fmla="*/ 95 w 108"/>
                <a:gd name="T3" fmla="*/ 32 h 63"/>
                <a:gd name="T4" fmla="*/ 102 w 108"/>
                <a:gd name="T5" fmla="*/ 16 h 63"/>
                <a:gd name="T6" fmla="*/ 101 w 108"/>
                <a:gd name="T7" fmla="*/ 16 h 63"/>
                <a:gd name="T8" fmla="*/ 99 w 108"/>
                <a:gd name="T9" fmla="*/ 17 h 63"/>
                <a:gd name="T10" fmla="*/ 86 w 108"/>
                <a:gd name="T11" fmla="*/ 19 h 63"/>
                <a:gd name="T12" fmla="*/ 65 w 108"/>
                <a:gd name="T13" fmla="*/ 7 h 63"/>
                <a:gd name="T14" fmla="*/ 41 w 108"/>
                <a:gd name="T15" fmla="*/ 0 h 63"/>
                <a:gd name="T16" fmla="*/ 27 w 108"/>
                <a:gd name="T17" fmla="*/ 3 h 63"/>
                <a:gd name="T18" fmla="*/ 1 w 108"/>
                <a:gd name="T19" fmla="*/ 27 h 63"/>
                <a:gd name="T20" fmla="*/ 0 w 108"/>
                <a:gd name="T21" fmla="*/ 32 h 63"/>
                <a:gd name="T22" fmla="*/ 1 w 108"/>
                <a:gd name="T23" fmla="*/ 37 h 63"/>
                <a:gd name="T24" fmla="*/ 1 w 108"/>
                <a:gd name="T25" fmla="*/ 38 h 63"/>
                <a:gd name="T26" fmla="*/ 2 w 108"/>
                <a:gd name="T27" fmla="*/ 37 h 63"/>
                <a:gd name="T28" fmla="*/ 2 w 108"/>
                <a:gd name="T29" fmla="*/ 37 h 63"/>
                <a:gd name="T30" fmla="*/ 18 w 108"/>
                <a:gd name="T31" fmla="*/ 51 h 63"/>
                <a:gd name="T32" fmla="*/ 61 w 108"/>
                <a:gd name="T33" fmla="*/ 59 h 63"/>
                <a:gd name="T34" fmla="*/ 104 w 108"/>
                <a:gd name="T35" fmla="*/ 30 h 63"/>
                <a:gd name="T36" fmla="*/ 108 w 108"/>
                <a:gd name="T37" fmla="*/ 24 h 63"/>
                <a:gd name="T38" fmla="*/ 107 w 108"/>
                <a:gd name="T39" fmla="*/ 2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8" h="63">
                  <a:moveTo>
                    <a:pt x="107" y="23"/>
                  </a:moveTo>
                  <a:cubicBezTo>
                    <a:pt x="104" y="27"/>
                    <a:pt x="100" y="31"/>
                    <a:pt x="95" y="32"/>
                  </a:cubicBezTo>
                  <a:cubicBezTo>
                    <a:pt x="99" y="28"/>
                    <a:pt x="103" y="22"/>
                    <a:pt x="102" y="16"/>
                  </a:cubicBezTo>
                  <a:cubicBezTo>
                    <a:pt x="102" y="16"/>
                    <a:pt x="102" y="16"/>
                    <a:pt x="101" y="16"/>
                  </a:cubicBezTo>
                  <a:cubicBezTo>
                    <a:pt x="101" y="16"/>
                    <a:pt x="100" y="17"/>
                    <a:pt x="99" y="17"/>
                  </a:cubicBezTo>
                  <a:cubicBezTo>
                    <a:pt x="96" y="21"/>
                    <a:pt x="90" y="21"/>
                    <a:pt x="86" y="19"/>
                  </a:cubicBezTo>
                  <a:cubicBezTo>
                    <a:pt x="78" y="16"/>
                    <a:pt x="72" y="11"/>
                    <a:pt x="65" y="7"/>
                  </a:cubicBezTo>
                  <a:cubicBezTo>
                    <a:pt x="58" y="3"/>
                    <a:pt x="49" y="0"/>
                    <a:pt x="41" y="0"/>
                  </a:cubicBezTo>
                  <a:cubicBezTo>
                    <a:pt x="36" y="1"/>
                    <a:pt x="32" y="2"/>
                    <a:pt x="27" y="3"/>
                  </a:cubicBezTo>
                  <a:cubicBezTo>
                    <a:pt x="16" y="7"/>
                    <a:pt x="4" y="15"/>
                    <a:pt x="1" y="27"/>
                  </a:cubicBezTo>
                  <a:cubicBezTo>
                    <a:pt x="0" y="28"/>
                    <a:pt x="0" y="30"/>
                    <a:pt x="0" y="32"/>
                  </a:cubicBezTo>
                  <a:cubicBezTo>
                    <a:pt x="0" y="33"/>
                    <a:pt x="1" y="36"/>
                    <a:pt x="1" y="37"/>
                  </a:cubicBezTo>
                  <a:cubicBezTo>
                    <a:pt x="0" y="37"/>
                    <a:pt x="1" y="38"/>
                    <a:pt x="1" y="38"/>
                  </a:cubicBezTo>
                  <a:cubicBezTo>
                    <a:pt x="1" y="38"/>
                    <a:pt x="1" y="37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7" y="33"/>
                    <a:pt x="15" y="49"/>
                    <a:pt x="18" y="51"/>
                  </a:cubicBezTo>
                  <a:cubicBezTo>
                    <a:pt x="30" y="61"/>
                    <a:pt x="47" y="63"/>
                    <a:pt x="61" y="59"/>
                  </a:cubicBezTo>
                  <a:cubicBezTo>
                    <a:pt x="77" y="55"/>
                    <a:pt x="94" y="44"/>
                    <a:pt x="104" y="30"/>
                  </a:cubicBezTo>
                  <a:cubicBezTo>
                    <a:pt x="105" y="28"/>
                    <a:pt x="106" y="26"/>
                    <a:pt x="108" y="24"/>
                  </a:cubicBezTo>
                  <a:cubicBezTo>
                    <a:pt x="108" y="23"/>
                    <a:pt x="107" y="23"/>
                    <a:pt x="107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4" name="Freeform 97">
              <a:extLst>
                <a:ext uri="{FF2B5EF4-FFF2-40B4-BE49-F238E27FC236}">
                  <a16:creationId xmlns:a16="http://schemas.microsoft.com/office/drawing/2014/main" id="{3A17E8E3-16BD-4015-A0E2-A2CAFCFB1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913" y="4129088"/>
              <a:ext cx="107950" cy="173038"/>
            </a:xfrm>
            <a:custGeom>
              <a:avLst/>
              <a:gdLst>
                <a:gd name="T0" fmla="*/ 4 w 29"/>
                <a:gd name="T1" fmla="*/ 23 h 46"/>
                <a:gd name="T2" fmla="*/ 22 w 29"/>
                <a:gd name="T3" fmla="*/ 18 h 46"/>
                <a:gd name="T4" fmla="*/ 9 w 29"/>
                <a:gd name="T5" fmla="*/ 45 h 46"/>
                <a:gd name="T6" fmla="*/ 4 w 29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4" y="23"/>
                  </a:moveTo>
                  <a:cubicBezTo>
                    <a:pt x="4" y="23"/>
                    <a:pt x="14" y="0"/>
                    <a:pt x="22" y="18"/>
                  </a:cubicBezTo>
                  <a:cubicBezTo>
                    <a:pt x="29" y="32"/>
                    <a:pt x="18" y="46"/>
                    <a:pt x="9" y="45"/>
                  </a:cubicBezTo>
                  <a:cubicBezTo>
                    <a:pt x="0" y="44"/>
                    <a:pt x="4" y="23"/>
                    <a:pt x="4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5" name="Freeform 98">
              <a:extLst>
                <a:ext uri="{FF2B5EF4-FFF2-40B4-BE49-F238E27FC236}">
                  <a16:creationId xmlns:a16="http://schemas.microsoft.com/office/drawing/2014/main" id="{B1B64A51-A9E6-4EC1-ACF1-72170CF46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4088" y="4175126"/>
              <a:ext cx="71438" cy="100013"/>
            </a:xfrm>
            <a:custGeom>
              <a:avLst/>
              <a:gdLst>
                <a:gd name="T0" fmla="*/ 4 w 19"/>
                <a:gd name="T1" fmla="*/ 14 h 27"/>
                <a:gd name="T2" fmla="*/ 15 w 19"/>
                <a:gd name="T3" fmla="*/ 5 h 27"/>
                <a:gd name="T4" fmla="*/ 19 w 19"/>
                <a:gd name="T5" fmla="*/ 17 h 27"/>
                <a:gd name="T6" fmla="*/ 10 w 19"/>
                <a:gd name="T7" fmla="*/ 15 h 27"/>
                <a:gd name="T8" fmla="*/ 6 w 19"/>
                <a:gd name="T9" fmla="*/ 24 h 27"/>
                <a:gd name="T10" fmla="*/ 4 w 19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4" y="14"/>
                  </a:moveTo>
                  <a:cubicBezTo>
                    <a:pt x="4" y="14"/>
                    <a:pt x="11" y="0"/>
                    <a:pt x="15" y="5"/>
                  </a:cubicBezTo>
                  <a:cubicBezTo>
                    <a:pt x="19" y="10"/>
                    <a:pt x="19" y="17"/>
                    <a:pt x="19" y="17"/>
                  </a:cubicBezTo>
                  <a:cubicBezTo>
                    <a:pt x="19" y="17"/>
                    <a:pt x="16" y="10"/>
                    <a:pt x="10" y="15"/>
                  </a:cubicBezTo>
                  <a:cubicBezTo>
                    <a:pt x="10" y="15"/>
                    <a:pt x="18" y="27"/>
                    <a:pt x="6" y="24"/>
                  </a:cubicBezTo>
                  <a:cubicBezTo>
                    <a:pt x="6" y="24"/>
                    <a:pt x="0" y="21"/>
                    <a:pt x="4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6" name="Freeform 99">
              <a:extLst>
                <a:ext uri="{FF2B5EF4-FFF2-40B4-BE49-F238E27FC236}">
                  <a16:creationId xmlns:a16="http://schemas.microsoft.com/office/drawing/2014/main" id="{36039673-71EE-4C86-9642-F865BDCB0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1175" y="4016376"/>
              <a:ext cx="168275" cy="225425"/>
            </a:xfrm>
            <a:custGeom>
              <a:avLst/>
              <a:gdLst>
                <a:gd name="T0" fmla="*/ 43 w 45"/>
                <a:gd name="T1" fmla="*/ 5 h 60"/>
                <a:gd name="T2" fmla="*/ 37 w 45"/>
                <a:gd name="T3" fmla="*/ 32 h 60"/>
                <a:gd name="T4" fmla="*/ 28 w 45"/>
                <a:gd name="T5" fmla="*/ 60 h 60"/>
                <a:gd name="T6" fmla="*/ 32 w 45"/>
                <a:gd name="T7" fmla="*/ 3 h 60"/>
                <a:gd name="T8" fmla="*/ 43 w 45"/>
                <a:gd name="T9" fmla="*/ 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0">
                  <a:moveTo>
                    <a:pt x="43" y="5"/>
                  </a:moveTo>
                  <a:cubicBezTo>
                    <a:pt x="43" y="5"/>
                    <a:pt x="45" y="23"/>
                    <a:pt x="37" y="32"/>
                  </a:cubicBezTo>
                  <a:cubicBezTo>
                    <a:pt x="29" y="41"/>
                    <a:pt x="28" y="60"/>
                    <a:pt x="28" y="60"/>
                  </a:cubicBezTo>
                  <a:cubicBezTo>
                    <a:pt x="28" y="60"/>
                    <a:pt x="0" y="24"/>
                    <a:pt x="32" y="3"/>
                  </a:cubicBezTo>
                  <a:cubicBezTo>
                    <a:pt x="32" y="3"/>
                    <a:pt x="39" y="0"/>
                    <a:pt x="43" y="5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7" name="Freeform 100">
              <a:extLst>
                <a:ext uri="{FF2B5EF4-FFF2-40B4-BE49-F238E27FC236}">
                  <a16:creationId xmlns:a16="http://schemas.microsoft.com/office/drawing/2014/main" id="{32642E24-EDAB-459C-ACF7-3E64A3FF0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525" y="4002088"/>
              <a:ext cx="138113" cy="220663"/>
            </a:xfrm>
            <a:custGeom>
              <a:avLst/>
              <a:gdLst>
                <a:gd name="T0" fmla="*/ 3 w 37"/>
                <a:gd name="T1" fmla="*/ 16 h 59"/>
                <a:gd name="T2" fmla="*/ 18 w 37"/>
                <a:gd name="T3" fmla="*/ 59 h 59"/>
                <a:gd name="T4" fmla="*/ 19 w 37"/>
                <a:gd name="T5" fmla="*/ 8 h 59"/>
                <a:gd name="T6" fmla="*/ 3 w 37"/>
                <a:gd name="T7" fmla="*/ 1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3" y="16"/>
                  </a:moveTo>
                  <a:cubicBezTo>
                    <a:pt x="3" y="16"/>
                    <a:pt x="16" y="34"/>
                    <a:pt x="18" y="59"/>
                  </a:cubicBezTo>
                  <a:cubicBezTo>
                    <a:pt x="18" y="59"/>
                    <a:pt x="37" y="31"/>
                    <a:pt x="19" y="8"/>
                  </a:cubicBezTo>
                  <a:cubicBezTo>
                    <a:pt x="19" y="8"/>
                    <a:pt x="0" y="0"/>
                    <a:pt x="3" y="16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8" name="Freeform 101">
              <a:extLst>
                <a:ext uri="{FF2B5EF4-FFF2-40B4-BE49-F238E27FC236}">
                  <a16:creationId xmlns:a16="http://schemas.microsoft.com/office/drawing/2014/main" id="{CC8A68C7-31A2-40E8-84A0-9F22C1AAD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3" y="4140201"/>
              <a:ext cx="109538" cy="176213"/>
            </a:xfrm>
            <a:custGeom>
              <a:avLst/>
              <a:gdLst>
                <a:gd name="T0" fmla="*/ 25 w 29"/>
                <a:gd name="T1" fmla="*/ 23 h 47"/>
                <a:gd name="T2" fmla="*/ 7 w 29"/>
                <a:gd name="T3" fmla="*/ 18 h 47"/>
                <a:gd name="T4" fmla="*/ 20 w 29"/>
                <a:gd name="T5" fmla="*/ 46 h 47"/>
                <a:gd name="T6" fmla="*/ 25 w 29"/>
                <a:gd name="T7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7">
                  <a:moveTo>
                    <a:pt x="25" y="23"/>
                  </a:moveTo>
                  <a:cubicBezTo>
                    <a:pt x="25" y="23"/>
                    <a:pt x="15" y="0"/>
                    <a:pt x="7" y="18"/>
                  </a:cubicBezTo>
                  <a:cubicBezTo>
                    <a:pt x="0" y="33"/>
                    <a:pt x="11" y="47"/>
                    <a:pt x="20" y="46"/>
                  </a:cubicBezTo>
                  <a:cubicBezTo>
                    <a:pt x="29" y="45"/>
                    <a:pt x="25" y="23"/>
                    <a:pt x="25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9" name="Freeform 102">
              <a:extLst>
                <a:ext uri="{FF2B5EF4-FFF2-40B4-BE49-F238E27FC236}">
                  <a16:creationId xmlns:a16="http://schemas.microsoft.com/office/drawing/2014/main" id="{34D35331-DC29-4E3D-AB93-4100464C0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0388" y="4186238"/>
              <a:ext cx="66675" cy="101600"/>
            </a:xfrm>
            <a:custGeom>
              <a:avLst/>
              <a:gdLst>
                <a:gd name="T0" fmla="*/ 15 w 18"/>
                <a:gd name="T1" fmla="*/ 15 h 27"/>
                <a:gd name="T2" fmla="*/ 4 w 18"/>
                <a:gd name="T3" fmla="*/ 5 h 27"/>
                <a:gd name="T4" fmla="*/ 0 w 18"/>
                <a:gd name="T5" fmla="*/ 18 h 27"/>
                <a:gd name="T6" fmla="*/ 8 w 18"/>
                <a:gd name="T7" fmla="*/ 15 h 27"/>
                <a:gd name="T8" fmla="*/ 13 w 18"/>
                <a:gd name="T9" fmla="*/ 25 h 27"/>
                <a:gd name="T10" fmla="*/ 15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5" y="15"/>
                  </a:moveTo>
                  <a:cubicBezTo>
                    <a:pt x="15" y="15"/>
                    <a:pt x="8" y="0"/>
                    <a:pt x="4" y="5"/>
                  </a:cubicBezTo>
                  <a:cubicBezTo>
                    <a:pt x="0" y="11"/>
                    <a:pt x="0" y="18"/>
                    <a:pt x="0" y="18"/>
                  </a:cubicBezTo>
                  <a:cubicBezTo>
                    <a:pt x="0" y="18"/>
                    <a:pt x="3" y="10"/>
                    <a:pt x="8" y="15"/>
                  </a:cubicBezTo>
                  <a:cubicBezTo>
                    <a:pt x="8" y="15"/>
                    <a:pt x="1" y="27"/>
                    <a:pt x="13" y="25"/>
                  </a:cubicBezTo>
                  <a:cubicBezTo>
                    <a:pt x="13" y="25"/>
                    <a:pt x="18" y="21"/>
                    <a:pt x="15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2" name="Freeform 105">
              <a:extLst>
                <a:ext uri="{FF2B5EF4-FFF2-40B4-BE49-F238E27FC236}">
                  <a16:creationId xmlns:a16="http://schemas.microsoft.com/office/drawing/2014/main" id="{3FCD5273-AC66-4A2E-8747-658C66961B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2775" y="4156076"/>
              <a:ext cx="371475" cy="146050"/>
            </a:xfrm>
            <a:custGeom>
              <a:avLst/>
              <a:gdLst>
                <a:gd name="T0" fmla="*/ 95 w 99"/>
                <a:gd name="T1" fmla="*/ 26 h 39"/>
                <a:gd name="T2" fmla="*/ 98 w 99"/>
                <a:gd name="T3" fmla="*/ 9 h 39"/>
                <a:gd name="T4" fmla="*/ 98 w 99"/>
                <a:gd name="T5" fmla="*/ 8 h 39"/>
                <a:gd name="T6" fmla="*/ 97 w 99"/>
                <a:gd name="T7" fmla="*/ 7 h 39"/>
                <a:gd name="T8" fmla="*/ 60 w 99"/>
                <a:gd name="T9" fmla="*/ 9 h 39"/>
                <a:gd name="T10" fmla="*/ 54 w 99"/>
                <a:gd name="T11" fmla="*/ 12 h 39"/>
                <a:gd name="T12" fmla="*/ 54 w 99"/>
                <a:gd name="T13" fmla="*/ 11 h 39"/>
                <a:gd name="T14" fmla="*/ 47 w 99"/>
                <a:gd name="T15" fmla="*/ 12 h 39"/>
                <a:gd name="T16" fmla="*/ 47 w 99"/>
                <a:gd name="T17" fmla="*/ 11 h 39"/>
                <a:gd name="T18" fmla="*/ 46 w 99"/>
                <a:gd name="T19" fmla="*/ 11 h 39"/>
                <a:gd name="T20" fmla="*/ 40 w 99"/>
                <a:gd name="T21" fmla="*/ 8 h 39"/>
                <a:gd name="T22" fmla="*/ 2 w 99"/>
                <a:gd name="T23" fmla="*/ 9 h 39"/>
                <a:gd name="T24" fmla="*/ 2 w 99"/>
                <a:gd name="T25" fmla="*/ 9 h 39"/>
                <a:gd name="T26" fmla="*/ 1 w 99"/>
                <a:gd name="T27" fmla="*/ 10 h 39"/>
                <a:gd name="T28" fmla="*/ 5 w 99"/>
                <a:gd name="T29" fmla="*/ 28 h 39"/>
                <a:gd name="T30" fmla="*/ 15 w 99"/>
                <a:gd name="T31" fmla="*/ 37 h 39"/>
                <a:gd name="T32" fmla="*/ 27 w 99"/>
                <a:gd name="T33" fmla="*/ 39 h 39"/>
                <a:gd name="T34" fmla="*/ 44 w 99"/>
                <a:gd name="T35" fmla="*/ 26 h 39"/>
                <a:gd name="T36" fmla="*/ 45 w 99"/>
                <a:gd name="T37" fmla="*/ 25 h 39"/>
                <a:gd name="T38" fmla="*/ 47 w 99"/>
                <a:gd name="T39" fmla="*/ 18 h 39"/>
                <a:gd name="T40" fmla="*/ 53 w 99"/>
                <a:gd name="T41" fmla="*/ 18 h 39"/>
                <a:gd name="T42" fmla="*/ 55 w 99"/>
                <a:gd name="T43" fmla="*/ 26 h 39"/>
                <a:gd name="T44" fmla="*/ 56 w 99"/>
                <a:gd name="T45" fmla="*/ 27 h 39"/>
                <a:gd name="T46" fmla="*/ 74 w 99"/>
                <a:gd name="T47" fmla="*/ 38 h 39"/>
                <a:gd name="T48" fmla="*/ 86 w 99"/>
                <a:gd name="T49" fmla="*/ 36 h 39"/>
                <a:gd name="T50" fmla="*/ 95 w 99"/>
                <a:gd name="T51" fmla="*/ 26 h 39"/>
                <a:gd name="T52" fmla="*/ 26 w 99"/>
                <a:gd name="T53" fmla="*/ 35 h 39"/>
                <a:gd name="T54" fmla="*/ 16 w 99"/>
                <a:gd name="T55" fmla="*/ 33 h 39"/>
                <a:gd name="T56" fmla="*/ 9 w 99"/>
                <a:gd name="T57" fmla="*/ 26 h 39"/>
                <a:gd name="T58" fmla="*/ 5 w 99"/>
                <a:gd name="T59" fmla="*/ 12 h 39"/>
                <a:gd name="T60" fmla="*/ 38 w 99"/>
                <a:gd name="T61" fmla="*/ 12 h 39"/>
                <a:gd name="T62" fmla="*/ 43 w 99"/>
                <a:gd name="T63" fmla="*/ 14 h 39"/>
                <a:gd name="T64" fmla="*/ 41 w 99"/>
                <a:gd name="T65" fmla="*/ 24 h 39"/>
                <a:gd name="T66" fmla="*/ 41 w 99"/>
                <a:gd name="T67" fmla="*/ 25 h 39"/>
                <a:gd name="T68" fmla="*/ 26 w 99"/>
                <a:gd name="T69" fmla="*/ 35 h 39"/>
                <a:gd name="T70" fmla="*/ 84 w 99"/>
                <a:gd name="T71" fmla="*/ 32 h 39"/>
                <a:gd name="T72" fmla="*/ 74 w 99"/>
                <a:gd name="T73" fmla="*/ 34 h 39"/>
                <a:gd name="T74" fmla="*/ 60 w 99"/>
                <a:gd name="T75" fmla="*/ 25 h 39"/>
                <a:gd name="T76" fmla="*/ 59 w 99"/>
                <a:gd name="T77" fmla="*/ 25 h 39"/>
                <a:gd name="T78" fmla="*/ 57 w 99"/>
                <a:gd name="T79" fmla="*/ 15 h 39"/>
                <a:gd name="T80" fmla="*/ 61 w 99"/>
                <a:gd name="T81" fmla="*/ 12 h 39"/>
                <a:gd name="T82" fmla="*/ 94 w 99"/>
                <a:gd name="T83" fmla="*/ 11 h 39"/>
                <a:gd name="T84" fmla="*/ 91 w 99"/>
                <a:gd name="T85" fmla="*/ 25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5" y="26"/>
                  </a:moveTo>
                  <a:cubicBezTo>
                    <a:pt x="99" y="14"/>
                    <a:pt x="98" y="9"/>
                    <a:pt x="98" y="9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78" y="0"/>
                    <a:pt x="60" y="9"/>
                  </a:cubicBezTo>
                  <a:cubicBezTo>
                    <a:pt x="58" y="10"/>
                    <a:pt x="56" y="11"/>
                    <a:pt x="54" y="12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4" y="10"/>
                    <a:pt x="42" y="9"/>
                    <a:pt x="40" y="8"/>
                  </a:cubicBezTo>
                  <a:cubicBezTo>
                    <a:pt x="20" y="1"/>
                    <a:pt x="3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0" y="16"/>
                    <a:pt x="5" y="28"/>
                  </a:cubicBezTo>
                  <a:cubicBezTo>
                    <a:pt x="7" y="32"/>
                    <a:pt x="10" y="35"/>
                    <a:pt x="15" y="37"/>
                  </a:cubicBezTo>
                  <a:cubicBezTo>
                    <a:pt x="21" y="39"/>
                    <a:pt x="27" y="39"/>
                    <a:pt x="27" y="39"/>
                  </a:cubicBezTo>
                  <a:cubicBezTo>
                    <a:pt x="40" y="37"/>
                    <a:pt x="43" y="30"/>
                    <a:pt x="44" y="26"/>
                  </a:cubicBezTo>
                  <a:cubicBezTo>
                    <a:pt x="45" y="26"/>
                    <a:pt x="45" y="26"/>
                    <a:pt x="45" y="25"/>
                  </a:cubicBezTo>
                  <a:cubicBezTo>
                    <a:pt x="46" y="22"/>
                    <a:pt x="46" y="20"/>
                    <a:pt x="47" y="18"/>
                  </a:cubicBezTo>
                  <a:cubicBezTo>
                    <a:pt x="48" y="17"/>
                    <a:pt x="50" y="17"/>
                    <a:pt x="53" y="18"/>
                  </a:cubicBezTo>
                  <a:cubicBezTo>
                    <a:pt x="53" y="20"/>
                    <a:pt x="54" y="23"/>
                    <a:pt x="55" y="26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8" y="31"/>
                    <a:pt x="60" y="38"/>
                    <a:pt x="74" y="38"/>
                  </a:cubicBezTo>
                  <a:cubicBezTo>
                    <a:pt x="74" y="38"/>
                    <a:pt x="80" y="38"/>
                    <a:pt x="86" y="36"/>
                  </a:cubicBezTo>
                  <a:cubicBezTo>
                    <a:pt x="91" y="34"/>
                    <a:pt x="94" y="31"/>
                    <a:pt x="95" y="26"/>
                  </a:cubicBezTo>
                  <a:close/>
                  <a:moveTo>
                    <a:pt x="26" y="35"/>
                  </a:moveTo>
                  <a:cubicBezTo>
                    <a:pt x="26" y="35"/>
                    <a:pt x="21" y="35"/>
                    <a:pt x="16" y="33"/>
                  </a:cubicBezTo>
                  <a:cubicBezTo>
                    <a:pt x="13" y="32"/>
                    <a:pt x="10" y="29"/>
                    <a:pt x="9" y="26"/>
                  </a:cubicBezTo>
                  <a:cubicBezTo>
                    <a:pt x="6" y="19"/>
                    <a:pt x="5" y="14"/>
                    <a:pt x="5" y="12"/>
                  </a:cubicBezTo>
                  <a:cubicBezTo>
                    <a:pt x="9" y="11"/>
                    <a:pt x="23" y="6"/>
                    <a:pt x="38" y="12"/>
                  </a:cubicBezTo>
                  <a:cubicBezTo>
                    <a:pt x="40" y="12"/>
                    <a:pt x="41" y="13"/>
                    <a:pt x="43" y="14"/>
                  </a:cubicBezTo>
                  <a:cubicBezTo>
                    <a:pt x="43" y="16"/>
                    <a:pt x="43" y="19"/>
                    <a:pt x="41" y="24"/>
                  </a:cubicBezTo>
                  <a:cubicBezTo>
                    <a:pt x="41" y="24"/>
                    <a:pt x="41" y="24"/>
                    <a:pt x="41" y="25"/>
                  </a:cubicBezTo>
                  <a:cubicBezTo>
                    <a:pt x="39" y="29"/>
                    <a:pt x="38" y="33"/>
                    <a:pt x="26" y="35"/>
                  </a:cubicBezTo>
                  <a:close/>
                  <a:moveTo>
                    <a:pt x="84" y="32"/>
                  </a:moveTo>
                  <a:cubicBezTo>
                    <a:pt x="80" y="34"/>
                    <a:pt x="74" y="34"/>
                    <a:pt x="74" y="34"/>
                  </a:cubicBezTo>
                  <a:cubicBezTo>
                    <a:pt x="63" y="34"/>
                    <a:pt x="61" y="29"/>
                    <a:pt x="60" y="25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7" y="20"/>
                    <a:pt x="57" y="16"/>
                    <a:pt x="57" y="15"/>
                  </a:cubicBezTo>
                  <a:cubicBezTo>
                    <a:pt x="58" y="14"/>
                    <a:pt x="60" y="13"/>
                    <a:pt x="61" y="12"/>
                  </a:cubicBezTo>
                  <a:cubicBezTo>
                    <a:pt x="76" y="6"/>
                    <a:pt x="90" y="9"/>
                    <a:pt x="94" y="11"/>
                  </a:cubicBezTo>
                  <a:cubicBezTo>
                    <a:pt x="94" y="12"/>
                    <a:pt x="94" y="17"/>
                    <a:pt x="91" y="25"/>
                  </a:cubicBezTo>
                  <a:cubicBezTo>
                    <a:pt x="90" y="28"/>
                    <a:pt x="88" y="31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3" name="Freeform 106">
              <a:extLst>
                <a:ext uri="{FF2B5EF4-FFF2-40B4-BE49-F238E27FC236}">
                  <a16:creationId xmlns:a16="http://schemas.microsoft.com/office/drawing/2014/main" id="{680E7DFA-0574-4A2A-9BA2-DAF96E4CE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7225" y="4513263"/>
              <a:ext cx="134938" cy="198438"/>
            </a:xfrm>
            <a:custGeom>
              <a:avLst/>
              <a:gdLst>
                <a:gd name="T0" fmla="*/ 16 w 36"/>
                <a:gd name="T1" fmla="*/ 0 h 53"/>
                <a:gd name="T2" fmla="*/ 0 w 36"/>
                <a:gd name="T3" fmla="*/ 17 h 53"/>
                <a:gd name="T4" fmla="*/ 13 w 36"/>
                <a:gd name="T5" fmla="*/ 53 h 53"/>
                <a:gd name="T6" fmla="*/ 36 w 36"/>
                <a:gd name="T7" fmla="*/ 34 h 53"/>
                <a:gd name="T8" fmla="*/ 16 w 36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53"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18" y="15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4" name="Freeform 107">
              <a:extLst>
                <a:ext uri="{FF2B5EF4-FFF2-40B4-BE49-F238E27FC236}">
                  <a16:creationId xmlns:a16="http://schemas.microsoft.com/office/drawing/2014/main" id="{266E6C13-90F2-4B33-A35F-B723ED4A5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2163" y="4513263"/>
              <a:ext cx="139700" cy="198438"/>
            </a:xfrm>
            <a:custGeom>
              <a:avLst/>
              <a:gdLst>
                <a:gd name="T0" fmla="*/ 21 w 37"/>
                <a:gd name="T1" fmla="*/ 0 h 53"/>
                <a:gd name="T2" fmla="*/ 37 w 37"/>
                <a:gd name="T3" fmla="*/ 17 h 53"/>
                <a:gd name="T4" fmla="*/ 24 w 37"/>
                <a:gd name="T5" fmla="*/ 53 h 53"/>
                <a:gd name="T6" fmla="*/ 0 w 37"/>
                <a:gd name="T7" fmla="*/ 34 h 53"/>
                <a:gd name="T8" fmla="*/ 21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21" y="0"/>
                  </a:moveTo>
                  <a:cubicBezTo>
                    <a:pt x="37" y="17"/>
                    <a:pt x="37" y="17"/>
                    <a:pt x="37" y="17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18" y="15"/>
                    <a:pt x="21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5" name="Freeform 108">
              <a:extLst>
                <a:ext uri="{FF2B5EF4-FFF2-40B4-BE49-F238E27FC236}">
                  <a16:creationId xmlns:a16="http://schemas.microsoft.com/office/drawing/2014/main" id="{058E6EE7-F4E3-4B91-9F20-618B2BC73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6900" y="5146676"/>
              <a:ext cx="420688" cy="1187450"/>
            </a:xfrm>
            <a:custGeom>
              <a:avLst/>
              <a:gdLst>
                <a:gd name="T0" fmla="*/ 1 w 112"/>
                <a:gd name="T1" fmla="*/ 316 h 316"/>
                <a:gd name="T2" fmla="*/ 41 w 112"/>
                <a:gd name="T3" fmla="*/ 316 h 316"/>
                <a:gd name="T4" fmla="*/ 52 w 112"/>
                <a:gd name="T5" fmla="*/ 73 h 316"/>
                <a:gd name="T6" fmla="*/ 56 w 112"/>
                <a:gd name="T7" fmla="*/ 73 h 316"/>
                <a:gd name="T8" fmla="*/ 70 w 112"/>
                <a:gd name="T9" fmla="*/ 315 h 316"/>
                <a:gd name="T10" fmla="*/ 110 w 112"/>
                <a:gd name="T11" fmla="*/ 315 h 316"/>
                <a:gd name="T12" fmla="*/ 101 w 112"/>
                <a:gd name="T13" fmla="*/ 1 h 316"/>
                <a:gd name="T14" fmla="*/ 5 w 112"/>
                <a:gd name="T15" fmla="*/ 0 h 316"/>
                <a:gd name="T16" fmla="*/ 1 w 112"/>
                <a:gd name="T17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2" h="316">
                  <a:moveTo>
                    <a:pt x="1" y="316"/>
                  </a:moveTo>
                  <a:cubicBezTo>
                    <a:pt x="41" y="316"/>
                    <a:pt x="41" y="316"/>
                    <a:pt x="41" y="31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3" y="73"/>
                    <a:pt x="55" y="73"/>
                    <a:pt x="56" y="73"/>
                  </a:cubicBezTo>
                  <a:cubicBezTo>
                    <a:pt x="70" y="315"/>
                    <a:pt x="70" y="315"/>
                    <a:pt x="7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0" y="284"/>
                    <a:pt x="112" y="54"/>
                    <a:pt x="101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2"/>
                    <a:pt x="0" y="221"/>
                    <a:pt x="1" y="31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6" name="Freeform 109">
              <a:extLst>
                <a:ext uri="{FF2B5EF4-FFF2-40B4-BE49-F238E27FC236}">
                  <a16:creationId xmlns:a16="http://schemas.microsoft.com/office/drawing/2014/main" id="{072D65B3-BC37-4521-91AB-C5960D785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5038" y="5151438"/>
              <a:ext cx="46038" cy="52388"/>
            </a:xfrm>
            <a:custGeom>
              <a:avLst/>
              <a:gdLst>
                <a:gd name="T0" fmla="*/ 1 w 12"/>
                <a:gd name="T1" fmla="*/ 14 h 14"/>
                <a:gd name="T2" fmla="*/ 12 w 12"/>
                <a:gd name="T3" fmla="*/ 14 h 14"/>
                <a:gd name="T4" fmla="*/ 11 w 12"/>
                <a:gd name="T5" fmla="*/ 0 h 14"/>
                <a:gd name="T6" fmla="*/ 0 w 12"/>
                <a:gd name="T7" fmla="*/ 0 h 14"/>
                <a:gd name="T8" fmla="*/ 1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4"/>
                    <a:pt x="1" y="9"/>
                    <a:pt x="1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7" name="Freeform 110">
              <a:extLst>
                <a:ext uri="{FF2B5EF4-FFF2-40B4-BE49-F238E27FC236}">
                  <a16:creationId xmlns:a16="http://schemas.microsoft.com/office/drawing/2014/main" id="{15EC082F-46BB-4AD4-8353-80314C8E4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4375" y="5146676"/>
              <a:ext cx="187325" cy="60325"/>
            </a:xfrm>
            <a:custGeom>
              <a:avLst/>
              <a:gdLst>
                <a:gd name="T0" fmla="*/ 49 w 50"/>
                <a:gd name="T1" fmla="*/ 1 h 16"/>
                <a:gd name="T2" fmla="*/ 0 w 50"/>
                <a:gd name="T3" fmla="*/ 0 h 16"/>
                <a:gd name="T4" fmla="*/ 1 w 50"/>
                <a:gd name="T5" fmla="*/ 16 h 16"/>
                <a:gd name="T6" fmla="*/ 50 w 50"/>
                <a:gd name="T7" fmla="*/ 15 h 16"/>
                <a:gd name="T8" fmla="*/ 49 w 50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6">
                  <a:moveTo>
                    <a:pt x="49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1" y="11"/>
                    <a:pt x="1" y="16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0"/>
                    <a:pt x="49" y="5"/>
                    <a:pt x="49" y="1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8" name="Freeform 111">
              <a:extLst>
                <a:ext uri="{FF2B5EF4-FFF2-40B4-BE49-F238E27FC236}">
                  <a16:creationId xmlns:a16="http://schemas.microsoft.com/office/drawing/2014/main" id="{4815B141-1D62-4D7B-82A7-6B35B3EAB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950" y="5146676"/>
              <a:ext cx="60325" cy="60325"/>
            </a:xfrm>
            <a:custGeom>
              <a:avLst/>
              <a:gdLst>
                <a:gd name="T0" fmla="*/ 14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4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4" y="11"/>
                    <a:pt x="14" y="5"/>
                    <a:pt x="14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9" name="Rectangle 112">
              <a:extLst>
                <a:ext uri="{FF2B5EF4-FFF2-40B4-BE49-F238E27FC236}">
                  <a16:creationId xmlns:a16="http://schemas.microsoft.com/office/drawing/2014/main" id="{79BA9D48-B872-40C2-A611-08F6BFBF3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763" y="5132388"/>
              <a:ext cx="82550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0" name="Freeform 113">
              <a:extLst>
                <a:ext uri="{FF2B5EF4-FFF2-40B4-BE49-F238E27FC236}">
                  <a16:creationId xmlns:a16="http://schemas.microsoft.com/office/drawing/2014/main" id="{A85852D6-443F-48DC-8A15-3C3B5931E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763" y="4722813"/>
              <a:ext cx="315913" cy="500063"/>
            </a:xfrm>
            <a:custGeom>
              <a:avLst/>
              <a:gdLst>
                <a:gd name="T0" fmla="*/ 48 w 84"/>
                <a:gd name="T1" fmla="*/ 8 h 133"/>
                <a:gd name="T2" fmla="*/ 0 w 84"/>
                <a:gd name="T3" fmla="*/ 72 h 133"/>
                <a:gd name="T4" fmla="*/ 77 w 84"/>
                <a:gd name="T5" fmla="*/ 133 h 133"/>
                <a:gd name="T6" fmla="*/ 84 w 84"/>
                <a:gd name="T7" fmla="*/ 117 h 133"/>
                <a:gd name="T8" fmla="*/ 31 w 84"/>
                <a:gd name="T9" fmla="*/ 66 h 133"/>
                <a:gd name="T10" fmla="*/ 65 w 84"/>
                <a:gd name="T11" fmla="*/ 30 h 133"/>
                <a:gd name="T12" fmla="*/ 48 w 84"/>
                <a:gd name="T13" fmla="*/ 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33">
                  <a:moveTo>
                    <a:pt x="48" y="8"/>
                  </a:moveTo>
                  <a:cubicBezTo>
                    <a:pt x="56" y="0"/>
                    <a:pt x="0" y="60"/>
                    <a:pt x="0" y="72"/>
                  </a:cubicBezTo>
                  <a:cubicBezTo>
                    <a:pt x="0" y="84"/>
                    <a:pt x="77" y="133"/>
                    <a:pt x="77" y="133"/>
                  </a:cubicBezTo>
                  <a:cubicBezTo>
                    <a:pt x="84" y="117"/>
                    <a:pt x="84" y="117"/>
                    <a:pt x="84" y="117"/>
                  </a:cubicBezTo>
                  <a:cubicBezTo>
                    <a:pt x="84" y="117"/>
                    <a:pt x="43" y="72"/>
                    <a:pt x="31" y="66"/>
                  </a:cubicBezTo>
                  <a:cubicBezTo>
                    <a:pt x="31" y="66"/>
                    <a:pt x="60" y="38"/>
                    <a:pt x="65" y="30"/>
                  </a:cubicBezTo>
                  <a:cubicBezTo>
                    <a:pt x="71" y="22"/>
                    <a:pt x="48" y="8"/>
                    <a:pt x="48" y="8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1" name="Freeform 114">
              <a:extLst>
                <a:ext uri="{FF2B5EF4-FFF2-40B4-BE49-F238E27FC236}">
                  <a16:creationId xmlns:a16="http://schemas.microsoft.com/office/drawing/2014/main" id="{A1A9EE46-D18B-4E5E-BC7D-CD381DC11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2288" y="5075238"/>
              <a:ext cx="192088" cy="184150"/>
            </a:xfrm>
            <a:custGeom>
              <a:avLst/>
              <a:gdLst>
                <a:gd name="T0" fmla="*/ 36 w 51"/>
                <a:gd name="T1" fmla="*/ 21 h 49"/>
                <a:gd name="T2" fmla="*/ 49 w 51"/>
                <a:gd name="T3" fmla="*/ 21 h 49"/>
                <a:gd name="T4" fmla="*/ 51 w 51"/>
                <a:gd name="T5" fmla="*/ 20 h 49"/>
                <a:gd name="T6" fmla="*/ 40 w 51"/>
                <a:gd name="T7" fmla="*/ 11 h 49"/>
                <a:gd name="T8" fmla="*/ 32 w 51"/>
                <a:gd name="T9" fmla="*/ 11 h 49"/>
                <a:gd name="T10" fmla="*/ 39 w 51"/>
                <a:gd name="T11" fmla="*/ 4 h 49"/>
                <a:gd name="T12" fmla="*/ 39 w 51"/>
                <a:gd name="T13" fmla="*/ 2 h 49"/>
                <a:gd name="T14" fmla="*/ 27 w 51"/>
                <a:gd name="T15" fmla="*/ 6 h 49"/>
                <a:gd name="T16" fmla="*/ 19 w 51"/>
                <a:gd name="T17" fmla="*/ 14 h 49"/>
                <a:gd name="T18" fmla="*/ 11 w 51"/>
                <a:gd name="T19" fmla="*/ 19 h 49"/>
                <a:gd name="T20" fmla="*/ 10 w 51"/>
                <a:gd name="T21" fmla="*/ 19 h 49"/>
                <a:gd name="T22" fmla="*/ 4 w 51"/>
                <a:gd name="T23" fmla="*/ 36 h 49"/>
                <a:gd name="T24" fmla="*/ 14 w 51"/>
                <a:gd name="T25" fmla="*/ 43 h 49"/>
                <a:gd name="T26" fmla="*/ 23 w 51"/>
                <a:gd name="T27" fmla="*/ 42 h 49"/>
                <a:gd name="T28" fmla="*/ 41 w 51"/>
                <a:gd name="T29" fmla="*/ 48 h 49"/>
                <a:gd name="T30" fmla="*/ 43 w 51"/>
                <a:gd name="T31" fmla="*/ 47 h 49"/>
                <a:gd name="T32" fmla="*/ 31 w 51"/>
                <a:gd name="T33" fmla="*/ 30 h 49"/>
                <a:gd name="T34" fmla="*/ 50 w 51"/>
                <a:gd name="T35" fmla="*/ 34 h 49"/>
                <a:gd name="T36" fmla="*/ 51 w 51"/>
                <a:gd name="T37" fmla="*/ 33 h 49"/>
                <a:gd name="T38" fmla="*/ 36 w 51"/>
                <a:gd name="T39" fmla="*/ 2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" h="49">
                  <a:moveTo>
                    <a:pt x="36" y="21"/>
                  </a:moveTo>
                  <a:cubicBezTo>
                    <a:pt x="41" y="21"/>
                    <a:pt x="45" y="21"/>
                    <a:pt x="49" y="21"/>
                  </a:cubicBezTo>
                  <a:cubicBezTo>
                    <a:pt x="50" y="21"/>
                    <a:pt x="51" y="20"/>
                    <a:pt x="51" y="20"/>
                  </a:cubicBezTo>
                  <a:cubicBezTo>
                    <a:pt x="51" y="14"/>
                    <a:pt x="45" y="11"/>
                    <a:pt x="40" y="11"/>
                  </a:cubicBezTo>
                  <a:cubicBezTo>
                    <a:pt x="38" y="11"/>
                    <a:pt x="35" y="11"/>
                    <a:pt x="32" y="11"/>
                  </a:cubicBezTo>
                  <a:cubicBezTo>
                    <a:pt x="35" y="9"/>
                    <a:pt x="37" y="7"/>
                    <a:pt x="39" y="4"/>
                  </a:cubicBezTo>
                  <a:cubicBezTo>
                    <a:pt x="40" y="4"/>
                    <a:pt x="40" y="3"/>
                    <a:pt x="39" y="2"/>
                  </a:cubicBezTo>
                  <a:cubicBezTo>
                    <a:pt x="34" y="0"/>
                    <a:pt x="31" y="3"/>
                    <a:pt x="27" y="6"/>
                  </a:cubicBezTo>
                  <a:cubicBezTo>
                    <a:pt x="24" y="8"/>
                    <a:pt x="22" y="11"/>
                    <a:pt x="19" y="14"/>
                  </a:cubicBezTo>
                  <a:cubicBezTo>
                    <a:pt x="17" y="17"/>
                    <a:pt x="14" y="18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" y="21"/>
                    <a:pt x="0" y="29"/>
                    <a:pt x="4" y="36"/>
                  </a:cubicBezTo>
                  <a:cubicBezTo>
                    <a:pt x="6" y="40"/>
                    <a:pt x="10" y="42"/>
                    <a:pt x="14" y="43"/>
                  </a:cubicBezTo>
                  <a:cubicBezTo>
                    <a:pt x="17" y="43"/>
                    <a:pt x="21" y="42"/>
                    <a:pt x="23" y="42"/>
                  </a:cubicBezTo>
                  <a:cubicBezTo>
                    <a:pt x="30" y="40"/>
                    <a:pt x="36" y="44"/>
                    <a:pt x="41" y="48"/>
                  </a:cubicBezTo>
                  <a:cubicBezTo>
                    <a:pt x="42" y="49"/>
                    <a:pt x="43" y="48"/>
                    <a:pt x="43" y="47"/>
                  </a:cubicBezTo>
                  <a:cubicBezTo>
                    <a:pt x="44" y="39"/>
                    <a:pt x="38" y="33"/>
                    <a:pt x="31" y="30"/>
                  </a:cubicBezTo>
                  <a:cubicBezTo>
                    <a:pt x="38" y="29"/>
                    <a:pt x="43" y="34"/>
                    <a:pt x="50" y="34"/>
                  </a:cubicBezTo>
                  <a:cubicBezTo>
                    <a:pt x="51" y="35"/>
                    <a:pt x="51" y="34"/>
                    <a:pt x="51" y="33"/>
                  </a:cubicBezTo>
                  <a:cubicBezTo>
                    <a:pt x="51" y="26"/>
                    <a:pt x="43" y="23"/>
                    <a:pt x="36" y="21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2" name="Freeform 115">
              <a:extLst>
                <a:ext uri="{FF2B5EF4-FFF2-40B4-BE49-F238E27FC236}">
                  <a16:creationId xmlns:a16="http://schemas.microsoft.com/office/drawing/2014/main" id="{7E4CE5A3-D3F8-42C6-AA73-19CFE5200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475" y="4591051"/>
              <a:ext cx="349250" cy="620713"/>
            </a:xfrm>
            <a:custGeom>
              <a:avLst/>
              <a:gdLst>
                <a:gd name="T0" fmla="*/ 92 w 93"/>
                <a:gd name="T1" fmla="*/ 41 h 165"/>
                <a:gd name="T2" fmla="*/ 39 w 93"/>
                <a:gd name="T3" fmla="*/ 101 h 165"/>
                <a:gd name="T4" fmla="*/ 79 w 93"/>
                <a:gd name="T5" fmla="*/ 138 h 165"/>
                <a:gd name="T6" fmla="*/ 85 w 93"/>
                <a:gd name="T7" fmla="*/ 143 h 165"/>
                <a:gd name="T8" fmla="*/ 73 w 93"/>
                <a:gd name="T9" fmla="*/ 165 h 165"/>
                <a:gd name="T10" fmla="*/ 65 w 93"/>
                <a:gd name="T11" fmla="*/ 161 h 165"/>
                <a:gd name="T12" fmla="*/ 0 w 93"/>
                <a:gd name="T13" fmla="*/ 107 h 165"/>
                <a:gd name="T14" fmla="*/ 82 w 93"/>
                <a:gd name="T15" fmla="*/ 0 h 165"/>
                <a:gd name="T16" fmla="*/ 92 w 93"/>
                <a:gd name="T17" fmla="*/ 4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65">
                  <a:moveTo>
                    <a:pt x="92" y="41"/>
                  </a:moveTo>
                  <a:cubicBezTo>
                    <a:pt x="85" y="55"/>
                    <a:pt x="39" y="101"/>
                    <a:pt x="39" y="101"/>
                  </a:cubicBezTo>
                  <a:cubicBezTo>
                    <a:pt x="47" y="106"/>
                    <a:pt x="68" y="127"/>
                    <a:pt x="79" y="138"/>
                  </a:cubicBezTo>
                  <a:cubicBezTo>
                    <a:pt x="83" y="141"/>
                    <a:pt x="85" y="143"/>
                    <a:pt x="85" y="143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70" y="164"/>
                    <a:pt x="68" y="163"/>
                    <a:pt x="65" y="161"/>
                  </a:cubicBezTo>
                  <a:cubicBezTo>
                    <a:pt x="18" y="136"/>
                    <a:pt x="0" y="107"/>
                    <a:pt x="0" y="107"/>
                  </a:cubicBezTo>
                  <a:cubicBezTo>
                    <a:pt x="12" y="62"/>
                    <a:pt x="82" y="0"/>
                    <a:pt x="82" y="0"/>
                  </a:cubicBezTo>
                  <a:cubicBezTo>
                    <a:pt x="93" y="8"/>
                    <a:pt x="92" y="41"/>
                    <a:pt x="92" y="41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3" name="Freeform 116">
              <a:extLst>
                <a:ext uri="{FF2B5EF4-FFF2-40B4-BE49-F238E27FC236}">
                  <a16:creationId xmlns:a16="http://schemas.microsoft.com/office/drawing/2014/main" id="{C94CF7F4-87C0-4297-A6CB-A77F6FFB9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8700" y="4714876"/>
              <a:ext cx="315913" cy="503238"/>
            </a:xfrm>
            <a:custGeom>
              <a:avLst/>
              <a:gdLst>
                <a:gd name="T0" fmla="*/ 36 w 84"/>
                <a:gd name="T1" fmla="*/ 9 h 134"/>
                <a:gd name="T2" fmla="*/ 84 w 84"/>
                <a:gd name="T3" fmla="*/ 73 h 134"/>
                <a:gd name="T4" fmla="*/ 7 w 84"/>
                <a:gd name="T5" fmla="*/ 134 h 134"/>
                <a:gd name="T6" fmla="*/ 0 w 84"/>
                <a:gd name="T7" fmla="*/ 118 h 134"/>
                <a:gd name="T8" fmla="*/ 53 w 84"/>
                <a:gd name="T9" fmla="*/ 66 h 134"/>
                <a:gd name="T10" fmla="*/ 19 w 84"/>
                <a:gd name="T11" fmla="*/ 30 h 134"/>
                <a:gd name="T12" fmla="*/ 36 w 84"/>
                <a:gd name="T13" fmla="*/ 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34">
                  <a:moveTo>
                    <a:pt x="36" y="9"/>
                  </a:moveTo>
                  <a:cubicBezTo>
                    <a:pt x="28" y="0"/>
                    <a:pt x="84" y="60"/>
                    <a:pt x="84" y="73"/>
                  </a:cubicBezTo>
                  <a:cubicBezTo>
                    <a:pt x="84" y="85"/>
                    <a:pt x="7" y="134"/>
                    <a:pt x="7" y="13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41" y="73"/>
                    <a:pt x="53" y="66"/>
                  </a:cubicBezTo>
                  <a:cubicBezTo>
                    <a:pt x="53" y="66"/>
                    <a:pt x="24" y="38"/>
                    <a:pt x="19" y="30"/>
                  </a:cubicBezTo>
                  <a:cubicBezTo>
                    <a:pt x="13" y="23"/>
                    <a:pt x="36" y="9"/>
                    <a:pt x="36" y="9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4" name="Freeform 117">
              <a:extLst>
                <a:ext uri="{FF2B5EF4-FFF2-40B4-BE49-F238E27FC236}">
                  <a16:creationId xmlns:a16="http://schemas.microsoft.com/office/drawing/2014/main" id="{8DEF65C4-9AE1-4A87-9BFD-F2F7BA3ED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0588" y="5072063"/>
              <a:ext cx="190500" cy="180975"/>
            </a:xfrm>
            <a:custGeom>
              <a:avLst/>
              <a:gdLst>
                <a:gd name="T0" fmla="*/ 0 w 51"/>
                <a:gd name="T1" fmla="*/ 33 h 48"/>
                <a:gd name="T2" fmla="*/ 1 w 51"/>
                <a:gd name="T3" fmla="*/ 34 h 48"/>
                <a:gd name="T4" fmla="*/ 20 w 51"/>
                <a:gd name="T5" fmla="*/ 29 h 48"/>
                <a:gd name="T6" fmla="*/ 8 w 51"/>
                <a:gd name="T7" fmla="*/ 47 h 48"/>
                <a:gd name="T8" fmla="*/ 10 w 51"/>
                <a:gd name="T9" fmla="*/ 47 h 48"/>
                <a:gd name="T10" fmla="*/ 28 w 51"/>
                <a:gd name="T11" fmla="*/ 41 h 48"/>
                <a:gd name="T12" fmla="*/ 37 w 51"/>
                <a:gd name="T13" fmla="*/ 42 h 48"/>
                <a:gd name="T14" fmla="*/ 47 w 51"/>
                <a:gd name="T15" fmla="*/ 36 h 48"/>
                <a:gd name="T16" fmla="*/ 41 w 51"/>
                <a:gd name="T17" fmla="*/ 19 h 48"/>
                <a:gd name="T18" fmla="*/ 40 w 51"/>
                <a:gd name="T19" fmla="*/ 19 h 48"/>
                <a:gd name="T20" fmla="*/ 32 w 51"/>
                <a:gd name="T21" fmla="*/ 13 h 48"/>
                <a:gd name="T22" fmla="*/ 24 w 51"/>
                <a:gd name="T23" fmla="*/ 5 h 48"/>
                <a:gd name="T24" fmla="*/ 12 w 51"/>
                <a:gd name="T25" fmla="*/ 2 h 48"/>
                <a:gd name="T26" fmla="*/ 11 w 51"/>
                <a:gd name="T27" fmla="*/ 4 h 48"/>
                <a:gd name="T28" fmla="*/ 19 w 51"/>
                <a:gd name="T29" fmla="*/ 11 h 48"/>
                <a:gd name="T30" fmla="*/ 11 w 51"/>
                <a:gd name="T31" fmla="*/ 10 h 48"/>
                <a:gd name="T32" fmla="*/ 0 w 51"/>
                <a:gd name="T33" fmla="*/ 19 h 48"/>
                <a:gd name="T34" fmla="*/ 2 w 51"/>
                <a:gd name="T35" fmla="*/ 20 h 48"/>
                <a:gd name="T36" fmla="*/ 15 w 51"/>
                <a:gd name="T37" fmla="*/ 21 h 48"/>
                <a:gd name="T38" fmla="*/ 0 w 51"/>
                <a:gd name="T39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" h="48">
                  <a:moveTo>
                    <a:pt x="0" y="33"/>
                  </a:moveTo>
                  <a:cubicBezTo>
                    <a:pt x="0" y="33"/>
                    <a:pt x="0" y="34"/>
                    <a:pt x="1" y="34"/>
                  </a:cubicBezTo>
                  <a:cubicBezTo>
                    <a:pt x="8" y="33"/>
                    <a:pt x="13" y="28"/>
                    <a:pt x="20" y="29"/>
                  </a:cubicBezTo>
                  <a:cubicBezTo>
                    <a:pt x="13" y="32"/>
                    <a:pt x="7" y="38"/>
                    <a:pt x="8" y="47"/>
                  </a:cubicBezTo>
                  <a:cubicBezTo>
                    <a:pt x="8" y="48"/>
                    <a:pt x="9" y="48"/>
                    <a:pt x="10" y="47"/>
                  </a:cubicBezTo>
                  <a:cubicBezTo>
                    <a:pt x="15" y="43"/>
                    <a:pt x="21" y="40"/>
                    <a:pt x="28" y="41"/>
                  </a:cubicBezTo>
                  <a:cubicBezTo>
                    <a:pt x="30" y="42"/>
                    <a:pt x="34" y="43"/>
                    <a:pt x="37" y="42"/>
                  </a:cubicBezTo>
                  <a:cubicBezTo>
                    <a:pt x="41" y="42"/>
                    <a:pt x="45" y="40"/>
                    <a:pt x="47" y="36"/>
                  </a:cubicBezTo>
                  <a:cubicBezTo>
                    <a:pt x="51" y="29"/>
                    <a:pt x="50" y="20"/>
                    <a:pt x="41" y="19"/>
                  </a:cubicBezTo>
                  <a:cubicBezTo>
                    <a:pt x="41" y="19"/>
                    <a:pt x="41" y="19"/>
                    <a:pt x="40" y="19"/>
                  </a:cubicBezTo>
                  <a:cubicBezTo>
                    <a:pt x="37" y="17"/>
                    <a:pt x="34" y="16"/>
                    <a:pt x="32" y="13"/>
                  </a:cubicBezTo>
                  <a:cubicBezTo>
                    <a:pt x="29" y="11"/>
                    <a:pt x="27" y="8"/>
                    <a:pt x="24" y="5"/>
                  </a:cubicBezTo>
                  <a:cubicBezTo>
                    <a:pt x="20" y="2"/>
                    <a:pt x="17" y="0"/>
                    <a:pt x="12" y="2"/>
                  </a:cubicBezTo>
                  <a:cubicBezTo>
                    <a:pt x="11" y="2"/>
                    <a:pt x="11" y="3"/>
                    <a:pt x="11" y="4"/>
                  </a:cubicBezTo>
                  <a:cubicBezTo>
                    <a:pt x="14" y="6"/>
                    <a:pt x="16" y="9"/>
                    <a:pt x="19" y="11"/>
                  </a:cubicBezTo>
                  <a:cubicBezTo>
                    <a:pt x="16" y="10"/>
                    <a:pt x="13" y="10"/>
                    <a:pt x="11" y="10"/>
                  </a:cubicBezTo>
                  <a:cubicBezTo>
                    <a:pt x="6" y="11"/>
                    <a:pt x="0" y="14"/>
                    <a:pt x="0" y="19"/>
                  </a:cubicBezTo>
                  <a:cubicBezTo>
                    <a:pt x="0" y="20"/>
                    <a:pt x="1" y="20"/>
                    <a:pt x="2" y="20"/>
                  </a:cubicBezTo>
                  <a:cubicBezTo>
                    <a:pt x="6" y="21"/>
                    <a:pt x="10" y="21"/>
                    <a:pt x="15" y="21"/>
                  </a:cubicBezTo>
                  <a:cubicBezTo>
                    <a:pt x="8" y="23"/>
                    <a:pt x="0" y="25"/>
                    <a:pt x="0" y="3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5" name="Freeform 118">
              <a:extLst>
                <a:ext uri="{FF2B5EF4-FFF2-40B4-BE49-F238E27FC236}">
                  <a16:creationId xmlns:a16="http://schemas.microsoft.com/office/drawing/2014/main" id="{727C50BF-0B88-4B1F-B85A-AC51380BF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1238" y="4587876"/>
              <a:ext cx="347663" cy="619125"/>
            </a:xfrm>
            <a:custGeom>
              <a:avLst/>
              <a:gdLst>
                <a:gd name="T0" fmla="*/ 1 w 93"/>
                <a:gd name="T1" fmla="*/ 41 h 165"/>
                <a:gd name="T2" fmla="*/ 54 w 93"/>
                <a:gd name="T3" fmla="*/ 100 h 165"/>
                <a:gd name="T4" fmla="*/ 14 w 93"/>
                <a:gd name="T5" fmla="*/ 137 h 165"/>
                <a:gd name="T6" fmla="*/ 8 w 93"/>
                <a:gd name="T7" fmla="*/ 143 h 165"/>
                <a:gd name="T8" fmla="*/ 20 w 93"/>
                <a:gd name="T9" fmla="*/ 165 h 165"/>
                <a:gd name="T10" fmla="*/ 27 w 93"/>
                <a:gd name="T11" fmla="*/ 161 h 165"/>
                <a:gd name="T12" fmla="*/ 93 w 93"/>
                <a:gd name="T13" fmla="*/ 106 h 165"/>
                <a:gd name="T14" fmla="*/ 11 w 93"/>
                <a:gd name="T15" fmla="*/ 0 h 165"/>
                <a:gd name="T16" fmla="*/ 1 w 93"/>
                <a:gd name="T17" fmla="*/ 4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65">
                  <a:moveTo>
                    <a:pt x="1" y="41"/>
                  </a:moveTo>
                  <a:cubicBezTo>
                    <a:pt x="8" y="54"/>
                    <a:pt x="54" y="100"/>
                    <a:pt x="54" y="100"/>
                  </a:cubicBezTo>
                  <a:cubicBezTo>
                    <a:pt x="46" y="105"/>
                    <a:pt x="25" y="127"/>
                    <a:pt x="14" y="137"/>
                  </a:cubicBezTo>
                  <a:cubicBezTo>
                    <a:pt x="10" y="141"/>
                    <a:pt x="8" y="143"/>
                    <a:pt x="8" y="143"/>
                  </a:cubicBezTo>
                  <a:cubicBezTo>
                    <a:pt x="20" y="165"/>
                    <a:pt x="20" y="165"/>
                    <a:pt x="20" y="165"/>
                  </a:cubicBezTo>
                  <a:cubicBezTo>
                    <a:pt x="23" y="163"/>
                    <a:pt x="25" y="162"/>
                    <a:pt x="27" y="161"/>
                  </a:cubicBezTo>
                  <a:cubicBezTo>
                    <a:pt x="75" y="135"/>
                    <a:pt x="93" y="106"/>
                    <a:pt x="93" y="106"/>
                  </a:cubicBezTo>
                  <a:cubicBezTo>
                    <a:pt x="81" y="61"/>
                    <a:pt x="11" y="0"/>
                    <a:pt x="11" y="0"/>
                  </a:cubicBezTo>
                  <a:cubicBezTo>
                    <a:pt x="0" y="7"/>
                    <a:pt x="1" y="41"/>
                    <a:pt x="1" y="41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6" name="Freeform 119">
              <a:extLst>
                <a:ext uri="{FF2B5EF4-FFF2-40B4-BE49-F238E27FC236}">
                  <a16:creationId xmlns:a16="http://schemas.microsoft.com/office/drawing/2014/main" id="{65F01A92-1077-43F2-A596-2AB0097D0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913" y="4700588"/>
              <a:ext cx="1265238" cy="742950"/>
            </a:xfrm>
            <a:custGeom>
              <a:avLst/>
              <a:gdLst>
                <a:gd name="T0" fmla="*/ 0 w 797"/>
                <a:gd name="T1" fmla="*/ 35 h 468"/>
                <a:gd name="T2" fmla="*/ 9 w 797"/>
                <a:gd name="T3" fmla="*/ 440 h 468"/>
                <a:gd name="T4" fmla="*/ 761 w 797"/>
                <a:gd name="T5" fmla="*/ 468 h 468"/>
                <a:gd name="T6" fmla="*/ 797 w 797"/>
                <a:gd name="T7" fmla="*/ 0 h 468"/>
                <a:gd name="T8" fmla="*/ 0 w 797"/>
                <a:gd name="T9" fmla="*/ 35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7" h="468">
                  <a:moveTo>
                    <a:pt x="0" y="35"/>
                  </a:moveTo>
                  <a:lnTo>
                    <a:pt x="9" y="440"/>
                  </a:lnTo>
                  <a:lnTo>
                    <a:pt x="761" y="468"/>
                  </a:lnTo>
                  <a:lnTo>
                    <a:pt x="797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EDD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7" name="Freeform 120">
              <a:extLst>
                <a:ext uri="{FF2B5EF4-FFF2-40B4-BE49-F238E27FC236}">
                  <a16:creationId xmlns:a16="http://schemas.microsoft.com/office/drawing/2014/main" id="{39A4B89D-D5B2-4CB7-B05C-F86863C6F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3850" y="4775201"/>
              <a:ext cx="982663" cy="514350"/>
            </a:xfrm>
            <a:custGeom>
              <a:avLst/>
              <a:gdLst>
                <a:gd name="T0" fmla="*/ 262 w 262"/>
                <a:gd name="T1" fmla="*/ 0 h 137"/>
                <a:gd name="T2" fmla="*/ 229 w 262"/>
                <a:gd name="T3" fmla="*/ 21 h 137"/>
                <a:gd name="T4" fmla="*/ 236 w 262"/>
                <a:gd name="T5" fmla="*/ 27 h 137"/>
                <a:gd name="T6" fmla="*/ 174 w 262"/>
                <a:gd name="T7" fmla="*/ 93 h 137"/>
                <a:gd name="T8" fmla="*/ 146 w 262"/>
                <a:gd name="T9" fmla="*/ 30 h 137"/>
                <a:gd name="T10" fmla="*/ 75 w 262"/>
                <a:gd name="T11" fmla="*/ 119 h 137"/>
                <a:gd name="T12" fmla="*/ 53 w 262"/>
                <a:gd name="T13" fmla="*/ 65 h 137"/>
                <a:gd name="T14" fmla="*/ 0 w 262"/>
                <a:gd name="T15" fmla="*/ 137 h 137"/>
                <a:gd name="T16" fmla="*/ 54 w 262"/>
                <a:gd name="T17" fmla="*/ 85 h 137"/>
                <a:gd name="T18" fmla="*/ 75 w 262"/>
                <a:gd name="T19" fmla="*/ 129 h 137"/>
                <a:gd name="T20" fmla="*/ 146 w 262"/>
                <a:gd name="T21" fmla="*/ 47 h 137"/>
                <a:gd name="T22" fmla="*/ 177 w 262"/>
                <a:gd name="T23" fmla="*/ 104 h 137"/>
                <a:gd name="T24" fmla="*/ 238 w 262"/>
                <a:gd name="T25" fmla="*/ 29 h 137"/>
                <a:gd name="T26" fmla="*/ 243 w 262"/>
                <a:gd name="T27" fmla="*/ 33 h 137"/>
                <a:gd name="T28" fmla="*/ 262 w 262"/>
                <a:gd name="T2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2" h="137">
                  <a:moveTo>
                    <a:pt x="262" y="0"/>
                  </a:moveTo>
                  <a:cubicBezTo>
                    <a:pt x="229" y="21"/>
                    <a:pt x="229" y="21"/>
                    <a:pt x="229" y="21"/>
                  </a:cubicBezTo>
                  <a:cubicBezTo>
                    <a:pt x="236" y="27"/>
                    <a:pt x="236" y="27"/>
                    <a:pt x="236" y="27"/>
                  </a:cubicBezTo>
                  <a:cubicBezTo>
                    <a:pt x="211" y="54"/>
                    <a:pt x="175" y="91"/>
                    <a:pt x="174" y="93"/>
                  </a:cubicBezTo>
                  <a:cubicBezTo>
                    <a:pt x="173" y="96"/>
                    <a:pt x="145" y="33"/>
                    <a:pt x="146" y="30"/>
                  </a:cubicBezTo>
                  <a:cubicBezTo>
                    <a:pt x="147" y="27"/>
                    <a:pt x="75" y="119"/>
                    <a:pt x="75" y="119"/>
                  </a:cubicBezTo>
                  <a:cubicBezTo>
                    <a:pt x="53" y="65"/>
                    <a:pt x="53" y="65"/>
                    <a:pt x="53" y="65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54" y="85"/>
                    <a:pt x="54" y="85"/>
                    <a:pt x="54" y="85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38" y="29"/>
                    <a:pt x="238" y="29"/>
                    <a:pt x="238" y="29"/>
                  </a:cubicBezTo>
                  <a:cubicBezTo>
                    <a:pt x="243" y="33"/>
                    <a:pt x="243" y="33"/>
                    <a:pt x="243" y="33"/>
                  </a:cubicBezTo>
                  <a:lnTo>
                    <a:pt x="262" y="0"/>
                  </a:lnTo>
                  <a:close/>
                </a:path>
              </a:pathLst>
            </a:custGeom>
            <a:solidFill>
              <a:srgbClr val="91A8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8" name="Freeform 121">
              <a:extLst>
                <a:ext uri="{FF2B5EF4-FFF2-40B4-BE49-F238E27FC236}">
                  <a16:creationId xmlns:a16="http://schemas.microsoft.com/office/drawing/2014/main" id="{B736BE41-E56D-4A3B-8CC8-2AF294DB5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763" y="4816476"/>
              <a:ext cx="1082675" cy="555625"/>
            </a:xfrm>
            <a:custGeom>
              <a:avLst/>
              <a:gdLst>
                <a:gd name="T0" fmla="*/ 682 w 682"/>
                <a:gd name="T1" fmla="*/ 350 h 350"/>
                <a:gd name="T2" fmla="*/ 8 w 682"/>
                <a:gd name="T3" fmla="*/ 320 h 350"/>
                <a:gd name="T4" fmla="*/ 0 w 682"/>
                <a:gd name="T5" fmla="*/ 0 h 350"/>
                <a:gd name="T6" fmla="*/ 8 w 682"/>
                <a:gd name="T7" fmla="*/ 0 h 350"/>
                <a:gd name="T8" fmla="*/ 15 w 682"/>
                <a:gd name="T9" fmla="*/ 313 h 350"/>
                <a:gd name="T10" fmla="*/ 682 w 682"/>
                <a:gd name="T11" fmla="*/ 343 h 350"/>
                <a:gd name="T12" fmla="*/ 682 w 682"/>
                <a:gd name="T13" fmla="*/ 3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2" h="350">
                  <a:moveTo>
                    <a:pt x="682" y="350"/>
                  </a:moveTo>
                  <a:lnTo>
                    <a:pt x="8" y="320"/>
                  </a:lnTo>
                  <a:lnTo>
                    <a:pt x="0" y="0"/>
                  </a:lnTo>
                  <a:lnTo>
                    <a:pt x="8" y="0"/>
                  </a:lnTo>
                  <a:lnTo>
                    <a:pt x="15" y="313"/>
                  </a:lnTo>
                  <a:lnTo>
                    <a:pt x="682" y="343"/>
                  </a:lnTo>
                  <a:lnTo>
                    <a:pt x="682" y="350"/>
                  </a:lnTo>
                  <a:close/>
                </a:path>
              </a:pathLst>
            </a:custGeom>
            <a:solidFill>
              <a:srgbClr val="91A8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09" name="Freeform 122">
              <a:extLst>
                <a:ext uri="{FF2B5EF4-FFF2-40B4-BE49-F238E27FC236}">
                  <a16:creationId xmlns:a16="http://schemas.microsoft.com/office/drawing/2014/main" id="{2DF46676-45DF-4567-A8A7-C5188F312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613" y="5027613"/>
              <a:ext cx="115888" cy="101600"/>
            </a:xfrm>
            <a:custGeom>
              <a:avLst/>
              <a:gdLst>
                <a:gd name="T0" fmla="*/ 27 w 31"/>
                <a:gd name="T1" fmla="*/ 3 h 27"/>
                <a:gd name="T2" fmla="*/ 20 w 31"/>
                <a:gd name="T3" fmla="*/ 0 h 27"/>
                <a:gd name="T4" fmla="*/ 12 w 31"/>
                <a:gd name="T5" fmla="*/ 2 h 27"/>
                <a:gd name="T6" fmla="*/ 14 w 31"/>
                <a:gd name="T7" fmla="*/ 8 h 27"/>
                <a:gd name="T8" fmla="*/ 18 w 31"/>
                <a:gd name="T9" fmla="*/ 21 h 27"/>
                <a:gd name="T10" fmla="*/ 13 w 31"/>
                <a:gd name="T11" fmla="*/ 24 h 27"/>
                <a:gd name="T12" fmla="*/ 29 w 31"/>
                <a:gd name="T13" fmla="*/ 14 h 27"/>
                <a:gd name="T14" fmla="*/ 27 w 31"/>
                <a:gd name="T1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7">
                  <a:moveTo>
                    <a:pt x="27" y="3"/>
                  </a:moveTo>
                  <a:cubicBezTo>
                    <a:pt x="26" y="1"/>
                    <a:pt x="23" y="0"/>
                    <a:pt x="20" y="0"/>
                  </a:cubicBezTo>
                  <a:cubicBezTo>
                    <a:pt x="17" y="0"/>
                    <a:pt x="14" y="1"/>
                    <a:pt x="12" y="2"/>
                  </a:cubicBezTo>
                  <a:cubicBezTo>
                    <a:pt x="7" y="5"/>
                    <a:pt x="7" y="8"/>
                    <a:pt x="14" y="8"/>
                  </a:cubicBezTo>
                  <a:cubicBezTo>
                    <a:pt x="0" y="9"/>
                    <a:pt x="8" y="21"/>
                    <a:pt x="18" y="21"/>
                  </a:cubicBezTo>
                  <a:cubicBezTo>
                    <a:pt x="17" y="21"/>
                    <a:pt x="8" y="20"/>
                    <a:pt x="13" y="24"/>
                  </a:cubicBezTo>
                  <a:cubicBezTo>
                    <a:pt x="18" y="27"/>
                    <a:pt x="31" y="22"/>
                    <a:pt x="29" y="14"/>
                  </a:cubicBezTo>
                  <a:cubicBezTo>
                    <a:pt x="31" y="10"/>
                    <a:pt x="30" y="6"/>
                    <a:pt x="27" y="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0" name="Freeform 123">
              <a:extLst>
                <a:ext uri="{FF2B5EF4-FFF2-40B4-BE49-F238E27FC236}">
                  <a16:creationId xmlns:a16="http://schemas.microsoft.com/office/drawing/2014/main" id="{26B91AD8-CF55-4FF5-9018-9A3BDF770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1925" y="5027613"/>
              <a:ext cx="112713" cy="101600"/>
            </a:xfrm>
            <a:custGeom>
              <a:avLst/>
              <a:gdLst>
                <a:gd name="T0" fmla="*/ 3 w 30"/>
                <a:gd name="T1" fmla="*/ 3 h 27"/>
                <a:gd name="T2" fmla="*/ 10 w 30"/>
                <a:gd name="T3" fmla="*/ 0 h 27"/>
                <a:gd name="T4" fmla="*/ 18 w 30"/>
                <a:gd name="T5" fmla="*/ 2 h 27"/>
                <a:gd name="T6" fmla="*/ 17 w 30"/>
                <a:gd name="T7" fmla="*/ 8 h 27"/>
                <a:gd name="T8" fmla="*/ 12 w 30"/>
                <a:gd name="T9" fmla="*/ 21 h 27"/>
                <a:gd name="T10" fmla="*/ 17 w 30"/>
                <a:gd name="T11" fmla="*/ 24 h 27"/>
                <a:gd name="T12" fmla="*/ 1 w 30"/>
                <a:gd name="T13" fmla="*/ 14 h 27"/>
                <a:gd name="T14" fmla="*/ 3 w 30"/>
                <a:gd name="T1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7">
                  <a:moveTo>
                    <a:pt x="3" y="3"/>
                  </a:moveTo>
                  <a:cubicBezTo>
                    <a:pt x="4" y="1"/>
                    <a:pt x="7" y="0"/>
                    <a:pt x="10" y="0"/>
                  </a:cubicBezTo>
                  <a:cubicBezTo>
                    <a:pt x="13" y="0"/>
                    <a:pt x="16" y="1"/>
                    <a:pt x="18" y="2"/>
                  </a:cubicBezTo>
                  <a:cubicBezTo>
                    <a:pt x="24" y="5"/>
                    <a:pt x="23" y="8"/>
                    <a:pt x="17" y="8"/>
                  </a:cubicBezTo>
                  <a:cubicBezTo>
                    <a:pt x="30" y="9"/>
                    <a:pt x="22" y="21"/>
                    <a:pt x="12" y="21"/>
                  </a:cubicBezTo>
                  <a:cubicBezTo>
                    <a:pt x="13" y="21"/>
                    <a:pt x="22" y="20"/>
                    <a:pt x="17" y="24"/>
                  </a:cubicBezTo>
                  <a:cubicBezTo>
                    <a:pt x="12" y="27"/>
                    <a:pt x="0" y="22"/>
                    <a:pt x="1" y="14"/>
                  </a:cubicBezTo>
                  <a:cubicBezTo>
                    <a:pt x="0" y="10"/>
                    <a:pt x="0" y="6"/>
                    <a:pt x="3" y="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698" name="Group 697">
            <a:extLst>
              <a:ext uri="{FF2B5EF4-FFF2-40B4-BE49-F238E27FC236}">
                <a16:creationId xmlns:a16="http://schemas.microsoft.com/office/drawing/2014/main" id="{38D8381B-1894-4293-B95D-6C1695B748AB}"/>
              </a:ext>
            </a:extLst>
          </p:cNvPr>
          <p:cNvGrpSpPr/>
          <p:nvPr/>
        </p:nvGrpSpPr>
        <p:grpSpPr>
          <a:xfrm>
            <a:off x="8815553" y="525441"/>
            <a:ext cx="1790701" cy="2584450"/>
            <a:chOff x="8102600" y="1030288"/>
            <a:chExt cx="1790701" cy="2584450"/>
          </a:xfrm>
        </p:grpSpPr>
        <p:sp>
          <p:nvSpPr>
            <p:cNvPr id="611" name="Freeform 124">
              <a:extLst>
                <a:ext uri="{FF2B5EF4-FFF2-40B4-BE49-F238E27FC236}">
                  <a16:creationId xmlns:a16="http://schemas.microsoft.com/office/drawing/2014/main" id="{3C0767F2-18D3-4B86-A98C-5016E536C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2625" y="1631951"/>
              <a:ext cx="1471613" cy="1716088"/>
            </a:xfrm>
            <a:custGeom>
              <a:avLst/>
              <a:gdLst>
                <a:gd name="T0" fmla="*/ 323 w 392"/>
                <a:gd name="T1" fmla="*/ 412 h 457"/>
                <a:gd name="T2" fmla="*/ 285 w 392"/>
                <a:gd name="T3" fmla="*/ 411 h 457"/>
                <a:gd name="T4" fmla="*/ 243 w 392"/>
                <a:gd name="T5" fmla="*/ 417 h 457"/>
                <a:gd name="T6" fmla="*/ 242 w 392"/>
                <a:gd name="T7" fmla="*/ 420 h 457"/>
                <a:gd name="T8" fmla="*/ 152 w 392"/>
                <a:gd name="T9" fmla="*/ 408 h 457"/>
                <a:gd name="T10" fmla="*/ 152 w 392"/>
                <a:gd name="T11" fmla="*/ 406 h 457"/>
                <a:gd name="T12" fmla="*/ 124 w 392"/>
                <a:gd name="T13" fmla="*/ 380 h 457"/>
                <a:gd name="T14" fmla="*/ 99 w 392"/>
                <a:gd name="T15" fmla="*/ 405 h 457"/>
                <a:gd name="T16" fmla="*/ 70 w 392"/>
                <a:gd name="T17" fmla="*/ 411 h 457"/>
                <a:gd name="T18" fmla="*/ 0 w 392"/>
                <a:gd name="T19" fmla="*/ 366 h 457"/>
                <a:gd name="T20" fmla="*/ 168 w 392"/>
                <a:gd name="T21" fmla="*/ 122 h 457"/>
                <a:gd name="T22" fmla="*/ 264 w 392"/>
                <a:gd name="T23" fmla="*/ 20 h 457"/>
                <a:gd name="T24" fmla="*/ 334 w 392"/>
                <a:gd name="T25" fmla="*/ 60 h 457"/>
                <a:gd name="T26" fmla="*/ 348 w 392"/>
                <a:gd name="T27" fmla="*/ 143 h 457"/>
                <a:gd name="T28" fmla="*/ 323 w 392"/>
                <a:gd name="T29" fmla="*/ 412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2" h="457">
                  <a:moveTo>
                    <a:pt x="323" y="412"/>
                  </a:moveTo>
                  <a:cubicBezTo>
                    <a:pt x="311" y="420"/>
                    <a:pt x="298" y="416"/>
                    <a:pt x="285" y="411"/>
                  </a:cubicBezTo>
                  <a:cubicBezTo>
                    <a:pt x="267" y="404"/>
                    <a:pt x="250" y="393"/>
                    <a:pt x="243" y="417"/>
                  </a:cubicBezTo>
                  <a:cubicBezTo>
                    <a:pt x="243" y="418"/>
                    <a:pt x="243" y="419"/>
                    <a:pt x="242" y="420"/>
                  </a:cubicBezTo>
                  <a:cubicBezTo>
                    <a:pt x="228" y="457"/>
                    <a:pt x="156" y="448"/>
                    <a:pt x="152" y="408"/>
                  </a:cubicBezTo>
                  <a:cubicBezTo>
                    <a:pt x="152" y="407"/>
                    <a:pt x="152" y="407"/>
                    <a:pt x="152" y="406"/>
                  </a:cubicBezTo>
                  <a:cubicBezTo>
                    <a:pt x="149" y="382"/>
                    <a:pt x="137" y="374"/>
                    <a:pt x="124" y="380"/>
                  </a:cubicBezTo>
                  <a:cubicBezTo>
                    <a:pt x="116" y="383"/>
                    <a:pt x="107" y="392"/>
                    <a:pt x="99" y="405"/>
                  </a:cubicBezTo>
                  <a:cubicBezTo>
                    <a:pt x="94" y="415"/>
                    <a:pt x="83" y="415"/>
                    <a:pt x="70" y="411"/>
                  </a:cubicBezTo>
                  <a:cubicBezTo>
                    <a:pt x="40" y="402"/>
                    <a:pt x="0" y="366"/>
                    <a:pt x="0" y="366"/>
                  </a:cubicBezTo>
                  <a:cubicBezTo>
                    <a:pt x="58" y="371"/>
                    <a:pt x="130" y="244"/>
                    <a:pt x="168" y="122"/>
                  </a:cubicBezTo>
                  <a:cubicBezTo>
                    <a:pt x="205" y="0"/>
                    <a:pt x="264" y="20"/>
                    <a:pt x="264" y="20"/>
                  </a:cubicBezTo>
                  <a:cubicBezTo>
                    <a:pt x="269" y="12"/>
                    <a:pt x="334" y="60"/>
                    <a:pt x="334" y="60"/>
                  </a:cubicBezTo>
                  <a:cubicBezTo>
                    <a:pt x="335" y="80"/>
                    <a:pt x="341" y="110"/>
                    <a:pt x="348" y="143"/>
                  </a:cubicBezTo>
                  <a:cubicBezTo>
                    <a:pt x="367" y="238"/>
                    <a:pt x="392" y="367"/>
                    <a:pt x="323" y="412"/>
                  </a:cubicBezTo>
                  <a:close/>
                </a:path>
              </a:pathLst>
            </a:custGeom>
            <a:solidFill>
              <a:srgbClr val="D51E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2" name="Freeform 125">
              <a:extLst>
                <a:ext uri="{FF2B5EF4-FFF2-40B4-BE49-F238E27FC236}">
                  <a16:creationId xmlns:a16="http://schemas.microsoft.com/office/drawing/2014/main" id="{17F98EA8-72A4-41B7-A90E-E066E79C4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2625" y="1631951"/>
              <a:ext cx="1306513" cy="1543050"/>
            </a:xfrm>
            <a:custGeom>
              <a:avLst/>
              <a:gdLst>
                <a:gd name="T0" fmla="*/ 348 w 348"/>
                <a:gd name="T1" fmla="*/ 143 h 411"/>
                <a:gd name="T2" fmla="*/ 156 w 348"/>
                <a:gd name="T3" fmla="*/ 276 h 411"/>
                <a:gd name="T4" fmla="*/ 70 w 348"/>
                <a:gd name="T5" fmla="*/ 411 h 411"/>
                <a:gd name="T6" fmla="*/ 0 w 348"/>
                <a:gd name="T7" fmla="*/ 366 h 411"/>
                <a:gd name="T8" fmla="*/ 168 w 348"/>
                <a:gd name="T9" fmla="*/ 122 h 411"/>
                <a:gd name="T10" fmla="*/ 264 w 348"/>
                <a:gd name="T11" fmla="*/ 20 h 411"/>
                <a:gd name="T12" fmla="*/ 334 w 348"/>
                <a:gd name="T13" fmla="*/ 60 h 411"/>
                <a:gd name="T14" fmla="*/ 348 w 348"/>
                <a:gd name="T15" fmla="*/ 143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8" h="411">
                  <a:moveTo>
                    <a:pt x="348" y="143"/>
                  </a:moveTo>
                  <a:cubicBezTo>
                    <a:pt x="255" y="23"/>
                    <a:pt x="231" y="221"/>
                    <a:pt x="156" y="276"/>
                  </a:cubicBezTo>
                  <a:cubicBezTo>
                    <a:pt x="95" y="321"/>
                    <a:pt x="76" y="382"/>
                    <a:pt x="70" y="411"/>
                  </a:cubicBezTo>
                  <a:cubicBezTo>
                    <a:pt x="40" y="402"/>
                    <a:pt x="0" y="366"/>
                    <a:pt x="0" y="366"/>
                  </a:cubicBezTo>
                  <a:cubicBezTo>
                    <a:pt x="58" y="371"/>
                    <a:pt x="130" y="244"/>
                    <a:pt x="168" y="122"/>
                  </a:cubicBezTo>
                  <a:cubicBezTo>
                    <a:pt x="205" y="0"/>
                    <a:pt x="264" y="20"/>
                    <a:pt x="264" y="20"/>
                  </a:cubicBezTo>
                  <a:cubicBezTo>
                    <a:pt x="269" y="12"/>
                    <a:pt x="334" y="60"/>
                    <a:pt x="334" y="60"/>
                  </a:cubicBezTo>
                  <a:cubicBezTo>
                    <a:pt x="335" y="80"/>
                    <a:pt x="341" y="110"/>
                    <a:pt x="348" y="143"/>
                  </a:cubicBezTo>
                  <a:close/>
                </a:path>
              </a:pathLst>
            </a:custGeom>
            <a:solidFill>
              <a:srgbClr val="BA1A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3" name="Freeform 126">
              <a:extLst>
                <a:ext uri="{FF2B5EF4-FFF2-40B4-BE49-F238E27FC236}">
                  <a16:creationId xmlns:a16="http://schemas.microsoft.com/office/drawing/2014/main" id="{DEA00A3A-BE67-47DE-A993-513F6DB2F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763" y="1976438"/>
              <a:ext cx="431800" cy="1179513"/>
            </a:xfrm>
            <a:custGeom>
              <a:avLst/>
              <a:gdLst>
                <a:gd name="T0" fmla="*/ 115 w 115"/>
                <a:gd name="T1" fmla="*/ 0 h 314"/>
                <a:gd name="T2" fmla="*/ 94 w 115"/>
                <a:gd name="T3" fmla="*/ 151 h 314"/>
                <a:gd name="T4" fmla="*/ 28 w 115"/>
                <a:gd name="T5" fmla="*/ 314 h 314"/>
                <a:gd name="T6" fmla="*/ 0 w 115"/>
                <a:gd name="T7" fmla="*/ 288 h 314"/>
                <a:gd name="T8" fmla="*/ 41 w 115"/>
                <a:gd name="T9" fmla="*/ 203 h 314"/>
                <a:gd name="T10" fmla="*/ 115 w 115"/>
                <a:gd name="T1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5" h="314">
                  <a:moveTo>
                    <a:pt x="115" y="0"/>
                  </a:moveTo>
                  <a:cubicBezTo>
                    <a:pt x="115" y="0"/>
                    <a:pt x="111" y="114"/>
                    <a:pt x="94" y="151"/>
                  </a:cubicBezTo>
                  <a:cubicBezTo>
                    <a:pt x="80" y="183"/>
                    <a:pt x="37" y="253"/>
                    <a:pt x="28" y="314"/>
                  </a:cubicBezTo>
                  <a:cubicBezTo>
                    <a:pt x="25" y="290"/>
                    <a:pt x="13" y="282"/>
                    <a:pt x="0" y="288"/>
                  </a:cubicBezTo>
                  <a:cubicBezTo>
                    <a:pt x="4" y="268"/>
                    <a:pt x="15" y="238"/>
                    <a:pt x="41" y="203"/>
                  </a:cubicBezTo>
                  <a:cubicBezTo>
                    <a:pt x="84" y="145"/>
                    <a:pt x="113" y="7"/>
                    <a:pt x="115" y="0"/>
                  </a:cubicBezTo>
                  <a:close/>
                </a:path>
              </a:pathLst>
            </a:custGeom>
            <a:solidFill>
              <a:srgbClr val="BA1A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4" name="Freeform 127">
              <a:extLst>
                <a:ext uri="{FF2B5EF4-FFF2-40B4-BE49-F238E27FC236}">
                  <a16:creationId xmlns:a16="http://schemas.microsoft.com/office/drawing/2014/main" id="{9DC3F3C7-80E4-40D0-9C86-F90CCFE22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3688" y="1763713"/>
              <a:ext cx="247650" cy="1444625"/>
            </a:xfrm>
            <a:custGeom>
              <a:avLst/>
              <a:gdLst>
                <a:gd name="T0" fmla="*/ 39 w 66"/>
                <a:gd name="T1" fmla="*/ 0 h 385"/>
                <a:gd name="T2" fmla="*/ 50 w 66"/>
                <a:gd name="T3" fmla="*/ 376 h 385"/>
                <a:gd name="T4" fmla="*/ 8 w 66"/>
                <a:gd name="T5" fmla="*/ 382 h 385"/>
                <a:gd name="T6" fmla="*/ 7 w 66"/>
                <a:gd name="T7" fmla="*/ 385 h 385"/>
                <a:gd name="T8" fmla="*/ 17 w 66"/>
                <a:gd name="T9" fmla="*/ 230 h 385"/>
                <a:gd name="T10" fmla="*/ 39 w 66"/>
                <a:gd name="T11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385">
                  <a:moveTo>
                    <a:pt x="39" y="0"/>
                  </a:moveTo>
                  <a:cubicBezTo>
                    <a:pt x="39" y="0"/>
                    <a:pt x="66" y="272"/>
                    <a:pt x="50" y="376"/>
                  </a:cubicBezTo>
                  <a:cubicBezTo>
                    <a:pt x="32" y="369"/>
                    <a:pt x="15" y="358"/>
                    <a:pt x="8" y="382"/>
                  </a:cubicBezTo>
                  <a:cubicBezTo>
                    <a:pt x="8" y="383"/>
                    <a:pt x="8" y="384"/>
                    <a:pt x="7" y="385"/>
                  </a:cubicBezTo>
                  <a:cubicBezTo>
                    <a:pt x="4" y="351"/>
                    <a:pt x="0" y="281"/>
                    <a:pt x="17" y="230"/>
                  </a:cubicBezTo>
                  <a:cubicBezTo>
                    <a:pt x="40" y="160"/>
                    <a:pt x="39" y="0"/>
                    <a:pt x="39" y="0"/>
                  </a:cubicBezTo>
                  <a:close/>
                </a:path>
              </a:pathLst>
            </a:custGeom>
            <a:solidFill>
              <a:srgbClr val="BA1A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5" name="Freeform 128">
              <a:extLst>
                <a:ext uri="{FF2B5EF4-FFF2-40B4-BE49-F238E27FC236}">
                  <a16:creationId xmlns:a16="http://schemas.microsoft.com/office/drawing/2014/main" id="{F34C1FD1-417C-46A4-9E6B-769854F96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2600" y="1651001"/>
              <a:ext cx="1077913" cy="1595438"/>
            </a:xfrm>
            <a:custGeom>
              <a:avLst/>
              <a:gdLst>
                <a:gd name="T0" fmla="*/ 111 w 287"/>
                <a:gd name="T1" fmla="*/ 425 h 425"/>
                <a:gd name="T2" fmla="*/ 115 w 287"/>
                <a:gd name="T3" fmla="*/ 357 h 425"/>
                <a:gd name="T4" fmla="*/ 277 w 287"/>
                <a:gd name="T5" fmla="*/ 46 h 425"/>
                <a:gd name="T6" fmla="*/ 287 w 287"/>
                <a:gd name="T7" fmla="*/ 21 h 425"/>
                <a:gd name="T8" fmla="*/ 220 w 287"/>
                <a:gd name="T9" fmla="*/ 100 h 425"/>
                <a:gd name="T10" fmla="*/ 49 w 287"/>
                <a:gd name="T11" fmla="*/ 348 h 425"/>
                <a:gd name="T12" fmla="*/ 111 w 287"/>
                <a:gd name="T13" fmla="*/ 4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" h="425">
                  <a:moveTo>
                    <a:pt x="111" y="425"/>
                  </a:moveTo>
                  <a:cubicBezTo>
                    <a:pt x="111" y="425"/>
                    <a:pt x="80" y="380"/>
                    <a:pt x="115" y="357"/>
                  </a:cubicBezTo>
                  <a:cubicBezTo>
                    <a:pt x="151" y="334"/>
                    <a:pt x="251" y="110"/>
                    <a:pt x="277" y="46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7" y="21"/>
                    <a:pt x="266" y="0"/>
                    <a:pt x="220" y="100"/>
                  </a:cubicBezTo>
                  <a:cubicBezTo>
                    <a:pt x="174" y="200"/>
                    <a:pt x="99" y="311"/>
                    <a:pt x="49" y="348"/>
                  </a:cubicBezTo>
                  <a:cubicBezTo>
                    <a:pt x="0" y="385"/>
                    <a:pt x="111" y="425"/>
                    <a:pt x="111" y="425"/>
                  </a:cubicBezTo>
                  <a:close/>
                </a:path>
              </a:pathLst>
            </a:custGeom>
            <a:solidFill>
              <a:srgbClr val="F751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6" name="Freeform 129">
              <a:extLst>
                <a:ext uri="{FF2B5EF4-FFF2-40B4-BE49-F238E27FC236}">
                  <a16:creationId xmlns:a16="http://schemas.microsoft.com/office/drawing/2014/main" id="{C4713D88-3F74-4287-BB6C-7F151D7DD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4825" y="3367088"/>
              <a:ext cx="173038" cy="198438"/>
            </a:xfrm>
            <a:custGeom>
              <a:avLst/>
              <a:gdLst>
                <a:gd name="T0" fmla="*/ 46 w 46"/>
                <a:gd name="T1" fmla="*/ 53 h 53"/>
                <a:gd name="T2" fmla="*/ 0 w 46"/>
                <a:gd name="T3" fmla="*/ 48 h 53"/>
                <a:gd name="T4" fmla="*/ 4 w 46"/>
                <a:gd name="T5" fmla="*/ 29 h 53"/>
                <a:gd name="T6" fmla="*/ 5 w 46"/>
                <a:gd name="T7" fmla="*/ 7 h 53"/>
                <a:gd name="T8" fmla="*/ 35 w 46"/>
                <a:gd name="T9" fmla="*/ 7 h 53"/>
                <a:gd name="T10" fmla="*/ 38 w 46"/>
                <a:gd name="T11" fmla="*/ 29 h 53"/>
                <a:gd name="T12" fmla="*/ 46 w 46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53">
                  <a:moveTo>
                    <a:pt x="46" y="53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2" y="45"/>
                    <a:pt x="3" y="37"/>
                    <a:pt x="4" y="29"/>
                  </a:cubicBezTo>
                  <a:cubicBezTo>
                    <a:pt x="5" y="18"/>
                    <a:pt x="5" y="7"/>
                    <a:pt x="5" y="7"/>
                  </a:cubicBezTo>
                  <a:cubicBezTo>
                    <a:pt x="5" y="7"/>
                    <a:pt x="35" y="0"/>
                    <a:pt x="35" y="7"/>
                  </a:cubicBezTo>
                  <a:cubicBezTo>
                    <a:pt x="35" y="11"/>
                    <a:pt x="36" y="21"/>
                    <a:pt x="38" y="29"/>
                  </a:cubicBezTo>
                  <a:cubicBezTo>
                    <a:pt x="42" y="41"/>
                    <a:pt x="46" y="53"/>
                    <a:pt x="46" y="53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7" name="Freeform 130">
              <a:extLst>
                <a:ext uri="{FF2B5EF4-FFF2-40B4-BE49-F238E27FC236}">
                  <a16:creationId xmlns:a16="http://schemas.microsoft.com/office/drawing/2014/main" id="{E1F869AC-EC38-40FA-B119-5E8846BE1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775" y="3502026"/>
              <a:ext cx="195263" cy="98425"/>
            </a:xfrm>
            <a:custGeom>
              <a:avLst/>
              <a:gdLst>
                <a:gd name="T0" fmla="*/ 52 w 52"/>
                <a:gd name="T1" fmla="*/ 20 h 26"/>
                <a:gd name="T2" fmla="*/ 51 w 52"/>
                <a:gd name="T3" fmla="*/ 20 h 26"/>
                <a:gd name="T4" fmla="*/ 50 w 52"/>
                <a:gd name="T5" fmla="*/ 26 h 26"/>
                <a:gd name="T6" fmla="*/ 2 w 52"/>
                <a:gd name="T7" fmla="*/ 26 h 26"/>
                <a:gd name="T8" fmla="*/ 0 w 52"/>
                <a:gd name="T9" fmla="*/ 20 h 26"/>
                <a:gd name="T10" fmla="*/ 0 w 52"/>
                <a:gd name="T11" fmla="*/ 20 h 26"/>
                <a:gd name="T12" fmla="*/ 26 w 52"/>
                <a:gd name="T13" fmla="*/ 0 h 26"/>
                <a:gd name="T14" fmla="*/ 52 w 52"/>
                <a:gd name="T15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6">
                  <a:moveTo>
                    <a:pt x="52" y="20"/>
                  </a:moveTo>
                  <a:cubicBezTo>
                    <a:pt x="52" y="21"/>
                    <a:pt x="51" y="20"/>
                    <a:pt x="51" y="20"/>
                  </a:cubicBezTo>
                  <a:cubicBezTo>
                    <a:pt x="51" y="22"/>
                    <a:pt x="51" y="22"/>
                    <a:pt x="50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2"/>
                    <a:pt x="0" y="22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12" y="0"/>
                    <a:pt x="26" y="0"/>
                  </a:cubicBezTo>
                  <a:cubicBezTo>
                    <a:pt x="40" y="0"/>
                    <a:pt x="52" y="9"/>
                    <a:pt x="52" y="20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8" name="Freeform 131">
              <a:extLst>
                <a:ext uri="{FF2B5EF4-FFF2-40B4-BE49-F238E27FC236}">
                  <a16:creationId xmlns:a16="http://schemas.microsoft.com/office/drawing/2014/main" id="{84D1585A-B7B3-44C2-85C9-C92FD55EE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9113" y="3367088"/>
              <a:ext cx="128588" cy="123825"/>
            </a:xfrm>
            <a:custGeom>
              <a:avLst/>
              <a:gdLst>
                <a:gd name="T0" fmla="*/ 0 w 34"/>
                <a:gd name="T1" fmla="*/ 33 h 33"/>
                <a:gd name="T2" fmla="*/ 1 w 34"/>
                <a:gd name="T3" fmla="*/ 7 h 33"/>
                <a:gd name="T4" fmla="*/ 31 w 34"/>
                <a:gd name="T5" fmla="*/ 7 h 33"/>
                <a:gd name="T6" fmla="*/ 34 w 34"/>
                <a:gd name="T7" fmla="*/ 33 h 33"/>
                <a:gd name="T8" fmla="*/ 0 w 34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3">
                  <a:moveTo>
                    <a:pt x="0" y="33"/>
                  </a:moveTo>
                  <a:cubicBezTo>
                    <a:pt x="1" y="18"/>
                    <a:pt x="1" y="7"/>
                    <a:pt x="1" y="7"/>
                  </a:cubicBezTo>
                  <a:cubicBezTo>
                    <a:pt x="1" y="7"/>
                    <a:pt x="31" y="0"/>
                    <a:pt x="31" y="7"/>
                  </a:cubicBezTo>
                  <a:cubicBezTo>
                    <a:pt x="31" y="11"/>
                    <a:pt x="32" y="18"/>
                    <a:pt x="34" y="33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19" name="Freeform 132">
              <a:extLst>
                <a:ext uri="{FF2B5EF4-FFF2-40B4-BE49-F238E27FC236}">
                  <a16:creationId xmlns:a16="http://schemas.microsoft.com/office/drawing/2014/main" id="{A927BF76-3185-4E42-9385-A5D86EEE2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775" y="3565526"/>
              <a:ext cx="192088" cy="26988"/>
            </a:xfrm>
            <a:custGeom>
              <a:avLst/>
              <a:gdLst>
                <a:gd name="T0" fmla="*/ 51 w 51"/>
                <a:gd name="T1" fmla="*/ 0 h 7"/>
                <a:gd name="T2" fmla="*/ 50 w 51"/>
                <a:gd name="T3" fmla="*/ 7 h 7"/>
                <a:gd name="T4" fmla="*/ 2 w 51"/>
                <a:gd name="T5" fmla="*/ 7 h 7"/>
                <a:gd name="T6" fmla="*/ 0 w 51"/>
                <a:gd name="T7" fmla="*/ 0 h 7"/>
                <a:gd name="T8" fmla="*/ 51 w 5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7">
                  <a:moveTo>
                    <a:pt x="51" y="0"/>
                  </a:moveTo>
                  <a:cubicBezTo>
                    <a:pt x="51" y="0"/>
                    <a:pt x="51" y="3"/>
                    <a:pt x="50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3"/>
                    <a:pt x="0" y="0"/>
                    <a:pt x="0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0" name="Freeform 133">
              <a:extLst>
                <a:ext uri="{FF2B5EF4-FFF2-40B4-BE49-F238E27FC236}">
                  <a16:creationId xmlns:a16="http://schemas.microsoft.com/office/drawing/2014/main" id="{AF8A7DE3-1CF2-4C13-8DD5-ACF0B7207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4038" y="3494088"/>
              <a:ext cx="63500" cy="26988"/>
            </a:xfrm>
            <a:custGeom>
              <a:avLst/>
              <a:gdLst>
                <a:gd name="T0" fmla="*/ 16 w 17"/>
                <a:gd name="T1" fmla="*/ 5 h 7"/>
                <a:gd name="T2" fmla="*/ 0 w 17"/>
                <a:gd name="T3" fmla="*/ 5 h 7"/>
                <a:gd name="T4" fmla="*/ 1 w 17"/>
                <a:gd name="T5" fmla="*/ 7 h 7"/>
                <a:gd name="T6" fmla="*/ 8 w 17"/>
                <a:gd name="T7" fmla="*/ 5 h 7"/>
                <a:gd name="T8" fmla="*/ 16 w 17"/>
                <a:gd name="T9" fmla="*/ 7 h 7"/>
                <a:gd name="T10" fmla="*/ 16 w 17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7">
                  <a:moveTo>
                    <a:pt x="16" y="5"/>
                  </a:moveTo>
                  <a:cubicBezTo>
                    <a:pt x="13" y="0"/>
                    <a:pt x="4" y="2"/>
                    <a:pt x="0" y="5"/>
                  </a:cubicBezTo>
                  <a:cubicBezTo>
                    <a:pt x="0" y="6"/>
                    <a:pt x="0" y="7"/>
                    <a:pt x="1" y="7"/>
                  </a:cubicBezTo>
                  <a:cubicBezTo>
                    <a:pt x="4" y="6"/>
                    <a:pt x="6" y="5"/>
                    <a:pt x="8" y="5"/>
                  </a:cubicBezTo>
                  <a:cubicBezTo>
                    <a:pt x="11" y="5"/>
                    <a:pt x="13" y="6"/>
                    <a:pt x="16" y="7"/>
                  </a:cubicBezTo>
                  <a:cubicBezTo>
                    <a:pt x="16" y="7"/>
                    <a:pt x="17" y="6"/>
                    <a:pt x="16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1" name="Freeform 134">
              <a:extLst>
                <a:ext uri="{FF2B5EF4-FFF2-40B4-BE49-F238E27FC236}">
                  <a16:creationId xmlns:a16="http://schemas.microsoft.com/office/drawing/2014/main" id="{68A72B47-5DD2-454D-BEBB-1661BA75A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9275" y="3521076"/>
              <a:ext cx="63500" cy="22225"/>
            </a:xfrm>
            <a:custGeom>
              <a:avLst/>
              <a:gdLst>
                <a:gd name="T0" fmla="*/ 16 w 17"/>
                <a:gd name="T1" fmla="*/ 3 h 6"/>
                <a:gd name="T2" fmla="*/ 1 w 17"/>
                <a:gd name="T3" fmla="*/ 4 h 6"/>
                <a:gd name="T4" fmla="*/ 1 w 17"/>
                <a:gd name="T5" fmla="*/ 5 h 6"/>
                <a:gd name="T6" fmla="*/ 9 w 17"/>
                <a:gd name="T7" fmla="*/ 4 h 6"/>
                <a:gd name="T8" fmla="*/ 16 w 17"/>
                <a:gd name="T9" fmla="*/ 5 h 6"/>
                <a:gd name="T10" fmla="*/ 16 w 17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6" y="3"/>
                  </a:moveTo>
                  <a:cubicBezTo>
                    <a:pt x="12" y="1"/>
                    <a:pt x="4" y="0"/>
                    <a:pt x="1" y="4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4" y="4"/>
                    <a:pt x="7" y="4"/>
                    <a:pt x="9" y="4"/>
                  </a:cubicBezTo>
                  <a:cubicBezTo>
                    <a:pt x="11" y="4"/>
                    <a:pt x="13" y="6"/>
                    <a:pt x="16" y="5"/>
                  </a:cubicBezTo>
                  <a:cubicBezTo>
                    <a:pt x="17" y="5"/>
                    <a:pt x="17" y="4"/>
                    <a:pt x="16" y="3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2" name="Freeform 135">
              <a:extLst>
                <a:ext uri="{FF2B5EF4-FFF2-40B4-BE49-F238E27FC236}">
                  <a16:creationId xmlns:a16="http://schemas.microsoft.com/office/drawing/2014/main" id="{40E49EE3-9C40-49DF-BA49-9A9AD7A01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7313" y="3392488"/>
              <a:ext cx="300038" cy="222250"/>
            </a:xfrm>
            <a:custGeom>
              <a:avLst/>
              <a:gdLst>
                <a:gd name="T0" fmla="*/ 80 w 80"/>
                <a:gd name="T1" fmla="*/ 49 h 59"/>
                <a:gd name="T2" fmla="*/ 78 w 80"/>
                <a:gd name="T3" fmla="*/ 55 h 59"/>
                <a:gd name="T4" fmla="*/ 1 w 80"/>
                <a:gd name="T5" fmla="*/ 56 h 59"/>
                <a:gd name="T6" fmla="*/ 1 w 80"/>
                <a:gd name="T7" fmla="*/ 54 h 59"/>
                <a:gd name="T8" fmla="*/ 2 w 80"/>
                <a:gd name="T9" fmla="*/ 51 h 59"/>
                <a:gd name="T10" fmla="*/ 31 w 80"/>
                <a:gd name="T11" fmla="*/ 37 h 59"/>
                <a:gd name="T12" fmla="*/ 39 w 80"/>
                <a:gd name="T13" fmla="*/ 33 h 59"/>
                <a:gd name="T14" fmla="*/ 45 w 80"/>
                <a:gd name="T15" fmla="*/ 24 h 59"/>
                <a:gd name="T16" fmla="*/ 48 w 80"/>
                <a:gd name="T17" fmla="*/ 0 h 59"/>
                <a:gd name="T18" fmla="*/ 78 w 80"/>
                <a:gd name="T19" fmla="*/ 0 h 59"/>
                <a:gd name="T20" fmla="*/ 80 w 80"/>
                <a:gd name="T21" fmla="*/ 24 h 59"/>
                <a:gd name="T22" fmla="*/ 80 w 80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59">
                  <a:moveTo>
                    <a:pt x="80" y="49"/>
                  </a:moveTo>
                  <a:cubicBezTo>
                    <a:pt x="79" y="52"/>
                    <a:pt x="79" y="54"/>
                    <a:pt x="78" y="55"/>
                  </a:cubicBezTo>
                  <a:cubicBezTo>
                    <a:pt x="78" y="55"/>
                    <a:pt x="6" y="59"/>
                    <a:pt x="1" y="56"/>
                  </a:cubicBezTo>
                  <a:cubicBezTo>
                    <a:pt x="0" y="56"/>
                    <a:pt x="0" y="55"/>
                    <a:pt x="1" y="54"/>
                  </a:cubicBezTo>
                  <a:cubicBezTo>
                    <a:pt x="1" y="53"/>
                    <a:pt x="2" y="52"/>
                    <a:pt x="2" y="51"/>
                  </a:cubicBezTo>
                  <a:cubicBezTo>
                    <a:pt x="5" y="45"/>
                    <a:pt x="12" y="36"/>
                    <a:pt x="31" y="37"/>
                  </a:cubicBezTo>
                  <a:cubicBezTo>
                    <a:pt x="35" y="35"/>
                    <a:pt x="38" y="34"/>
                    <a:pt x="39" y="33"/>
                  </a:cubicBezTo>
                  <a:cubicBezTo>
                    <a:pt x="42" y="31"/>
                    <a:pt x="43" y="28"/>
                    <a:pt x="45" y="24"/>
                  </a:cubicBezTo>
                  <a:cubicBezTo>
                    <a:pt x="48" y="15"/>
                    <a:pt x="48" y="2"/>
                    <a:pt x="4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9" y="11"/>
                    <a:pt x="80" y="24"/>
                  </a:cubicBezTo>
                  <a:cubicBezTo>
                    <a:pt x="80" y="33"/>
                    <a:pt x="80" y="42"/>
                    <a:pt x="80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3" name="Freeform 136">
              <a:extLst>
                <a:ext uri="{FF2B5EF4-FFF2-40B4-BE49-F238E27FC236}">
                  <a16:creationId xmlns:a16="http://schemas.microsoft.com/office/drawing/2014/main" id="{9A82BCF8-AB06-4A78-921B-40AB75FFB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7175" y="3392488"/>
              <a:ext cx="130175" cy="98425"/>
            </a:xfrm>
            <a:custGeom>
              <a:avLst/>
              <a:gdLst>
                <a:gd name="T0" fmla="*/ 0 w 35"/>
                <a:gd name="T1" fmla="*/ 26 h 26"/>
                <a:gd name="T2" fmla="*/ 3 w 35"/>
                <a:gd name="T3" fmla="*/ 0 h 26"/>
                <a:gd name="T4" fmla="*/ 33 w 35"/>
                <a:gd name="T5" fmla="*/ 1 h 26"/>
                <a:gd name="T6" fmla="*/ 35 w 35"/>
                <a:gd name="T7" fmla="*/ 26 h 26"/>
                <a:gd name="T8" fmla="*/ 0 w 35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6">
                  <a:moveTo>
                    <a:pt x="0" y="26"/>
                  </a:moveTo>
                  <a:cubicBezTo>
                    <a:pt x="3" y="11"/>
                    <a:pt x="3" y="3"/>
                    <a:pt x="3" y="0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1"/>
                    <a:pt x="34" y="11"/>
                    <a:pt x="35" y="26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4" name="Freeform 137">
              <a:extLst>
                <a:ext uri="{FF2B5EF4-FFF2-40B4-BE49-F238E27FC236}">
                  <a16:creationId xmlns:a16="http://schemas.microsoft.com/office/drawing/2014/main" id="{65F99860-DC5C-4A48-9DDD-F5534A3E9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7313" y="3576638"/>
              <a:ext cx="300038" cy="38100"/>
            </a:xfrm>
            <a:custGeom>
              <a:avLst/>
              <a:gdLst>
                <a:gd name="T0" fmla="*/ 80 w 80"/>
                <a:gd name="T1" fmla="*/ 0 h 10"/>
                <a:gd name="T2" fmla="*/ 78 w 80"/>
                <a:gd name="T3" fmla="*/ 6 h 10"/>
                <a:gd name="T4" fmla="*/ 1 w 80"/>
                <a:gd name="T5" fmla="*/ 7 h 10"/>
                <a:gd name="T6" fmla="*/ 1 w 80"/>
                <a:gd name="T7" fmla="*/ 5 h 10"/>
                <a:gd name="T8" fmla="*/ 2 w 80"/>
                <a:gd name="T9" fmla="*/ 2 h 10"/>
                <a:gd name="T10" fmla="*/ 80 w 8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10">
                  <a:moveTo>
                    <a:pt x="80" y="0"/>
                  </a:moveTo>
                  <a:cubicBezTo>
                    <a:pt x="79" y="3"/>
                    <a:pt x="79" y="5"/>
                    <a:pt x="78" y="6"/>
                  </a:cubicBezTo>
                  <a:cubicBezTo>
                    <a:pt x="78" y="6"/>
                    <a:pt x="6" y="10"/>
                    <a:pt x="1" y="7"/>
                  </a:cubicBezTo>
                  <a:cubicBezTo>
                    <a:pt x="0" y="7"/>
                    <a:pt x="0" y="6"/>
                    <a:pt x="1" y="5"/>
                  </a:cubicBezTo>
                  <a:cubicBezTo>
                    <a:pt x="1" y="4"/>
                    <a:pt x="2" y="3"/>
                    <a:pt x="2" y="2"/>
                  </a:cubicBezTo>
                  <a:cubicBezTo>
                    <a:pt x="15" y="2"/>
                    <a:pt x="60" y="3"/>
                    <a:pt x="80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5" name="Freeform 138">
              <a:extLst>
                <a:ext uri="{FF2B5EF4-FFF2-40B4-BE49-F238E27FC236}">
                  <a16:creationId xmlns:a16="http://schemas.microsoft.com/office/drawing/2014/main" id="{1DC8C7F4-970C-4C33-AAFA-3E00CB54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6850" y="3521076"/>
              <a:ext cx="36513" cy="22225"/>
            </a:xfrm>
            <a:custGeom>
              <a:avLst/>
              <a:gdLst>
                <a:gd name="T0" fmla="*/ 10 w 10"/>
                <a:gd name="T1" fmla="*/ 5 h 6"/>
                <a:gd name="T2" fmla="*/ 0 w 10"/>
                <a:gd name="T3" fmla="*/ 2 h 6"/>
                <a:gd name="T4" fmla="*/ 0 w 10"/>
                <a:gd name="T5" fmla="*/ 3 h 6"/>
                <a:gd name="T6" fmla="*/ 4 w 10"/>
                <a:gd name="T7" fmla="*/ 3 h 6"/>
                <a:gd name="T8" fmla="*/ 8 w 10"/>
                <a:gd name="T9" fmla="*/ 6 h 6"/>
                <a:gd name="T10" fmla="*/ 10 w 10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6">
                  <a:moveTo>
                    <a:pt x="10" y="5"/>
                  </a:moveTo>
                  <a:cubicBezTo>
                    <a:pt x="9" y="1"/>
                    <a:pt x="3" y="0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3" y="3"/>
                    <a:pt x="4" y="3"/>
                  </a:cubicBezTo>
                  <a:cubicBezTo>
                    <a:pt x="6" y="4"/>
                    <a:pt x="7" y="5"/>
                    <a:pt x="8" y="6"/>
                  </a:cubicBezTo>
                  <a:cubicBezTo>
                    <a:pt x="9" y="6"/>
                    <a:pt x="10" y="6"/>
                    <a:pt x="10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6" name="Freeform 139">
              <a:extLst>
                <a:ext uri="{FF2B5EF4-FFF2-40B4-BE49-F238E27FC236}">
                  <a16:creationId xmlns:a16="http://schemas.microsoft.com/office/drawing/2014/main" id="{EDA9C3D5-B9BA-4D6F-BF62-60DC1D891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7013" y="3502026"/>
              <a:ext cx="49213" cy="26988"/>
            </a:xfrm>
            <a:custGeom>
              <a:avLst/>
              <a:gdLst>
                <a:gd name="T0" fmla="*/ 12 w 13"/>
                <a:gd name="T1" fmla="*/ 5 h 7"/>
                <a:gd name="T2" fmla="*/ 6 w 13"/>
                <a:gd name="T3" fmla="*/ 1 h 7"/>
                <a:gd name="T4" fmla="*/ 0 w 13"/>
                <a:gd name="T5" fmla="*/ 4 h 7"/>
                <a:gd name="T6" fmla="*/ 1 w 13"/>
                <a:gd name="T7" fmla="*/ 4 h 7"/>
                <a:gd name="T8" fmla="*/ 5 w 13"/>
                <a:gd name="T9" fmla="*/ 3 h 7"/>
                <a:gd name="T10" fmla="*/ 8 w 13"/>
                <a:gd name="T11" fmla="*/ 5 h 7"/>
                <a:gd name="T12" fmla="*/ 11 w 13"/>
                <a:gd name="T13" fmla="*/ 7 h 7"/>
                <a:gd name="T14" fmla="*/ 12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2" y="5"/>
                  </a:moveTo>
                  <a:cubicBezTo>
                    <a:pt x="11" y="3"/>
                    <a:pt x="9" y="1"/>
                    <a:pt x="6" y="1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3"/>
                    <a:pt x="5" y="3"/>
                  </a:cubicBezTo>
                  <a:cubicBezTo>
                    <a:pt x="6" y="3"/>
                    <a:pt x="7" y="4"/>
                    <a:pt x="8" y="5"/>
                  </a:cubicBezTo>
                  <a:cubicBezTo>
                    <a:pt x="9" y="6"/>
                    <a:pt x="10" y="7"/>
                    <a:pt x="11" y="7"/>
                  </a:cubicBezTo>
                  <a:cubicBezTo>
                    <a:pt x="12" y="7"/>
                    <a:pt x="13" y="6"/>
                    <a:pt x="12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7" name="Freeform 140">
              <a:extLst>
                <a:ext uri="{FF2B5EF4-FFF2-40B4-BE49-F238E27FC236}">
                  <a16:creationId xmlns:a16="http://schemas.microsoft.com/office/drawing/2014/main" id="{E251482A-E773-4645-A6D5-2B38812BC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2088" y="1668463"/>
              <a:ext cx="508000" cy="657225"/>
            </a:xfrm>
            <a:custGeom>
              <a:avLst/>
              <a:gdLst>
                <a:gd name="T0" fmla="*/ 1 w 135"/>
                <a:gd name="T1" fmla="*/ 13 h 175"/>
                <a:gd name="T2" fmla="*/ 135 w 135"/>
                <a:gd name="T3" fmla="*/ 11 h 175"/>
                <a:gd name="T4" fmla="*/ 115 w 135"/>
                <a:gd name="T5" fmla="*/ 162 h 175"/>
                <a:gd name="T6" fmla="*/ 19 w 135"/>
                <a:gd name="T7" fmla="*/ 162 h 175"/>
                <a:gd name="T8" fmla="*/ 1 w 135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175">
                  <a:moveTo>
                    <a:pt x="1" y="13"/>
                  </a:moveTo>
                  <a:cubicBezTo>
                    <a:pt x="1" y="13"/>
                    <a:pt x="70" y="0"/>
                    <a:pt x="135" y="11"/>
                  </a:cubicBezTo>
                  <a:cubicBezTo>
                    <a:pt x="135" y="11"/>
                    <a:pt x="120" y="136"/>
                    <a:pt x="115" y="162"/>
                  </a:cubicBezTo>
                  <a:cubicBezTo>
                    <a:pt x="115" y="162"/>
                    <a:pt x="64" y="175"/>
                    <a:pt x="19" y="162"/>
                  </a:cubicBezTo>
                  <a:cubicBezTo>
                    <a:pt x="19" y="162"/>
                    <a:pt x="0" y="37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8" name="Freeform 141">
              <a:extLst>
                <a:ext uri="{FF2B5EF4-FFF2-40B4-BE49-F238E27FC236}">
                  <a16:creationId xmlns:a16="http://schemas.microsoft.com/office/drawing/2014/main" id="{1760FE4C-30EF-4042-9788-DB820FB40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1000" y="1511301"/>
              <a:ext cx="123825" cy="255588"/>
            </a:xfrm>
            <a:custGeom>
              <a:avLst/>
              <a:gdLst>
                <a:gd name="T0" fmla="*/ 33 w 33"/>
                <a:gd name="T1" fmla="*/ 47 h 68"/>
                <a:gd name="T2" fmla="*/ 16 w 33"/>
                <a:gd name="T3" fmla="*/ 68 h 68"/>
                <a:gd name="T4" fmla="*/ 16 w 33"/>
                <a:gd name="T5" fmla="*/ 68 h 68"/>
                <a:gd name="T6" fmla="*/ 0 w 33"/>
                <a:gd name="T7" fmla="*/ 47 h 68"/>
                <a:gd name="T8" fmla="*/ 0 w 33"/>
                <a:gd name="T9" fmla="*/ 21 h 68"/>
                <a:gd name="T10" fmla="*/ 16 w 33"/>
                <a:gd name="T11" fmla="*/ 0 h 68"/>
                <a:gd name="T12" fmla="*/ 16 w 33"/>
                <a:gd name="T13" fmla="*/ 0 h 68"/>
                <a:gd name="T14" fmla="*/ 33 w 33"/>
                <a:gd name="T15" fmla="*/ 21 h 68"/>
                <a:gd name="T16" fmla="*/ 33 w 33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68">
                  <a:moveTo>
                    <a:pt x="33" y="47"/>
                  </a:moveTo>
                  <a:cubicBezTo>
                    <a:pt x="33" y="59"/>
                    <a:pt x="28" y="68"/>
                    <a:pt x="16" y="68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5" y="68"/>
                    <a:pt x="0" y="59"/>
                    <a:pt x="0" y="4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0"/>
                    <a:pt x="5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8" y="0"/>
                    <a:pt x="33" y="10"/>
                    <a:pt x="33" y="21"/>
                  </a:cubicBezTo>
                  <a:lnTo>
                    <a:pt x="33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9" name="Oval 142">
              <a:extLst>
                <a:ext uri="{FF2B5EF4-FFF2-40B4-BE49-F238E27FC236}">
                  <a16:creationId xmlns:a16="http://schemas.microsoft.com/office/drawing/2014/main" id="{59125F30-5A5C-4A26-9D82-7062BC973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8625" y="1816101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0" name="Oval 143">
              <a:extLst>
                <a:ext uri="{FF2B5EF4-FFF2-40B4-BE49-F238E27FC236}">
                  <a16:creationId xmlns:a16="http://schemas.microsoft.com/office/drawing/2014/main" id="{466C0AD2-3FC8-4000-B58F-F2D36DCE4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8625" y="1931988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1" name="Oval 144">
              <a:extLst>
                <a:ext uri="{FF2B5EF4-FFF2-40B4-BE49-F238E27FC236}">
                  <a16:creationId xmlns:a16="http://schemas.microsoft.com/office/drawing/2014/main" id="{62EBCE6F-0E0A-458B-BECF-A3E3FAB76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8625" y="2165351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2" name="Oval 145">
              <a:extLst>
                <a:ext uri="{FF2B5EF4-FFF2-40B4-BE49-F238E27FC236}">
                  <a16:creationId xmlns:a16="http://schemas.microsoft.com/office/drawing/2014/main" id="{1A2BC500-9DDF-4DCA-9589-54BE7499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8625" y="2047876"/>
              <a:ext cx="23813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3" name="Freeform 146">
              <a:extLst>
                <a:ext uri="{FF2B5EF4-FFF2-40B4-BE49-F238E27FC236}">
                  <a16:creationId xmlns:a16="http://schemas.microsoft.com/office/drawing/2014/main" id="{D689D2CE-FD9F-486B-9CDC-48875B110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9238" y="1135063"/>
              <a:ext cx="371475" cy="492125"/>
            </a:xfrm>
            <a:custGeom>
              <a:avLst/>
              <a:gdLst>
                <a:gd name="T0" fmla="*/ 98 w 99"/>
                <a:gd name="T1" fmla="*/ 89 h 131"/>
                <a:gd name="T2" fmla="*/ 70 w 99"/>
                <a:gd name="T3" fmla="*/ 125 h 131"/>
                <a:gd name="T4" fmla="*/ 48 w 99"/>
                <a:gd name="T5" fmla="*/ 129 h 131"/>
                <a:gd name="T6" fmla="*/ 3 w 99"/>
                <a:gd name="T7" fmla="*/ 79 h 131"/>
                <a:gd name="T8" fmla="*/ 4 w 99"/>
                <a:gd name="T9" fmla="*/ 33 h 131"/>
                <a:gd name="T10" fmla="*/ 7 w 99"/>
                <a:gd name="T11" fmla="*/ 25 h 131"/>
                <a:gd name="T12" fmla="*/ 31 w 99"/>
                <a:gd name="T13" fmla="*/ 5 h 131"/>
                <a:gd name="T14" fmla="*/ 63 w 99"/>
                <a:gd name="T15" fmla="*/ 2 h 131"/>
                <a:gd name="T16" fmla="*/ 93 w 99"/>
                <a:gd name="T17" fmla="*/ 28 h 131"/>
                <a:gd name="T18" fmla="*/ 96 w 99"/>
                <a:gd name="T19" fmla="*/ 43 h 131"/>
                <a:gd name="T20" fmla="*/ 98 w 99"/>
                <a:gd name="T21" fmla="*/ 75 h 131"/>
                <a:gd name="T22" fmla="*/ 98 w 99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" h="131">
                  <a:moveTo>
                    <a:pt x="98" y="89"/>
                  </a:moveTo>
                  <a:cubicBezTo>
                    <a:pt x="99" y="106"/>
                    <a:pt x="81" y="119"/>
                    <a:pt x="70" y="125"/>
                  </a:cubicBezTo>
                  <a:cubicBezTo>
                    <a:pt x="58" y="131"/>
                    <a:pt x="48" y="129"/>
                    <a:pt x="48" y="129"/>
                  </a:cubicBezTo>
                  <a:cubicBezTo>
                    <a:pt x="2" y="119"/>
                    <a:pt x="5" y="97"/>
                    <a:pt x="3" y="79"/>
                  </a:cubicBezTo>
                  <a:cubicBezTo>
                    <a:pt x="1" y="70"/>
                    <a:pt x="0" y="53"/>
                    <a:pt x="4" y="33"/>
                  </a:cubicBezTo>
                  <a:cubicBezTo>
                    <a:pt x="5" y="30"/>
                    <a:pt x="6" y="28"/>
                    <a:pt x="7" y="25"/>
                  </a:cubicBezTo>
                  <a:cubicBezTo>
                    <a:pt x="14" y="10"/>
                    <a:pt x="31" y="5"/>
                    <a:pt x="31" y="5"/>
                  </a:cubicBezTo>
                  <a:cubicBezTo>
                    <a:pt x="41" y="1"/>
                    <a:pt x="52" y="0"/>
                    <a:pt x="63" y="2"/>
                  </a:cubicBezTo>
                  <a:cubicBezTo>
                    <a:pt x="78" y="5"/>
                    <a:pt x="89" y="13"/>
                    <a:pt x="93" y="28"/>
                  </a:cubicBezTo>
                  <a:cubicBezTo>
                    <a:pt x="94" y="33"/>
                    <a:pt x="95" y="38"/>
                    <a:pt x="96" y="43"/>
                  </a:cubicBezTo>
                  <a:cubicBezTo>
                    <a:pt x="97" y="54"/>
                    <a:pt x="98" y="64"/>
                    <a:pt x="98" y="75"/>
                  </a:cubicBezTo>
                  <a:cubicBezTo>
                    <a:pt x="98" y="80"/>
                    <a:pt x="98" y="85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4" name="Freeform 147">
              <a:extLst>
                <a:ext uri="{FF2B5EF4-FFF2-40B4-BE49-F238E27FC236}">
                  <a16:creationId xmlns:a16="http://schemas.microsoft.com/office/drawing/2014/main" id="{13E2BBCC-FA00-4E90-9F0C-27193CEC0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0050" y="1289051"/>
              <a:ext cx="93663" cy="169863"/>
            </a:xfrm>
            <a:custGeom>
              <a:avLst/>
              <a:gdLst>
                <a:gd name="T0" fmla="*/ 10 w 25"/>
                <a:gd name="T1" fmla="*/ 3 h 45"/>
                <a:gd name="T2" fmla="*/ 7 w 25"/>
                <a:gd name="T3" fmla="*/ 12 h 45"/>
                <a:gd name="T4" fmla="*/ 8 w 25"/>
                <a:gd name="T5" fmla="*/ 36 h 45"/>
                <a:gd name="T6" fmla="*/ 3 w 25"/>
                <a:gd name="T7" fmla="*/ 38 h 45"/>
                <a:gd name="T8" fmla="*/ 12 w 25"/>
                <a:gd name="T9" fmla="*/ 44 h 45"/>
                <a:gd name="T10" fmla="*/ 19 w 25"/>
                <a:gd name="T11" fmla="*/ 42 h 45"/>
                <a:gd name="T12" fmla="*/ 23 w 25"/>
                <a:gd name="T13" fmla="*/ 34 h 45"/>
                <a:gd name="T14" fmla="*/ 17 w 25"/>
                <a:gd name="T15" fmla="*/ 36 h 45"/>
                <a:gd name="T16" fmla="*/ 10 w 25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5">
                  <a:moveTo>
                    <a:pt x="10" y="3"/>
                  </a:moveTo>
                  <a:cubicBezTo>
                    <a:pt x="10" y="3"/>
                    <a:pt x="7" y="0"/>
                    <a:pt x="7" y="12"/>
                  </a:cubicBezTo>
                  <a:cubicBezTo>
                    <a:pt x="7" y="24"/>
                    <a:pt x="8" y="36"/>
                    <a:pt x="8" y="36"/>
                  </a:cubicBezTo>
                  <a:cubicBezTo>
                    <a:pt x="8" y="36"/>
                    <a:pt x="0" y="32"/>
                    <a:pt x="3" y="38"/>
                  </a:cubicBezTo>
                  <a:cubicBezTo>
                    <a:pt x="5" y="42"/>
                    <a:pt x="8" y="44"/>
                    <a:pt x="12" y="44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5" y="35"/>
                    <a:pt x="23" y="34"/>
                  </a:cubicBezTo>
                  <a:cubicBezTo>
                    <a:pt x="22" y="33"/>
                    <a:pt x="18" y="35"/>
                    <a:pt x="17" y="36"/>
                  </a:cubicBezTo>
                  <a:cubicBezTo>
                    <a:pt x="17" y="36"/>
                    <a:pt x="16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5" name="Freeform 148">
              <a:extLst>
                <a:ext uri="{FF2B5EF4-FFF2-40B4-BE49-F238E27FC236}">
                  <a16:creationId xmlns:a16="http://schemas.microsoft.com/office/drawing/2014/main" id="{C31F5D1C-E671-423D-894B-C3C2F3C6D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8950" y="1252538"/>
              <a:ext cx="101600" cy="60325"/>
            </a:xfrm>
            <a:custGeom>
              <a:avLst/>
              <a:gdLst>
                <a:gd name="T0" fmla="*/ 0 w 27"/>
                <a:gd name="T1" fmla="*/ 4 h 16"/>
                <a:gd name="T2" fmla="*/ 27 w 27"/>
                <a:gd name="T3" fmla="*/ 16 h 16"/>
                <a:gd name="T4" fmla="*/ 0 w 27"/>
                <a:gd name="T5" fmla="*/ 12 h 16"/>
                <a:gd name="T6" fmla="*/ 0 w 27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6">
                  <a:moveTo>
                    <a:pt x="0" y="4"/>
                  </a:moveTo>
                  <a:cubicBezTo>
                    <a:pt x="0" y="4"/>
                    <a:pt x="21" y="0"/>
                    <a:pt x="27" y="16"/>
                  </a:cubicBezTo>
                  <a:cubicBezTo>
                    <a:pt x="27" y="16"/>
                    <a:pt x="4" y="9"/>
                    <a:pt x="0" y="1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6" name="Freeform 149">
              <a:extLst>
                <a:ext uri="{FF2B5EF4-FFF2-40B4-BE49-F238E27FC236}">
                  <a16:creationId xmlns:a16="http://schemas.microsoft.com/office/drawing/2014/main" id="{07AF66D5-DFEF-41DB-8887-4169A8280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0513" y="1255713"/>
              <a:ext cx="104775" cy="57150"/>
            </a:xfrm>
            <a:custGeom>
              <a:avLst/>
              <a:gdLst>
                <a:gd name="T0" fmla="*/ 28 w 28"/>
                <a:gd name="T1" fmla="*/ 5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5"/>
                  </a:moveTo>
                  <a:cubicBezTo>
                    <a:pt x="28" y="5"/>
                    <a:pt x="7" y="0"/>
                    <a:pt x="0" y="15"/>
                  </a:cubicBezTo>
                  <a:cubicBezTo>
                    <a:pt x="0" y="15"/>
                    <a:pt x="24" y="9"/>
                    <a:pt x="28" y="13"/>
                  </a:cubicBezTo>
                  <a:lnTo>
                    <a:pt x="28" y="5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7" name="Freeform 150">
              <a:extLst>
                <a:ext uri="{FF2B5EF4-FFF2-40B4-BE49-F238E27FC236}">
                  <a16:creationId xmlns:a16="http://schemas.microsoft.com/office/drawing/2014/main" id="{C51DF5F3-7502-43C0-AD1D-8D6CE3ECC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9563" y="1319213"/>
              <a:ext cx="90488" cy="87313"/>
            </a:xfrm>
            <a:custGeom>
              <a:avLst/>
              <a:gdLst>
                <a:gd name="T0" fmla="*/ 0 w 24"/>
                <a:gd name="T1" fmla="*/ 12 h 23"/>
                <a:gd name="T2" fmla="*/ 13 w 24"/>
                <a:gd name="T3" fmla="*/ 22 h 23"/>
                <a:gd name="T4" fmla="*/ 24 w 24"/>
                <a:gd name="T5" fmla="*/ 11 h 23"/>
                <a:gd name="T6" fmla="*/ 11 w 24"/>
                <a:gd name="T7" fmla="*/ 1 h 23"/>
                <a:gd name="T8" fmla="*/ 0 w 24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0" y="12"/>
                  </a:moveTo>
                  <a:cubicBezTo>
                    <a:pt x="0" y="18"/>
                    <a:pt x="6" y="23"/>
                    <a:pt x="13" y="22"/>
                  </a:cubicBezTo>
                  <a:cubicBezTo>
                    <a:pt x="19" y="22"/>
                    <a:pt x="24" y="17"/>
                    <a:pt x="24" y="11"/>
                  </a:cubicBezTo>
                  <a:cubicBezTo>
                    <a:pt x="23" y="5"/>
                    <a:pt x="18" y="0"/>
                    <a:pt x="11" y="1"/>
                  </a:cubicBezTo>
                  <a:cubicBezTo>
                    <a:pt x="5" y="1"/>
                    <a:pt x="0" y="6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8" name="Freeform 151">
              <a:extLst>
                <a:ext uri="{FF2B5EF4-FFF2-40B4-BE49-F238E27FC236}">
                  <a16:creationId xmlns:a16="http://schemas.microsoft.com/office/drawing/2014/main" id="{BC049192-36C6-446B-ADDA-7A780437F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8613" y="1323976"/>
              <a:ext cx="55563" cy="74613"/>
            </a:xfrm>
            <a:custGeom>
              <a:avLst/>
              <a:gdLst>
                <a:gd name="T0" fmla="*/ 15 w 15"/>
                <a:gd name="T1" fmla="*/ 10 h 20"/>
                <a:gd name="T2" fmla="*/ 8 w 15"/>
                <a:gd name="T3" fmla="*/ 20 h 20"/>
                <a:gd name="T4" fmla="*/ 0 w 15"/>
                <a:gd name="T5" fmla="*/ 11 h 20"/>
                <a:gd name="T6" fmla="*/ 7 w 15"/>
                <a:gd name="T7" fmla="*/ 1 h 20"/>
                <a:gd name="T8" fmla="*/ 15 w 15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5" y="10"/>
                  </a:moveTo>
                  <a:cubicBezTo>
                    <a:pt x="15" y="15"/>
                    <a:pt x="12" y="20"/>
                    <a:pt x="8" y="20"/>
                  </a:cubicBezTo>
                  <a:cubicBezTo>
                    <a:pt x="4" y="20"/>
                    <a:pt x="0" y="16"/>
                    <a:pt x="0" y="11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1" y="0"/>
                    <a:pt x="15" y="4"/>
                    <a:pt x="15" y="10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9" name="Freeform 152">
              <a:extLst>
                <a:ext uri="{FF2B5EF4-FFF2-40B4-BE49-F238E27FC236}">
                  <a16:creationId xmlns:a16="http://schemas.microsoft.com/office/drawing/2014/main" id="{2160FCF4-5758-457D-B60D-4220DA05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4963" y="1335088"/>
              <a:ext cx="41275" cy="52388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8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1"/>
                    <a:pt x="9" y="14"/>
                    <a:pt x="6" y="14"/>
                  </a:cubicBezTo>
                  <a:cubicBezTo>
                    <a:pt x="3" y="14"/>
                    <a:pt x="0" y="11"/>
                    <a:pt x="0" y="8"/>
                  </a:cubicBez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0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0" name="Freeform 153">
              <a:extLst>
                <a:ext uri="{FF2B5EF4-FFF2-40B4-BE49-F238E27FC236}">
                  <a16:creationId xmlns:a16="http://schemas.microsoft.com/office/drawing/2014/main" id="{B0813D2B-62BA-40E6-BE21-AA869125B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4013" y="1330326"/>
              <a:ext cx="22225" cy="15875"/>
            </a:xfrm>
            <a:custGeom>
              <a:avLst/>
              <a:gdLst>
                <a:gd name="T0" fmla="*/ 6 w 6"/>
                <a:gd name="T1" fmla="*/ 1 h 4"/>
                <a:gd name="T2" fmla="*/ 3 w 6"/>
                <a:gd name="T3" fmla="*/ 3 h 4"/>
                <a:gd name="T4" fmla="*/ 0 w 6"/>
                <a:gd name="T5" fmla="*/ 2 h 4"/>
                <a:gd name="T6" fmla="*/ 3 w 6"/>
                <a:gd name="T7" fmla="*/ 0 h 4"/>
                <a:gd name="T8" fmla="*/ 6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1"/>
                  </a:moveTo>
                  <a:cubicBezTo>
                    <a:pt x="6" y="2"/>
                    <a:pt x="5" y="3"/>
                    <a:pt x="3" y="3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0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1" name="Freeform 154">
              <a:extLst>
                <a:ext uri="{FF2B5EF4-FFF2-40B4-BE49-F238E27FC236}">
                  <a16:creationId xmlns:a16="http://schemas.microsoft.com/office/drawing/2014/main" id="{0517C635-6248-4F21-8541-6DADC4E5F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5775" y="1316038"/>
              <a:ext cx="93663" cy="85725"/>
            </a:xfrm>
            <a:custGeom>
              <a:avLst/>
              <a:gdLst>
                <a:gd name="T0" fmla="*/ 1 w 25"/>
                <a:gd name="T1" fmla="*/ 12 h 23"/>
                <a:gd name="T2" fmla="*/ 14 w 25"/>
                <a:gd name="T3" fmla="*/ 22 h 23"/>
                <a:gd name="T4" fmla="*/ 25 w 25"/>
                <a:gd name="T5" fmla="*/ 10 h 23"/>
                <a:gd name="T6" fmla="*/ 12 w 25"/>
                <a:gd name="T7" fmla="*/ 0 h 23"/>
                <a:gd name="T8" fmla="*/ 1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2"/>
                  </a:moveTo>
                  <a:cubicBezTo>
                    <a:pt x="1" y="18"/>
                    <a:pt x="7" y="23"/>
                    <a:pt x="14" y="22"/>
                  </a:cubicBezTo>
                  <a:cubicBezTo>
                    <a:pt x="20" y="22"/>
                    <a:pt x="25" y="17"/>
                    <a:pt x="25" y="10"/>
                  </a:cubicBezTo>
                  <a:cubicBezTo>
                    <a:pt x="24" y="4"/>
                    <a:pt x="19" y="0"/>
                    <a:pt x="12" y="0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2" name="Freeform 155">
              <a:extLst>
                <a:ext uri="{FF2B5EF4-FFF2-40B4-BE49-F238E27FC236}">
                  <a16:creationId xmlns:a16="http://schemas.microsoft.com/office/drawing/2014/main" id="{BB2CEE7D-A655-447C-A951-CCC22B9CF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0063" y="1319213"/>
              <a:ext cx="57150" cy="76200"/>
            </a:xfrm>
            <a:custGeom>
              <a:avLst/>
              <a:gdLst>
                <a:gd name="T0" fmla="*/ 15 w 15"/>
                <a:gd name="T1" fmla="*/ 9 h 20"/>
                <a:gd name="T2" fmla="*/ 8 w 15"/>
                <a:gd name="T3" fmla="*/ 20 h 20"/>
                <a:gd name="T4" fmla="*/ 0 w 15"/>
                <a:gd name="T5" fmla="*/ 10 h 20"/>
                <a:gd name="T6" fmla="*/ 7 w 15"/>
                <a:gd name="T7" fmla="*/ 0 h 20"/>
                <a:gd name="T8" fmla="*/ 15 w 15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5" y="9"/>
                  </a:moveTo>
                  <a:cubicBezTo>
                    <a:pt x="15" y="15"/>
                    <a:pt x="12" y="19"/>
                    <a:pt x="8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5"/>
                    <a:pt x="3" y="1"/>
                    <a:pt x="7" y="0"/>
                  </a:cubicBezTo>
                  <a:cubicBezTo>
                    <a:pt x="11" y="0"/>
                    <a:pt x="15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3" name="Freeform 156">
              <a:extLst>
                <a:ext uri="{FF2B5EF4-FFF2-40B4-BE49-F238E27FC236}">
                  <a16:creationId xmlns:a16="http://schemas.microsoft.com/office/drawing/2014/main" id="{E5C4953E-365C-4A96-829B-7D8DCE1A4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8000" y="1330326"/>
              <a:ext cx="41275" cy="53975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0"/>
                    <a:pt x="9" y="14"/>
                    <a:pt x="6" y="14"/>
                  </a:cubicBezTo>
                  <a:cubicBezTo>
                    <a:pt x="3" y="14"/>
                    <a:pt x="1" y="11"/>
                    <a:pt x="0" y="7"/>
                  </a:cubicBezTo>
                  <a:cubicBezTo>
                    <a:pt x="0" y="4"/>
                    <a:pt x="2" y="0"/>
                    <a:pt x="5" y="0"/>
                  </a:cubicBezTo>
                  <a:cubicBezTo>
                    <a:pt x="8" y="0"/>
                    <a:pt x="11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4" name="Freeform 157">
              <a:extLst>
                <a:ext uri="{FF2B5EF4-FFF2-40B4-BE49-F238E27FC236}">
                  <a16:creationId xmlns:a16="http://schemas.microsoft.com/office/drawing/2014/main" id="{A102770C-F7B3-4AB3-A54A-951C53FB4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050" y="1323976"/>
              <a:ext cx="22225" cy="14288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0 w 6"/>
                <a:gd name="T5" fmla="*/ 3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4"/>
                    <a:pt x="3" y="4"/>
                  </a:cubicBezTo>
                  <a:cubicBezTo>
                    <a:pt x="2" y="4"/>
                    <a:pt x="0" y="4"/>
                    <a:pt x="0" y="3"/>
                  </a:cubicBezTo>
                  <a:cubicBezTo>
                    <a:pt x="0" y="1"/>
                    <a:pt x="1" y="1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5" name="Freeform 158">
              <a:extLst>
                <a:ext uri="{FF2B5EF4-FFF2-40B4-BE49-F238E27FC236}">
                  <a16:creationId xmlns:a16="http://schemas.microsoft.com/office/drawing/2014/main" id="{E245CD29-DE7A-4ABE-88C3-8D61F4AD3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6075" y="1462088"/>
              <a:ext cx="195263" cy="123825"/>
            </a:xfrm>
            <a:custGeom>
              <a:avLst/>
              <a:gdLst>
                <a:gd name="T0" fmla="*/ 52 w 52"/>
                <a:gd name="T1" fmla="*/ 2 h 33"/>
                <a:gd name="T2" fmla="*/ 47 w 52"/>
                <a:gd name="T3" fmla="*/ 13 h 33"/>
                <a:gd name="T4" fmla="*/ 40 w 52"/>
                <a:gd name="T5" fmla="*/ 22 h 33"/>
                <a:gd name="T6" fmla="*/ 15 w 52"/>
                <a:gd name="T7" fmla="*/ 23 h 33"/>
                <a:gd name="T8" fmla="*/ 4 w 52"/>
                <a:gd name="T9" fmla="*/ 8 h 33"/>
                <a:gd name="T10" fmla="*/ 0 w 52"/>
                <a:gd name="T11" fmla="*/ 0 h 33"/>
                <a:gd name="T12" fmla="*/ 52 w 52"/>
                <a:gd name="T13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3">
                  <a:moveTo>
                    <a:pt x="52" y="2"/>
                  </a:moveTo>
                  <a:cubicBezTo>
                    <a:pt x="52" y="2"/>
                    <a:pt x="50" y="7"/>
                    <a:pt x="47" y="13"/>
                  </a:cubicBezTo>
                  <a:cubicBezTo>
                    <a:pt x="45" y="16"/>
                    <a:pt x="43" y="19"/>
                    <a:pt x="40" y="22"/>
                  </a:cubicBezTo>
                  <a:cubicBezTo>
                    <a:pt x="34" y="29"/>
                    <a:pt x="26" y="33"/>
                    <a:pt x="15" y="23"/>
                  </a:cubicBezTo>
                  <a:cubicBezTo>
                    <a:pt x="12" y="20"/>
                    <a:pt x="8" y="15"/>
                    <a:pt x="4" y="8"/>
                  </a:cubicBezTo>
                  <a:cubicBezTo>
                    <a:pt x="3" y="6"/>
                    <a:pt x="1" y="3"/>
                    <a:pt x="0" y="0"/>
                  </a:cubicBezTo>
                  <a:cubicBezTo>
                    <a:pt x="0" y="0"/>
                    <a:pt x="45" y="8"/>
                    <a:pt x="52" y="2"/>
                  </a:cubicBezTo>
                  <a:close/>
                </a:path>
              </a:pathLst>
            </a:custGeom>
            <a:solidFill>
              <a:srgbClr val="712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6" name="Freeform 159">
              <a:extLst>
                <a:ext uri="{FF2B5EF4-FFF2-40B4-BE49-F238E27FC236}">
                  <a16:creationId xmlns:a16="http://schemas.microsoft.com/office/drawing/2014/main" id="{DC49BEB9-171C-4D5E-B787-BEC5FB7E1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6075" y="1462088"/>
              <a:ext cx="195263" cy="68263"/>
            </a:xfrm>
            <a:custGeom>
              <a:avLst/>
              <a:gdLst>
                <a:gd name="T0" fmla="*/ 52 w 52"/>
                <a:gd name="T1" fmla="*/ 2 h 18"/>
                <a:gd name="T2" fmla="*/ 47 w 52"/>
                <a:gd name="T3" fmla="*/ 13 h 18"/>
                <a:gd name="T4" fmla="*/ 4 w 52"/>
                <a:gd name="T5" fmla="*/ 8 h 18"/>
                <a:gd name="T6" fmla="*/ 0 w 52"/>
                <a:gd name="T7" fmla="*/ 0 h 18"/>
                <a:gd name="T8" fmla="*/ 52 w 52"/>
                <a:gd name="T9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8">
                  <a:moveTo>
                    <a:pt x="52" y="2"/>
                  </a:moveTo>
                  <a:cubicBezTo>
                    <a:pt x="52" y="2"/>
                    <a:pt x="50" y="7"/>
                    <a:pt x="47" y="13"/>
                  </a:cubicBezTo>
                  <a:cubicBezTo>
                    <a:pt x="33" y="18"/>
                    <a:pt x="15" y="13"/>
                    <a:pt x="4" y="8"/>
                  </a:cubicBezTo>
                  <a:cubicBezTo>
                    <a:pt x="3" y="6"/>
                    <a:pt x="1" y="3"/>
                    <a:pt x="0" y="0"/>
                  </a:cubicBezTo>
                  <a:cubicBezTo>
                    <a:pt x="0" y="0"/>
                    <a:pt x="45" y="8"/>
                    <a:pt x="5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7" name="Freeform 160">
              <a:extLst>
                <a:ext uri="{FF2B5EF4-FFF2-40B4-BE49-F238E27FC236}">
                  <a16:creationId xmlns:a16="http://schemas.microsoft.com/office/drawing/2014/main" id="{6800715E-9EF4-4AE8-A23F-4CF7DFAB6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3225" y="1525588"/>
              <a:ext cx="93663" cy="60325"/>
            </a:xfrm>
            <a:custGeom>
              <a:avLst/>
              <a:gdLst>
                <a:gd name="T0" fmla="*/ 25 w 25"/>
                <a:gd name="T1" fmla="*/ 5 h 16"/>
                <a:gd name="T2" fmla="*/ 0 w 25"/>
                <a:gd name="T3" fmla="*/ 6 h 16"/>
                <a:gd name="T4" fmla="*/ 25 w 25"/>
                <a:gd name="T5" fmla="*/ 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6">
                  <a:moveTo>
                    <a:pt x="25" y="5"/>
                  </a:moveTo>
                  <a:cubicBezTo>
                    <a:pt x="19" y="12"/>
                    <a:pt x="11" y="16"/>
                    <a:pt x="0" y="6"/>
                  </a:cubicBezTo>
                  <a:cubicBezTo>
                    <a:pt x="5" y="3"/>
                    <a:pt x="15" y="0"/>
                    <a:pt x="25" y="5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8" name="Freeform 161">
              <a:extLst>
                <a:ext uri="{FF2B5EF4-FFF2-40B4-BE49-F238E27FC236}">
                  <a16:creationId xmlns:a16="http://schemas.microsoft.com/office/drawing/2014/main" id="{BCD68B07-A8FA-41B7-AD12-1B0BDD7FC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225" y="1030288"/>
              <a:ext cx="401638" cy="233363"/>
            </a:xfrm>
            <a:custGeom>
              <a:avLst/>
              <a:gdLst>
                <a:gd name="T0" fmla="*/ 106 w 107"/>
                <a:gd name="T1" fmla="*/ 23 h 62"/>
                <a:gd name="T2" fmla="*/ 95 w 107"/>
                <a:gd name="T3" fmla="*/ 31 h 62"/>
                <a:gd name="T4" fmla="*/ 102 w 107"/>
                <a:gd name="T5" fmla="*/ 16 h 62"/>
                <a:gd name="T6" fmla="*/ 101 w 107"/>
                <a:gd name="T7" fmla="*/ 15 h 62"/>
                <a:gd name="T8" fmla="*/ 99 w 107"/>
                <a:gd name="T9" fmla="*/ 17 h 62"/>
                <a:gd name="T10" fmla="*/ 85 w 107"/>
                <a:gd name="T11" fmla="*/ 19 h 62"/>
                <a:gd name="T12" fmla="*/ 65 w 107"/>
                <a:gd name="T13" fmla="*/ 7 h 62"/>
                <a:gd name="T14" fmla="*/ 40 w 107"/>
                <a:gd name="T15" fmla="*/ 0 h 62"/>
                <a:gd name="T16" fmla="*/ 27 w 107"/>
                <a:gd name="T17" fmla="*/ 3 h 62"/>
                <a:gd name="T18" fmla="*/ 0 w 107"/>
                <a:gd name="T19" fmla="*/ 26 h 62"/>
                <a:gd name="T20" fmla="*/ 0 w 107"/>
                <a:gd name="T21" fmla="*/ 31 h 62"/>
                <a:gd name="T22" fmla="*/ 0 w 107"/>
                <a:gd name="T23" fmla="*/ 36 h 62"/>
                <a:gd name="T24" fmla="*/ 1 w 107"/>
                <a:gd name="T25" fmla="*/ 37 h 62"/>
                <a:gd name="T26" fmla="*/ 1 w 107"/>
                <a:gd name="T27" fmla="*/ 37 h 62"/>
                <a:gd name="T28" fmla="*/ 1 w 107"/>
                <a:gd name="T29" fmla="*/ 36 h 62"/>
                <a:gd name="T30" fmla="*/ 18 w 107"/>
                <a:gd name="T31" fmla="*/ 51 h 62"/>
                <a:gd name="T32" fmla="*/ 61 w 107"/>
                <a:gd name="T33" fmla="*/ 58 h 62"/>
                <a:gd name="T34" fmla="*/ 103 w 107"/>
                <a:gd name="T35" fmla="*/ 30 h 62"/>
                <a:gd name="T36" fmla="*/ 107 w 107"/>
                <a:gd name="T37" fmla="*/ 23 h 62"/>
                <a:gd name="T38" fmla="*/ 106 w 107"/>
                <a:gd name="T39" fmla="*/ 2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7" h="62">
                  <a:moveTo>
                    <a:pt x="106" y="23"/>
                  </a:moveTo>
                  <a:cubicBezTo>
                    <a:pt x="104" y="27"/>
                    <a:pt x="99" y="30"/>
                    <a:pt x="95" y="31"/>
                  </a:cubicBezTo>
                  <a:cubicBezTo>
                    <a:pt x="98" y="27"/>
                    <a:pt x="102" y="21"/>
                    <a:pt x="102" y="16"/>
                  </a:cubicBezTo>
                  <a:cubicBezTo>
                    <a:pt x="102" y="15"/>
                    <a:pt x="101" y="15"/>
                    <a:pt x="101" y="15"/>
                  </a:cubicBezTo>
                  <a:cubicBezTo>
                    <a:pt x="100" y="16"/>
                    <a:pt x="100" y="16"/>
                    <a:pt x="99" y="17"/>
                  </a:cubicBezTo>
                  <a:cubicBezTo>
                    <a:pt x="95" y="20"/>
                    <a:pt x="89" y="20"/>
                    <a:pt x="85" y="19"/>
                  </a:cubicBezTo>
                  <a:cubicBezTo>
                    <a:pt x="78" y="16"/>
                    <a:pt x="71" y="11"/>
                    <a:pt x="65" y="7"/>
                  </a:cubicBezTo>
                  <a:cubicBezTo>
                    <a:pt x="57" y="2"/>
                    <a:pt x="49" y="0"/>
                    <a:pt x="40" y="0"/>
                  </a:cubicBezTo>
                  <a:cubicBezTo>
                    <a:pt x="36" y="0"/>
                    <a:pt x="31" y="1"/>
                    <a:pt x="27" y="3"/>
                  </a:cubicBezTo>
                  <a:cubicBezTo>
                    <a:pt x="16" y="7"/>
                    <a:pt x="3" y="14"/>
                    <a:pt x="0" y="26"/>
                  </a:cubicBezTo>
                  <a:cubicBezTo>
                    <a:pt x="0" y="28"/>
                    <a:pt x="0" y="30"/>
                    <a:pt x="0" y="31"/>
                  </a:cubicBezTo>
                  <a:cubicBezTo>
                    <a:pt x="0" y="32"/>
                    <a:pt x="1" y="36"/>
                    <a:pt x="0" y="36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6"/>
                    <a:pt x="1" y="36"/>
                  </a:cubicBezTo>
                  <a:cubicBezTo>
                    <a:pt x="6" y="32"/>
                    <a:pt x="15" y="48"/>
                    <a:pt x="18" y="51"/>
                  </a:cubicBezTo>
                  <a:cubicBezTo>
                    <a:pt x="30" y="61"/>
                    <a:pt x="47" y="62"/>
                    <a:pt x="61" y="58"/>
                  </a:cubicBezTo>
                  <a:cubicBezTo>
                    <a:pt x="77" y="54"/>
                    <a:pt x="94" y="43"/>
                    <a:pt x="103" y="30"/>
                  </a:cubicBezTo>
                  <a:cubicBezTo>
                    <a:pt x="105" y="28"/>
                    <a:pt x="106" y="26"/>
                    <a:pt x="107" y="23"/>
                  </a:cubicBezTo>
                  <a:cubicBezTo>
                    <a:pt x="107" y="23"/>
                    <a:pt x="107" y="22"/>
                    <a:pt x="106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9" name="Freeform 162">
              <a:extLst>
                <a:ext uri="{FF2B5EF4-FFF2-40B4-BE49-F238E27FC236}">
                  <a16:creationId xmlns:a16="http://schemas.microsoft.com/office/drawing/2014/main" id="{D713CB0C-9634-4C80-8113-33C2F26F6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8488" y="1258888"/>
              <a:ext cx="104775" cy="173038"/>
            </a:xfrm>
            <a:custGeom>
              <a:avLst/>
              <a:gdLst>
                <a:gd name="T0" fmla="*/ 4 w 28"/>
                <a:gd name="T1" fmla="*/ 22 h 46"/>
                <a:gd name="T2" fmla="*/ 22 w 28"/>
                <a:gd name="T3" fmla="*/ 17 h 46"/>
                <a:gd name="T4" fmla="*/ 9 w 28"/>
                <a:gd name="T5" fmla="*/ 45 h 46"/>
                <a:gd name="T6" fmla="*/ 4 w 28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4" y="22"/>
                  </a:moveTo>
                  <a:cubicBezTo>
                    <a:pt x="4" y="22"/>
                    <a:pt x="14" y="0"/>
                    <a:pt x="22" y="17"/>
                  </a:cubicBezTo>
                  <a:cubicBezTo>
                    <a:pt x="28" y="32"/>
                    <a:pt x="17" y="46"/>
                    <a:pt x="9" y="45"/>
                  </a:cubicBezTo>
                  <a:cubicBezTo>
                    <a:pt x="0" y="44"/>
                    <a:pt x="4" y="22"/>
                    <a:pt x="4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0" name="Freeform 163">
              <a:extLst>
                <a:ext uri="{FF2B5EF4-FFF2-40B4-BE49-F238E27FC236}">
                  <a16:creationId xmlns:a16="http://schemas.microsoft.com/office/drawing/2014/main" id="{6DCA0862-D856-4713-9105-0C9D92840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63" y="1301751"/>
              <a:ext cx="68263" cy="100013"/>
            </a:xfrm>
            <a:custGeom>
              <a:avLst/>
              <a:gdLst>
                <a:gd name="T0" fmla="*/ 3 w 18"/>
                <a:gd name="T1" fmla="*/ 15 h 27"/>
                <a:gd name="T2" fmla="*/ 14 w 18"/>
                <a:gd name="T3" fmla="*/ 5 h 27"/>
                <a:gd name="T4" fmla="*/ 18 w 18"/>
                <a:gd name="T5" fmla="*/ 18 h 27"/>
                <a:gd name="T6" fmla="*/ 10 w 18"/>
                <a:gd name="T7" fmla="*/ 15 h 27"/>
                <a:gd name="T8" fmla="*/ 5 w 18"/>
                <a:gd name="T9" fmla="*/ 25 h 27"/>
                <a:gd name="T10" fmla="*/ 3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3" y="15"/>
                  </a:moveTo>
                  <a:cubicBezTo>
                    <a:pt x="3" y="15"/>
                    <a:pt x="11" y="0"/>
                    <a:pt x="14" y="5"/>
                  </a:cubicBezTo>
                  <a:cubicBezTo>
                    <a:pt x="18" y="11"/>
                    <a:pt x="18" y="18"/>
                    <a:pt x="18" y="18"/>
                  </a:cubicBezTo>
                  <a:cubicBezTo>
                    <a:pt x="18" y="18"/>
                    <a:pt x="16" y="10"/>
                    <a:pt x="10" y="15"/>
                  </a:cubicBezTo>
                  <a:cubicBezTo>
                    <a:pt x="10" y="15"/>
                    <a:pt x="17" y="27"/>
                    <a:pt x="5" y="25"/>
                  </a:cubicBezTo>
                  <a:cubicBezTo>
                    <a:pt x="5" y="25"/>
                    <a:pt x="0" y="21"/>
                    <a:pt x="3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1" name="Freeform 164">
              <a:extLst>
                <a:ext uri="{FF2B5EF4-FFF2-40B4-BE49-F238E27FC236}">
                  <a16:creationId xmlns:a16="http://schemas.microsoft.com/office/drawing/2014/main" id="{8CA32CF3-6B74-45D9-AF86-3A4B2A922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8750" y="1147763"/>
              <a:ext cx="165100" cy="220663"/>
            </a:xfrm>
            <a:custGeom>
              <a:avLst/>
              <a:gdLst>
                <a:gd name="T0" fmla="*/ 43 w 44"/>
                <a:gd name="T1" fmla="*/ 4 h 59"/>
                <a:gd name="T2" fmla="*/ 36 w 44"/>
                <a:gd name="T3" fmla="*/ 32 h 59"/>
                <a:gd name="T4" fmla="*/ 28 w 44"/>
                <a:gd name="T5" fmla="*/ 59 h 59"/>
                <a:gd name="T6" fmla="*/ 32 w 44"/>
                <a:gd name="T7" fmla="*/ 2 h 59"/>
                <a:gd name="T8" fmla="*/ 43 w 44"/>
                <a:gd name="T9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59">
                  <a:moveTo>
                    <a:pt x="43" y="4"/>
                  </a:moveTo>
                  <a:cubicBezTo>
                    <a:pt x="43" y="4"/>
                    <a:pt x="44" y="23"/>
                    <a:pt x="36" y="32"/>
                  </a:cubicBezTo>
                  <a:cubicBezTo>
                    <a:pt x="29" y="41"/>
                    <a:pt x="28" y="59"/>
                    <a:pt x="28" y="59"/>
                  </a:cubicBezTo>
                  <a:cubicBezTo>
                    <a:pt x="28" y="59"/>
                    <a:pt x="0" y="23"/>
                    <a:pt x="32" y="2"/>
                  </a:cubicBezTo>
                  <a:cubicBezTo>
                    <a:pt x="32" y="2"/>
                    <a:pt x="38" y="0"/>
                    <a:pt x="43" y="4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2" name="Freeform 165">
              <a:extLst>
                <a:ext uri="{FF2B5EF4-FFF2-40B4-BE49-F238E27FC236}">
                  <a16:creationId xmlns:a16="http://schemas.microsoft.com/office/drawing/2014/main" id="{FA83CCFE-8A16-4C80-9C23-C80ED3235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6100" y="1128713"/>
              <a:ext cx="134938" cy="220663"/>
            </a:xfrm>
            <a:custGeom>
              <a:avLst/>
              <a:gdLst>
                <a:gd name="T0" fmla="*/ 2 w 36"/>
                <a:gd name="T1" fmla="*/ 17 h 59"/>
                <a:gd name="T2" fmla="*/ 18 w 36"/>
                <a:gd name="T3" fmla="*/ 59 h 59"/>
                <a:gd name="T4" fmla="*/ 19 w 36"/>
                <a:gd name="T5" fmla="*/ 8 h 59"/>
                <a:gd name="T6" fmla="*/ 2 w 36"/>
                <a:gd name="T7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59">
                  <a:moveTo>
                    <a:pt x="2" y="17"/>
                  </a:moveTo>
                  <a:cubicBezTo>
                    <a:pt x="2" y="17"/>
                    <a:pt x="15" y="34"/>
                    <a:pt x="18" y="59"/>
                  </a:cubicBezTo>
                  <a:cubicBezTo>
                    <a:pt x="18" y="59"/>
                    <a:pt x="36" y="32"/>
                    <a:pt x="19" y="8"/>
                  </a:cubicBezTo>
                  <a:cubicBezTo>
                    <a:pt x="19" y="8"/>
                    <a:pt x="0" y="0"/>
                    <a:pt x="2" y="17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3" name="Freeform 166">
              <a:extLst>
                <a:ext uri="{FF2B5EF4-FFF2-40B4-BE49-F238E27FC236}">
                  <a16:creationId xmlns:a16="http://schemas.microsoft.com/office/drawing/2014/main" id="{A9D8EEE2-9112-4BD1-8F91-21F995CD1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4625" y="1271588"/>
              <a:ext cx="104775" cy="171450"/>
            </a:xfrm>
            <a:custGeom>
              <a:avLst/>
              <a:gdLst>
                <a:gd name="T0" fmla="*/ 25 w 28"/>
                <a:gd name="T1" fmla="*/ 23 h 46"/>
                <a:gd name="T2" fmla="*/ 6 w 28"/>
                <a:gd name="T3" fmla="*/ 18 h 46"/>
                <a:gd name="T4" fmla="*/ 20 w 28"/>
                <a:gd name="T5" fmla="*/ 45 h 46"/>
                <a:gd name="T6" fmla="*/ 25 w 28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25" y="23"/>
                  </a:moveTo>
                  <a:cubicBezTo>
                    <a:pt x="25" y="23"/>
                    <a:pt x="15" y="0"/>
                    <a:pt x="6" y="18"/>
                  </a:cubicBezTo>
                  <a:cubicBezTo>
                    <a:pt x="0" y="32"/>
                    <a:pt x="11" y="46"/>
                    <a:pt x="20" y="45"/>
                  </a:cubicBezTo>
                  <a:cubicBezTo>
                    <a:pt x="28" y="44"/>
                    <a:pt x="25" y="23"/>
                    <a:pt x="25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4" name="Freeform 167">
              <a:extLst>
                <a:ext uri="{FF2B5EF4-FFF2-40B4-BE49-F238E27FC236}">
                  <a16:creationId xmlns:a16="http://schemas.microsoft.com/office/drawing/2014/main" id="{60AF2ED7-5D03-4D73-988F-64265021A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7963" y="1316038"/>
              <a:ext cx="68263" cy="101600"/>
            </a:xfrm>
            <a:custGeom>
              <a:avLst/>
              <a:gdLst>
                <a:gd name="T0" fmla="*/ 15 w 18"/>
                <a:gd name="T1" fmla="*/ 14 h 27"/>
                <a:gd name="T2" fmla="*/ 4 w 18"/>
                <a:gd name="T3" fmla="*/ 5 h 27"/>
                <a:gd name="T4" fmla="*/ 0 w 18"/>
                <a:gd name="T5" fmla="*/ 17 h 27"/>
                <a:gd name="T6" fmla="*/ 8 w 18"/>
                <a:gd name="T7" fmla="*/ 15 h 27"/>
                <a:gd name="T8" fmla="*/ 13 w 18"/>
                <a:gd name="T9" fmla="*/ 24 h 27"/>
                <a:gd name="T10" fmla="*/ 15 w 18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5" y="14"/>
                  </a:moveTo>
                  <a:cubicBezTo>
                    <a:pt x="15" y="14"/>
                    <a:pt x="8" y="0"/>
                    <a:pt x="4" y="5"/>
                  </a:cubicBezTo>
                  <a:cubicBezTo>
                    <a:pt x="0" y="10"/>
                    <a:pt x="0" y="17"/>
                    <a:pt x="0" y="17"/>
                  </a:cubicBezTo>
                  <a:cubicBezTo>
                    <a:pt x="0" y="17"/>
                    <a:pt x="3" y="10"/>
                    <a:pt x="8" y="15"/>
                  </a:cubicBezTo>
                  <a:cubicBezTo>
                    <a:pt x="8" y="15"/>
                    <a:pt x="1" y="27"/>
                    <a:pt x="13" y="24"/>
                  </a:cubicBezTo>
                  <a:cubicBezTo>
                    <a:pt x="13" y="24"/>
                    <a:pt x="18" y="21"/>
                    <a:pt x="15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7" name="Freeform 170">
              <a:extLst>
                <a:ext uri="{FF2B5EF4-FFF2-40B4-BE49-F238E27FC236}">
                  <a16:creationId xmlns:a16="http://schemas.microsoft.com/office/drawing/2014/main" id="{12ABD00C-407B-4D12-A1A3-560D187ED4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50350" y="1285876"/>
              <a:ext cx="371475" cy="146050"/>
            </a:xfrm>
            <a:custGeom>
              <a:avLst/>
              <a:gdLst>
                <a:gd name="T0" fmla="*/ 95 w 99"/>
                <a:gd name="T1" fmla="*/ 26 h 39"/>
                <a:gd name="T2" fmla="*/ 97 w 99"/>
                <a:gd name="T3" fmla="*/ 8 h 39"/>
                <a:gd name="T4" fmla="*/ 97 w 99"/>
                <a:gd name="T5" fmla="*/ 7 h 39"/>
                <a:gd name="T6" fmla="*/ 96 w 99"/>
                <a:gd name="T7" fmla="*/ 7 h 39"/>
                <a:gd name="T8" fmla="*/ 59 w 99"/>
                <a:gd name="T9" fmla="*/ 8 h 39"/>
                <a:gd name="T10" fmla="*/ 54 w 99"/>
                <a:gd name="T11" fmla="*/ 11 h 39"/>
                <a:gd name="T12" fmla="*/ 54 w 99"/>
                <a:gd name="T13" fmla="*/ 11 h 39"/>
                <a:gd name="T14" fmla="*/ 47 w 99"/>
                <a:gd name="T15" fmla="*/ 11 h 39"/>
                <a:gd name="T16" fmla="*/ 46 w 99"/>
                <a:gd name="T17" fmla="*/ 11 h 39"/>
                <a:gd name="T18" fmla="*/ 46 w 99"/>
                <a:gd name="T19" fmla="*/ 10 h 39"/>
                <a:gd name="T20" fmla="*/ 39 w 99"/>
                <a:gd name="T21" fmla="*/ 8 h 39"/>
                <a:gd name="T22" fmla="*/ 2 w 99"/>
                <a:gd name="T23" fmla="*/ 9 h 39"/>
                <a:gd name="T24" fmla="*/ 1 w 99"/>
                <a:gd name="T25" fmla="*/ 9 h 39"/>
                <a:gd name="T26" fmla="*/ 1 w 99"/>
                <a:gd name="T27" fmla="*/ 10 h 39"/>
                <a:gd name="T28" fmla="*/ 5 w 99"/>
                <a:gd name="T29" fmla="*/ 27 h 39"/>
                <a:gd name="T30" fmla="*/ 15 w 99"/>
                <a:gd name="T31" fmla="*/ 36 h 39"/>
                <a:gd name="T32" fmla="*/ 26 w 99"/>
                <a:gd name="T33" fmla="*/ 38 h 39"/>
                <a:gd name="T34" fmla="*/ 44 w 99"/>
                <a:gd name="T35" fmla="*/ 26 h 39"/>
                <a:gd name="T36" fmla="*/ 44 w 99"/>
                <a:gd name="T37" fmla="*/ 25 h 39"/>
                <a:gd name="T38" fmla="*/ 46 w 99"/>
                <a:gd name="T39" fmla="*/ 17 h 39"/>
                <a:gd name="T40" fmla="*/ 52 w 99"/>
                <a:gd name="T41" fmla="*/ 17 h 39"/>
                <a:gd name="T42" fmla="*/ 55 w 99"/>
                <a:gd name="T43" fmla="*/ 26 h 39"/>
                <a:gd name="T44" fmla="*/ 55 w 99"/>
                <a:gd name="T45" fmla="*/ 27 h 39"/>
                <a:gd name="T46" fmla="*/ 74 w 99"/>
                <a:gd name="T47" fmla="*/ 38 h 39"/>
                <a:gd name="T48" fmla="*/ 86 w 99"/>
                <a:gd name="T49" fmla="*/ 35 h 39"/>
                <a:gd name="T50" fmla="*/ 95 w 99"/>
                <a:gd name="T51" fmla="*/ 26 h 39"/>
                <a:gd name="T52" fmla="*/ 26 w 99"/>
                <a:gd name="T53" fmla="*/ 34 h 39"/>
                <a:gd name="T54" fmla="*/ 16 w 99"/>
                <a:gd name="T55" fmla="*/ 33 h 39"/>
                <a:gd name="T56" fmla="*/ 9 w 99"/>
                <a:gd name="T57" fmla="*/ 26 h 39"/>
                <a:gd name="T58" fmla="*/ 5 w 99"/>
                <a:gd name="T59" fmla="*/ 12 h 39"/>
                <a:gd name="T60" fmla="*/ 38 w 99"/>
                <a:gd name="T61" fmla="*/ 11 h 39"/>
                <a:gd name="T62" fmla="*/ 43 w 99"/>
                <a:gd name="T63" fmla="*/ 13 h 39"/>
                <a:gd name="T64" fmla="*/ 41 w 99"/>
                <a:gd name="T65" fmla="*/ 24 h 39"/>
                <a:gd name="T66" fmla="*/ 40 w 99"/>
                <a:gd name="T67" fmla="*/ 24 h 39"/>
                <a:gd name="T68" fmla="*/ 26 w 99"/>
                <a:gd name="T69" fmla="*/ 34 h 39"/>
                <a:gd name="T70" fmla="*/ 84 w 99"/>
                <a:gd name="T71" fmla="*/ 32 h 39"/>
                <a:gd name="T72" fmla="*/ 74 w 99"/>
                <a:gd name="T73" fmla="*/ 34 h 39"/>
                <a:gd name="T74" fmla="*/ 59 w 99"/>
                <a:gd name="T75" fmla="*/ 25 h 39"/>
                <a:gd name="T76" fmla="*/ 59 w 99"/>
                <a:gd name="T77" fmla="*/ 24 h 39"/>
                <a:gd name="T78" fmla="*/ 56 w 99"/>
                <a:gd name="T79" fmla="*/ 14 h 39"/>
                <a:gd name="T80" fmla="*/ 61 w 99"/>
                <a:gd name="T81" fmla="*/ 12 h 39"/>
                <a:gd name="T82" fmla="*/ 94 w 99"/>
                <a:gd name="T83" fmla="*/ 10 h 39"/>
                <a:gd name="T84" fmla="*/ 91 w 99"/>
                <a:gd name="T85" fmla="*/ 24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5" y="26"/>
                  </a:moveTo>
                  <a:cubicBezTo>
                    <a:pt x="99" y="14"/>
                    <a:pt x="98" y="9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78" y="0"/>
                    <a:pt x="59" y="8"/>
                  </a:cubicBezTo>
                  <a:cubicBezTo>
                    <a:pt x="57" y="9"/>
                    <a:pt x="55" y="10"/>
                    <a:pt x="54" y="11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4" y="9"/>
                    <a:pt x="41" y="8"/>
                    <a:pt x="39" y="8"/>
                  </a:cubicBezTo>
                  <a:cubicBezTo>
                    <a:pt x="20" y="0"/>
                    <a:pt x="3" y="8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0" y="16"/>
                    <a:pt x="5" y="27"/>
                  </a:cubicBezTo>
                  <a:cubicBezTo>
                    <a:pt x="7" y="32"/>
                    <a:pt x="10" y="35"/>
                    <a:pt x="15" y="36"/>
                  </a:cubicBezTo>
                  <a:cubicBezTo>
                    <a:pt x="20" y="39"/>
                    <a:pt x="26" y="38"/>
                    <a:pt x="26" y="38"/>
                  </a:cubicBezTo>
                  <a:cubicBezTo>
                    <a:pt x="40" y="37"/>
                    <a:pt x="43" y="30"/>
                    <a:pt x="44" y="26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2"/>
                    <a:pt x="46" y="19"/>
                    <a:pt x="46" y="17"/>
                  </a:cubicBezTo>
                  <a:cubicBezTo>
                    <a:pt x="48" y="17"/>
                    <a:pt x="50" y="16"/>
                    <a:pt x="52" y="17"/>
                  </a:cubicBezTo>
                  <a:cubicBezTo>
                    <a:pt x="53" y="20"/>
                    <a:pt x="54" y="22"/>
                    <a:pt x="55" y="26"/>
                  </a:cubicBezTo>
                  <a:cubicBezTo>
                    <a:pt x="55" y="26"/>
                    <a:pt x="55" y="26"/>
                    <a:pt x="55" y="27"/>
                  </a:cubicBezTo>
                  <a:cubicBezTo>
                    <a:pt x="57" y="31"/>
                    <a:pt x="60" y="37"/>
                    <a:pt x="74" y="38"/>
                  </a:cubicBezTo>
                  <a:cubicBezTo>
                    <a:pt x="74" y="38"/>
                    <a:pt x="80" y="38"/>
                    <a:pt x="86" y="35"/>
                  </a:cubicBezTo>
                  <a:cubicBezTo>
                    <a:pt x="90" y="33"/>
                    <a:pt x="93" y="30"/>
                    <a:pt x="95" y="26"/>
                  </a:cubicBezTo>
                  <a:close/>
                  <a:moveTo>
                    <a:pt x="26" y="34"/>
                  </a:moveTo>
                  <a:cubicBezTo>
                    <a:pt x="26" y="34"/>
                    <a:pt x="21" y="35"/>
                    <a:pt x="16" y="33"/>
                  </a:cubicBezTo>
                  <a:cubicBezTo>
                    <a:pt x="12" y="31"/>
                    <a:pt x="10" y="29"/>
                    <a:pt x="9" y="26"/>
                  </a:cubicBezTo>
                  <a:cubicBezTo>
                    <a:pt x="5" y="18"/>
                    <a:pt x="5" y="14"/>
                    <a:pt x="5" y="12"/>
                  </a:cubicBezTo>
                  <a:cubicBezTo>
                    <a:pt x="9" y="10"/>
                    <a:pt x="23" y="6"/>
                    <a:pt x="38" y="11"/>
                  </a:cubicBezTo>
                  <a:cubicBezTo>
                    <a:pt x="39" y="12"/>
                    <a:pt x="41" y="13"/>
                    <a:pt x="43" y="13"/>
                  </a:cubicBezTo>
                  <a:cubicBezTo>
                    <a:pt x="43" y="15"/>
                    <a:pt x="42" y="19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8"/>
                    <a:pt x="37" y="33"/>
                    <a:pt x="26" y="34"/>
                  </a:cubicBezTo>
                  <a:close/>
                  <a:moveTo>
                    <a:pt x="84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3" y="33"/>
                    <a:pt x="61" y="29"/>
                    <a:pt x="59" y="25"/>
                  </a:cubicBezTo>
                  <a:cubicBezTo>
                    <a:pt x="59" y="25"/>
                    <a:pt x="59" y="24"/>
                    <a:pt x="59" y="24"/>
                  </a:cubicBezTo>
                  <a:cubicBezTo>
                    <a:pt x="57" y="20"/>
                    <a:pt x="56" y="16"/>
                    <a:pt x="56" y="14"/>
                  </a:cubicBezTo>
                  <a:cubicBezTo>
                    <a:pt x="58" y="13"/>
                    <a:pt x="59" y="13"/>
                    <a:pt x="61" y="12"/>
                  </a:cubicBezTo>
                  <a:cubicBezTo>
                    <a:pt x="75" y="5"/>
                    <a:pt x="90" y="9"/>
                    <a:pt x="94" y="10"/>
                  </a:cubicBezTo>
                  <a:cubicBezTo>
                    <a:pt x="94" y="12"/>
                    <a:pt x="94" y="16"/>
                    <a:pt x="91" y="24"/>
                  </a:cubicBezTo>
                  <a:cubicBezTo>
                    <a:pt x="90" y="28"/>
                    <a:pt x="87" y="30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8" name="Freeform 171">
              <a:extLst>
                <a:ext uri="{FF2B5EF4-FFF2-40B4-BE49-F238E27FC236}">
                  <a16:creationId xmlns:a16="http://schemas.microsoft.com/office/drawing/2014/main" id="{09F4DC87-656F-41CA-BAC6-6F2DC9949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1625" y="1643063"/>
              <a:ext cx="139700" cy="198438"/>
            </a:xfrm>
            <a:custGeom>
              <a:avLst/>
              <a:gdLst>
                <a:gd name="T0" fmla="*/ 17 w 37"/>
                <a:gd name="T1" fmla="*/ 0 h 53"/>
                <a:gd name="T2" fmla="*/ 0 w 37"/>
                <a:gd name="T3" fmla="*/ 17 h 53"/>
                <a:gd name="T4" fmla="*/ 14 w 37"/>
                <a:gd name="T5" fmla="*/ 53 h 53"/>
                <a:gd name="T6" fmla="*/ 37 w 37"/>
                <a:gd name="T7" fmla="*/ 33 h 53"/>
                <a:gd name="T8" fmla="*/ 17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17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19" y="14"/>
                    <a:pt x="17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9" name="Freeform 172">
              <a:extLst>
                <a:ext uri="{FF2B5EF4-FFF2-40B4-BE49-F238E27FC236}">
                  <a16:creationId xmlns:a16="http://schemas.microsoft.com/office/drawing/2014/main" id="{27A22C2B-30AF-451A-AB68-3C9AF6984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1325" y="1643063"/>
              <a:ext cx="138113" cy="198438"/>
            </a:xfrm>
            <a:custGeom>
              <a:avLst/>
              <a:gdLst>
                <a:gd name="T0" fmla="*/ 21 w 37"/>
                <a:gd name="T1" fmla="*/ 0 h 53"/>
                <a:gd name="T2" fmla="*/ 37 w 37"/>
                <a:gd name="T3" fmla="*/ 17 h 53"/>
                <a:gd name="T4" fmla="*/ 23 w 37"/>
                <a:gd name="T5" fmla="*/ 53 h 53"/>
                <a:gd name="T6" fmla="*/ 0 w 37"/>
                <a:gd name="T7" fmla="*/ 33 h 53"/>
                <a:gd name="T8" fmla="*/ 21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21" y="0"/>
                  </a:moveTo>
                  <a:cubicBezTo>
                    <a:pt x="37" y="17"/>
                    <a:pt x="37" y="17"/>
                    <a:pt x="37" y="17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8" y="14"/>
                    <a:pt x="21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0" name="Freeform 173">
              <a:extLst>
                <a:ext uri="{FF2B5EF4-FFF2-40B4-BE49-F238E27FC236}">
                  <a16:creationId xmlns:a16="http://schemas.microsoft.com/office/drawing/2014/main" id="{75FFB2F3-7348-4AB2-B4F6-5A1D34226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6063" y="2278063"/>
              <a:ext cx="415925" cy="1185863"/>
            </a:xfrm>
            <a:custGeom>
              <a:avLst/>
              <a:gdLst>
                <a:gd name="T0" fmla="*/ 1 w 111"/>
                <a:gd name="T1" fmla="*/ 316 h 316"/>
                <a:gd name="T2" fmla="*/ 40 w 111"/>
                <a:gd name="T3" fmla="*/ 316 h 316"/>
                <a:gd name="T4" fmla="*/ 52 w 111"/>
                <a:gd name="T5" fmla="*/ 72 h 316"/>
                <a:gd name="T6" fmla="*/ 56 w 111"/>
                <a:gd name="T7" fmla="*/ 72 h 316"/>
                <a:gd name="T8" fmla="*/ 70 w 111"/>
                <a:gd name="T9" fmla="*/ 314 h 316"/>
                <a:gd name="T10" fmla="*/ 110 w 111"/>
                <a:gd name="T11" fmla="*/ 314 h 316"/>
                <a:gd name="T12" fmla="*/ 101 w 111"/>
                <a:gd name="T13" fmla="*/ 0 h 316"/>
                <a:gd name="T14" fmla="*/ 5 w 111"/>
                <a:gd name="T15" fmla="*/ 0 h 316"/>
                <a:gd name="T16" fmla="*/ 1 w 111"/>
                <a:gd name="T17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316">
                  <a:moveTo>
                    <a:pt x="1" y="316"/>
                  </a:moveTo>
                  <a:cubicBezTo>
                    <a:pt x="40" y="316"/>
                    <a:pt x="40" y="316"/>
                    <a:pt x="40" y="316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53" y="72"/>
                    <a:pt x="54" y="72"/>
                    <a:pt x="56" y="72"/>
                  </a:cubicBezTo>
                  <a:cubicBezTo>
                    <a:pt x="70" y="314"/>
                    <a:pt x="70" y="314"/>
                    <a:pt x="70" y="314"/>
                  </a:cubicBezTo>
                  <a:cubicBezTo>
                    <a:pt x="110" y="314"/>
                    <a:pt x="110" y="314"/>
                    <a:pt x="110" y="314"/>
                  </a:cubicBezTo>
                  <a:cubicBezTo>
                    <a:pt x="110" y="284"/>
                    <a:pt x="111" y="53"/>
                    <a:pt x="10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2"/>
                    <a:pt x="0" y="221"/>
                    <a:pt x="1" y="31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1" name="Freeform 174">
              <a:extLst>
                <a:ext uri="{FF2B5EF4-FFF2-40B4-BE49-F238E27FC236}">
                  <a16:creationId xmlns:a16="http://schemas.microsoft.com/office/drawing/2014/main" id="{D3DC7BC4-843F-4B6E-BD0D-63FDAE27A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2613" y="2278063"/>
              <a:ext cx="46038" cy="52388"/>
            </a:xfrm>
            <a:custGeom>
              <a:avLst/>
              <a:gdLst>
                <a:gd name="T0" fmla="*/ 1 w 12"/>
                <a:gd name="T1" fmla="*/ 14 h 14"/>
                <a:gd name="T2" fmla="*/ 12 w 12"/>
                <a:gd name="T3" fmla="*/ 14 h 14"/>
                <a:gd name="T4" fmla="*/ 11 w 12"/>
                <a:gd name="T5" fmla="*/ 0 h 14"/>
                <a:gd name="T6" fmla="*/ 0 w 12"/>
                <a:gd name="T7" fmla="*/ 0 h 14"/>
                <a:gd name="T8" fmla="*/ 1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1" y="10"/>
                    <a:pt x="1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2" name="Freeform 175">
              <a:extLst>
                <a:ext uri="{FF2B5EF4-FFF2-40B4-BE49-F238E27FC236}">
                  <a16:creationId xmlns:a16="http://schemas.microsoft.com/office/drawing/2014/main" id="{7232F0E0-EC63-4E20-8F43-D0BF7855A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1950" y="2278063"/>
              <a:ext cx="187325" cy="55563"/>
            </a:xfrm>
            <a:custGeom>
              <a:avLst/>
              <a:gdLst>
                <a:gd name="T0" fmla="*/ 49 w 50"/>
                <a:gd name="T1" fmla="*/ 0 h 15"/>
                <a:gd name="T2" fmla="*/ 0 w 50"/>
                <a:gd name="T3" fmla="*/ 0 h 15"/>
                <a:gd name="T4" fmla="*/ 0 w 50"/>
                <a:gd name="T5" fmla="*/ 15 h 15"/>
                <a:gd name="T6" fmla="*/ 50 w 50"/>
                <a:gd name="T7" fmla="*/ 14 h 15"/>
                <a:gd name="T8" fmla="*/ 49 w 5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5">
                  <a:moveTo>
                    <a:pt x="4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0"/>
                    <a:pt x="0" y="15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0"/>
                    <a:pt x="49" y="5"/>
                    <a:pt x="49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3" name="Freeform 176">
              <a:extLst>
                <a:ext uri="{FF2B5EF4-FFF2-40B4-BE49-F238E27FC236}">
                  <a16:creationId xmlns:a16="http://schemas.microsoft.com/office/drawing/2014/main" id="{8615DC2B-7AF4-4281-AEAB-CC1253DEC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3525" y="2278063"/>
              <a:ext cx="57150" cy="60325"/>
            </a:xfrm>
            <a:custGeom>
              <a:avLst/>
              <a:gdLst>
                <a:gd name="T0" fmla="*/ 14 w 15"/>
                <a:gd name="T1" fmla="*/ 0 h 16"/>
                <a:gd name="T2" fmla="*/ 0 w 15"/>
                <a:gd name="T3" fmla="*/ 0 h 16"/>
                <a:gd name="T4" fmla="*/ 0 w 15"/>
                <a:gd name="T5" fmla="*/ 16 h 16"/>
                <a:gd name="T6" fmla="*/ 15 w 15"/>
                <a:gd name="T7" fmla="*/ 16 h 16"/>
                <a:gd name="T8" fmla="*/ 14 w 15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1"/>
                    <a:pt x="14" y="5"/>
                    <a:pt x="14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4" name="Rectangle 177">
              <a:extLst>
                <a:ext uri="{FF2B5EF4-FFF2-40B4-BE49-F238E27FC236}">
                  <a16:creationId xmlns:a16="http://schemas.microsoft.com/office/drawing/2014/main" id="{0C70ABAD-593B-4CAA-AB3D-3DEFA6D53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6400" y="2262188"/>
              <a:ext cx="68263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5" name="Freeform 178">
              <a:extLst>
                <a:ext uri="{FF2B5EF4-FFF2-40B4-BE49-F238E27FC236}">
                  <a16:creationId xmlns:a16="http://schemas.microsoft.com/office/drawing/2014/main" id="{1F430154-FBDF-492E-9B23-7DD40530C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7925" y="1849438"/>
              <a:ext cx="311150" cy="503238"/>
            </a:xfrm>
            <a:custGeom>
              <a:avLst/>
              <a:gdLst>
                <a:gd name="T0" fmla="*/ 48 w 83"/>
                <a:gd name="T1" fmla="*/ 9 h 134"/>
                <a:gd name="T2" fmla="*/ 0 w 83"/>
                <a:gd name="T3" fmla="*/ 73 h 134"/>
                <a:gd name="T4" fmla="*/ 77 w 83"/>
                <a:gd name="T5" fmla="*/ 134 h 134"/>
                <a:gd name="T6" fmla="*/ 83 w 83"/>
                <a:gd name="T7" fmla="*/ 118 h 134"/>
                <a:gd name="T8" fmla="*/ 31 w 83"/>
                <a:gd name="T9" fmla="*/ 66 h 134"/>
                <a:gd name="T10" fmla="*/ 65 w 83"/>
                <a:gd name="T11" fmla="*/ 31 h 134"/>
                <a:gd name="T12" fmla="*/ 48 w 83"/>
                <a:gd name="T13" fmla="*/ 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134">
                  <a:moveTo>
                    <a:pt x="48" y="9"/>
                  </a:moveTo>
                  <a:cubicBezTo>
                    <a:pt x="55" y="0"/>
                    <a:pt x="0" y="60"/>
                    <a:pt x="0" y="73"/>
                  </a:cubicBezTo>
                  <a:cubicBezTo>
                    <a:pt x="0" y="85"/>
                    <a:pt x="77" y="134"/>
                    <a:pt x="77" y="134"/>
                  </a:cubicBezTo>
                  <a:cubicBezTo>
                    <a:pt x="83" y="118"/>
                    <a:pt x="83" y="118"/>
                    <a:pt x="83" y="118"/>
                  </a:cubicBezTo>
                  <a:cubicBezTo>
                    <a:pt x="83" y="118"/>
                    <a:pt x="42" y="73"/>
                    <a:pt x="31" y="66"/>
                  </a:cubicBezTo>
                  <a:cubicBezTo>
                    <a:pt x="31" y="66"/>
                    <a:pt x="60" y="38"/>
                    <a:pt x="65" y="31"/>
                  </a:cubicBezTo>
                  <a:cubicBezTo>
                    <a:pt x="70" y="23"/>
                    <a:pt x="48" y="9"/>
                    <a:pt x="48" y="9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6" name="Freeform 179">
              <a:extLst>
                <a:ext uri="{FF2B5EF4-FFF2-40B4-BE49-F238E27FC236}">
                  <a16:creationId xmlns:a16="http://schemas.microsoft.com/office/drawing/2014/main" id="{78229855-BFF8-424C-8F87-AC33639FD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9863" y="2206626"/>
              <a:ext cx="192088" cy="179388"/>
            </a:xfrm>
            <a:custGeom>
              <a:avLst/>
              <a:gdLst>
                <a:gd name="T0" fmla="*/ 36 w 51"/>
                <a:gd name="T1" fmla="*/ 21 h 48"/>
                <a:gd name="T2" fmla="*/ 49 w 51"/>
                <a:gd name="T3" fmla="*/ 20 h 48"/>
                <a:gd name="T4" fmla="*/ 50 w 51"/>
                <a:gd name="T5" fmla="*/ 19 h 48"/>
                <a:gd name="T6" fmla="*/ 40 w 51"/>
                <a:gd name="T7" fmla="*/ 10 h 48"/>
                <a:gd name="T8" fmla="*/ 32 w 51"/>
                <a:gd name="T9" fmla="*/ 11 h 48"/>
                <a:gd name="T10" fmla="*/ 39 w 51"/>
                <a:gd name="T11" fmla="*/ 4 h 48"/>
                <a:gd name="T12" fmla="*/ 39 w 51"/>
                <a:gd name="T13" fmla="*/ 2 h 48"/>
                <a:gd name="T14" fmla="*/ 27 w 51"/>
                <a:gd name="T15" fmla="*/ 6 h 48"/>
                <a:gd name="T16" fmla="*/ 19 w 51"/>
                <a:gd name="T17" fmla="*/ 13 h 48"/>
                <a:gd name="T18" fmla="*/ 10 w 51"/>
                <a:gd name="T19" fmla="*/ 19 h 48"/>
                <a:gd name="T20" fmla="*/ 10 w 51"/>
                <a:gd name="T21" fmla="*/ 19 h 48"/>
                <a:gd name="T22" fmla="*/ 3 w 51"/>
                <a:gd name="T23" fmla="*/ 36 h 48"/>
                <a:gd name="T24" fmla="*/ 14 w 51"/>
                <a:gd name="T25" fmla="*/ 42 h 48"/>
                <a:gd name="T26" fmla="*/ 23 w 51"/>
                <a:gd name="T27" fmla="*/ 41 h 48"/>
                <a:gd name="T28" fmla="*/ 41 w 51"/>
                <a:gd name="T29" fmla="*/ 47 h 48"/>
                <a:gd name="T30" fmla="*/ 43 w 51"/>
                <a:gd name="T31" fmla="*/ 47 h 48"/>
                <a:gd name="T32" fmla="*/ 30 w 51"/>
                <a:gd name="T33" fmla="*/ 29 h 48"/>
                <a:gd name="T34" fmla="*/ 50 w 51"/>
                <a:gd name="T35" fmla="*/ 34 h 48"/>
                <a:gd name="T36" fmla="*/ 51 w 51"/>
                <a:gd name="T37" fmla="*/ 33 h 48"/>
                <a:gd name="T38" fmla="*/ 36 w 51"/>
                <a:gd name="T39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" h="48">
                  <a:moveTo>
                    <a:pt x="36" y="21"/>
                  </a:moveTo>
                  <a:cubicBezTo>
                    <a:pt x="40" y="21"/>
                    <a:pt x="45" y="21"/>
                    <a:pt x="49" y="20"/>
                  </a:cubicBezTo>
                  <a:cubicBezTo>
                    <a:pt x="50" y="20"/>
                    <a:pt x="50" y="20"/>
                    <a:pt x="50" y="19"/>
                  </a:cubicBezTo>
                  <a:cubicBezTo>
                    <a:pt x="50" y="14"/>
                    <a:pt x="45" y="11"/>
                    <a:pt x="40" y="10"/>
                  </a:cubicBezTo>
                  <a:cubicBezTo>
                    <a:pt x="37" y="10"/>
                    <a:pt x="35" y="10"/>
                    <a:pt x="32" y="11"/>
                  </a:cubicBezTo>
                  <a:cubicBezTo>
                    <a:pt x="35" y="9"/>
                    <a:pt x="37" y="6"/>
                    <a:pt x="39" y="4"/>
                  </a:cubicBezTo>
                  <a:cubicBezTo>
                    <a:pt x="40" y="3"/>
                    <a:pt x="40" y="2"/>
                    <a:pt x="39" y="2"/>
                  </a:cubicBezTo>
                  <a:cubicBezTo>
                    <a:pt x="34" y="0"/>
                    <a:pt x="30" y="2"/>
                    <a:pt x="27" y="6"/>
                  </a:cubicBezTo>
                  <a:cubicBezTo>
                    <a:pt x="24" y="8"/>
                    <a:pt x="21" y="11"/>
                    <a:pt x="19" y="13"/>
                  </a:cubicBezTo>
                  <a:cubicBezTo>
                    <a:pt x="16" y="16"/>
                    <a:pt x="13" y="18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" y="20"/>
                    <a:pt x="0" y="29"/>
                    <a:pt x="3" y="36"/>
                  </a:cubicBezTo>
                  <a:cubicBezTo>
                    <a:pt x="6" y="40"/>
                    <a:pt x="9" y="42"/>
                    <a:pt x="14" y="42"/>
                  </a:cubicBezTo>
                  <a:cubicBezTo>
                    <a:pt x="17" y="43"/>
                    <a:pt x="20" y="42"/>
                    <a:pt x="23" y="41"/>
                  </a:cubicBezTo>
                  <a:cubicBezTo>
                    <a:pt x="30" y="40"/>
                    <a:pt x="36" y="43"/>
                    <a:pt x="41" y="47"/>
                  </a:cubicBezTo>
                  <a:cubicBezTo>
                    <a:pt x="41" y="48"/>
                    <a:pt x="42" y="48"/>
                    <a:pt x="43" y="47"/>
                  </a:cubicBezTo>
                  <a:cubicBezTo>
                    <a:pt x="43" y="38"/>
                    <a:pt x="37" y="32"/>
                    <a:pt x="30" y="29"/>
                  </a:cubicBezTo>
                  <a:cubicBezTo>
                    <a:pt x="37" y="28"/>
                    <a:pt x="43" y="33"/>
                    <a:pt x="50" y="34"/>
                  </a:cubicBezTo>
                  <a:cubicBezTo>
                    <a:pt x="50" y="34"/>
                    <a:pt x="51" y="33"/>
                    <a:pt x="51" y="33"/>
                  </a:cubicBezTo>
                  <a:cubicBezTo>
                    <a:pt x="51" y="25"/>
                    <a:pt x="43" y="23"/>
                    <a:pt x="36" y="21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7" name="Freeform 180">
              <a:extLst>
                <a:ext uri="{FF2B5EF4-FFF2-40B4-BE49-F238E27FC236}">
                  <a16:creationId xmlns:a16="http://schemas.microsoft.com/office/drawing/2014/main" id="{F944335B-B91C-47B0-9ECB-C9942BFAE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2050" y="1722438"/>
              <a:ext cx="346075" cy="619125"/>
            </a:xfrm>
            <a:custGeom>
              <a:avLst/>
              <a:gdLst>
                <a:gd name="T0" fmla="*/ 91 w 92"/>
                <a:gd name="T1" fmla="*/ 41 h 165"/>
                <a:gd name="T2" fmla="*/ 39 w 92"/>
                <a:gd name="T3" fmla="*/ 100 h 165"/>
                <a:gd name="T4" fmla="*/ 79 w 92"/>
                <a:gd name="T5" fmla="*/ 137 h 165"/>
                <a:gd name="T6" fmla="*/ 84 w 92"/>
                <a:gd name="T7" fmla="*/ 143 h 165"/>
                <a:gd name="T8" fmla="*/ 73 w 92"/>
                <a:gd name="T9" fmla="*/ 165 h 165"/>
                <a:gd name="T10" fmla="*/ 65 w 92"/>
                <a:gd name="T11" fmla="*/ 161 h 165"/>
                <a:gd name="T12" fmla="*/ 0 w 92"/>
                <a:gd name="T13" fmla="*/ 106 h 165"/>
                <a:gd name="T14" fmla="*/ 81 w 92"/>
                <a:gd name="T15" fmla="*/ 0 h 165"/>
                <a:gd name="T16" fmla="*/ 91 w 92"/>
                <a:gd name="T17" fmla="*/ 4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" h="165">
                  <a:moveTo>
                    <a:pt x="91" y="41"/>
                  </a:moveTo>
                  <a:cubicBezTo>
                    <a:pt x="84" y="54"/>
                    <a:pt x="39" y="100"/>
                    <a:pt x="39" y="100"/>
                  </a:cubicBezTo>
                  <a:cubicBezTo>
                    <a:pt x="46" y="105"/>
                    <a:pt x="68" y="127"/>
                    <a:pt x="79" y="137"/>
                  </a:cubicBezTo>
                  <a:cubicBezTo>
                    <a:pt x="82" y="141"/>
                    <a:pt x="84" y="143"/>
                    <a:pt x="84" y="143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70" y="164"/>
                    <a:pt x="68" y="162"/>
                    <a:pt x="65" y="161"/>
                  </a:cubicBezTo>
                  <a:cubicBezTo>
                    <a:pt x="17" y="135"/>
                    <a:pt x="0" y="106"/>
                    <a:pt x="0" y="106"/>
                  </a:cubicBezTo>
                  <a:cubicBezTo>
                    <a:pt x="11" y="61"/>
                    <a:pt x="81" y="0"/>
                    <a:pt x="81" y="0"/>
                  </a:cubicBezTo>
                  <a:cubicBezTo>
                    <a:pt x="92" y="7"/>
                    <a:pt x="91" y="41"/>
                    <a:pt x="91" y="41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8" name="Freeform 181">
              <a:extLst>
                <a:ext uri="{FF2B5EF4-FFF2-40B4-BE49-F238E27FC236}">
                  <a16:creationId xmlns:a16="http://schemas.microsoft.com/office/drawing/2014/main" id="{737E75FB-AF35-4EC9-B0A9-AC3BA21D5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7863" y="1846263"/>
              <a:ext cx="311150" cy="498475"/>
            </a:xfrm>
            <a:custGeom>
              <a:avLst/>
              <a:gdLst>
                <a:gd name="T0" fmla="*/ 36 w 83"/>
                <a:gd name="T1" fmla="*/ 8 h 133"/>
                <a:gd name="T2" fmla="*/ 83 w 83"/>
                <a:gd name="T3" fmla="*/ 72 h 133"/>
                <a:gd name="T4" fmla="*/ 6 w 83"/>
                <a:gd name="T5" fmla="*/ 133 h 133"/>
                <a:gd name="T6" fmla="*/ 0 w 83"/>
                <a:gd name="T7" fmla="*/ 117 h 133"/>
                <a:gd name="T8" fmla="*/ 53 w 83"/>
                <a:gd name="T9" fmla="*/ 66 h 133"/>
                <a:gd name="T10" fmla="*/ 18 w 83"/>
                <a:gd name="T11" fmla="*/ 30 h 133"/>
                <a:gd name="T12" fmla="*/ 36 w 83"/>
                <a:gd name="T13" fmla="*/ 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133">
                  <a:moveTo>
                    <a:pt x="36" y="8"/>
                  </a:moveTo>
                  <a:cubicBezTo>
                    <a:pt x="28" y="0"/>
                    <a:pt x="83" y="60"/>
                    <a:pt x="83" y="72"/>
                  </a:cubicBezTo>
                  <a:cubicBezTo>
                    <a:pt x="83" y="84"/>
                    <a:pt x="6" y="133"/>
                    <a:pt x="6" y="133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17"/>
                    <a:pt x="41" y="72"/>
                    <a:pt x="53" y="66"/>
                  </a:cubicBezTo>
                  <a:cubicBezTo>
                    <a:pt x="53" y="66"/>
                    <a:pt x="24" y="38"/>
                    <a:pt x="18" y="30"/>
                  </a:cubicBezTo>
                  <a:cubicBezTo>
                    <a:pt x="13" y="22"/>
                    <a:pt x="36" y="8"/>
                    <a:pt x="36" y="8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9" name="Freeform 182">
              <a:extLst>
                <a:ext uri="{FF2B5EF4-FFF2-40B4-BE49-F238E27FC236}">
                  <a16:creationId xmlns:a16="http://schemas.microsoft.com/office/drawing/2014/main" id="{FB87D7BE-0776-4518-BD8E-FED6AB6E0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4988" y="2198688"/>
              <a:ext cx="195263" cy="184150"/>
            </a:xfrm>
            <a:custGeom>
              <a:avLst/>
              <a:gdLst>
                <a:gd name="T0" fmla="*/ 0 w 52"/>
                <a:gd name="T1" fmla="*/ 33 h 49"/>
                <a:gd name="T2" fmla="*/ 1 w 52"/>
                <a:gd name="T3" fmla="*/ 34 h 49"/>
                <a:gd name="T4" fmla="*/ 21 w 52"/>
                <a:gd name="T5" fmla="*/ 30 h 49"/>
                <a:gd name="T6" fmla="*/ 9 w 52"/>
                <a:gd name="T7" fmla="*/ 47 h 49"/>
                <a:gd name="T8" fmla="*/ 11 w 52"/>
                <a:gd name="T9" fmla="*/ 48 h 49"/>
                <a:gd name="T10" fmla="*/ 28 w 52"/>
                <a:gd name="T11" fmla="*/ 42 h 49"/>
                <a:gd name="T12" fmla="*/ 37 w 52"/>
                <a:gd name="T13" fmla="*/ 43 h 49"/>
                <a:gd name="T14" fmla="*/ 48 w 52"/>
                <a:gd name="T15" fmla="*/ 36 h 49"/>
                <a:gd name="T16" fmla="*/ 42 w 52"/>
                <a:gd name="T17" fmla="*/ 19 h 49"/>
                <a:gd name="T18" fmla="*/ 41 w 52"/>
                <a:gd name="T19" fmla="*/ 19 h 49"/>
                <a:gd name="T20" fmla="*/ 32 w 52"/>
                <a:gd name="T21" fmla="*/ 14 h 49"/>
                <a:gd name="T22" fmla="*/ 25 w 52"/>
                <a:gd name="T23" fmla="*/ 6 h 49"/>
                <a:gd name="T24" fmla="*/ 12 w 52"/>
                <a:gd name="T25" fmla="*/ 2 h 49"/>
                <a:gd name="T26" fmla="*/ 12 w 52"/>
                <a:gd name="T27" fmla="*/ 4 h 49"/>
                <a:gd name="T28" fmla="*/ 19 w 52"/>
                <a:gd name="T29" fmla="*/ 11 h 49"/>
                <a:gd name="T30" fmla="*/ 11 w 52"/>
                <a:gd name="T31" fmla="*/ 11 h 49"/>
                <a:gd name="T32" fmla="*/ 1 w 52"/>
                <a:gd name="T33" fmla="*/ 20 h 49"/>
                <a:gd name="T34" fmla="*/ 2 w 52"/>
                <a:gd name="T35" fmla="*/ 21 h 49"/>
                <a:gd name="T36" fmla="*/ 15 w 52"/>
                <a:gd name="T37" fmla="*/ 21 h 49"/>
                <a:gd name="T38" fmla="*/ 0 w 52"/>
                <a:gd name="T39" fmla="*/ 3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" h="49">
                  <a:moveTo>
                    <a:pt x="0" y="33"/>
                  </a:moveTo>
                  <a:cubicBezTo>
                    <a:pt x="0" y="34"/>
                    <a:pt x="1" y="35"/>
                    <a:pt x="1" y="34"/>
                  </a:cubicBezTo>
                  <a:cubicBezTo>
                    <a:pt x="9" y="34"/>
                    <a:pt x="14" y="29"/>
                    <a:pt x="21" y="30"/>
                  </a:cubicBezTo>
                  <a:cubicBezTo>
                    <a:pt x="14" y="33"/>
                    <a:pt x="8" y="39"/>
                    <a:pt x="9" y="47"/>
                  </a:cubicBezTo>
                  <a:cubicBezTo>
                    <a:pt x="9" y="48"/>
                    <a:pt x="10" y="49"/>
                    <a:pt x="11" y="48"/>
                  </a:cubicBezTo>
                  <a:cubicBezTo>
                    <a:pt x="16" y="44"/>
                    <a:pt x="21" y="40"/>
                    <a:pt x="28" y="42"/>
                  </a:cubicBezTo>
                  <a:cubicBezTo>
                    <a:pt x="31" y="42"/>
                    <a:pt x="34" y="43"/>
                    <a:pt x="37" y="43"/>
                  </a:cubicBezTo>
                  <a:cubicBezTo>
                    <a:pt x="42" y="42"/>
                    <a:pt x="46" y="40"/>
                    <a:pt x="48" y="36"/>
                  </a:cubicBezTo>
                  <a:cubicBezTo>
                    <a:pt x="52" y="29"/>
                    <a:pt x="50" y="21"/>
                    <a:pt x="42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38" y="18"/>
                    <a:pt x="35" y="17"/>
                    <a:pt x="32" y="14"/>
                  </a:cubicBezTo>
                  <a:cubicBezTo>
                    <a:pt x="30" y="11"/>
                    <a:pt x="27" y="8"/>
                    <a:pt x="25" y="6"/>
                  </a:cubicBezTo>
                  <a:cubicBezTo>
                    <a:pt x="21" y="3"/>
                    <a:pt x="17" y="0"/>
                    <a:pt x="12" y="2"/>
                  </a:cubicBezTo>
                  <a:cubicBezTo>
                    <a:pt x="12" y="3"/>
                    <a:pt x="12" y="4"/>
                    <a:pt x="12" y="4"/>
                  </a:cubicBezTo>
                  <a:cubicBezTo>
                    <a:pt x="14" y="7"/>
                    <a:pt x="17" y="9"/>
                    <a:pt x="19" y="11"/>
                  </a:cubicBezTo>
                  <a:cubicBezTo>
                    <a:pt x="17" y="11"/>
                    <a:pt x="14" y="11"/>
                    <a:pt x="11" y="11"/>
                  </a:cubicBezTo>
                  <a:cubicBezTo>
                    <a:pt x="7" y="11"/>
                    <a:pt x="1" y="14"/>
                    <a:pt x="1" y="20"/>
                  </a:cubicBezTo>
                  <a:cubicBezTo>
                    <a:pt x="1" y="20"/>
                    <a:pt x="2" y="21"/>
                    <a:pt x="2" y="21"/>
                  </a:cubicBezTo>
                  <a:cubicBezTo>
                    <a:pt x="7" y="21"/>
                    <a:pt x="11" y="21"/>
                    <a:pt x="15" y="21"/>
                  </a:cubicBezTo>
                  <a:cubicBezTo>
                    <a:pt x="9" y="23"/>
                    <a:pt x="0" y="26"/>
                    <a:pt x="0" y="3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0" name="Freeform 183">
              <a:extLst>
                <a:ext uri="{FF2B5EF4-FFF2-40B4-BE49-F238E27FC236}">
                  <a16:creationId xmlns:a16="http://schemas.microsoft.com/office/drawing/2014/main" id="{D05FB061-D77C-4636-A24C-FEDBA7FAF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8813" y="1714501"/>
              <a:ext cx="344488" cy="619125"/>
            </a:xfrm>
            <a:custGeom>
              <a:avLst/>
              <a:gdLst>
                <a:gd name="T0" fmla="*/ 1 w 92"/>
                <a:gd name="T1" fmla="*/ 41 h 165"/>
                <a:gd name="T2" fmla="*/ 53 w 92"/>
                <a:gd name="T3" fmla="*/ 101 h 165"/>
                <a:gd name="T4" fmla="*/ 14 w 92"/>
                <a:gd name="T5" fmla="*/ 138 h 165"/>
                <a:gd name="T6" fmla="*/ 8 w 92"/>
                <a:gd name="T7" fmla="*/ 143 h 165"/>
                <a:gd name="T8" fmla="*/ 20 w 92"/>
                <a:gd name="T9" fmla="*/ 165 h 165"/>
                <a:gd name="T10" fmla="*/ 27 w 92"/>
                <a:gd name="T11" fmla="*/ 161 h 165"/>
                <a:gd name="T12" fmla="*/ 92 w 92"/>
                <a:gd name="T13" fmla="*/ 107 h 165"/>
                <a:gd name="T14" fmla="*/ 11 w 92"/>
                <a:gd name="T15" fmla="*/ 0 h 165"/>
                <a:gd name="T16" fmla="*/ 1 w 92"/>
                <a:gd name="T17" fmla="*/ 4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" h="165">
                  <a:moveTo>
                    <a:pt x="1" y="41"/>
                  </a:moveTo>
                  <a:cubicBezTo>
                    <a:pt x="8" y="55"/>
                    <a:pt x="53" y="101"/>
                    <a:pt x="53" y="101"/>
                  </a:cubicBezTo>
                  <a:cubicBezTo>
                    <a:pt x="46" y="106"/>
                    <a:pt x="24" y="127"/>
                    <a:pt x="14" y="138"/>
                  </a:cubicBezTo>
                  <a:cubicBezTo>
                    <a:pt x="10" y="141"/>
                    <a:pt x="8" y="143"/>
                    <a:pt x="8" y="143"/>
                  </a:cubicBezTo>
                  <a:cubicBezTo>
                    <a:pt x="20" y="165"/>
                    <a:pt x="20" y="165"/>
                    <a:pt x="20" y="165"/>
                  </a:cubicBezTo>
                  <a:cubicBezTo>
                    <a:pt x="22" y="164"/>
                    <a:pt x="25" y="163"/>
                    <a:pt x="27" y="161"/>
                  </a:cubicBezTo>
                  <a:cubicBezTo>
                    <a:pt x="75" y="136"/>
                    <a:pt x="92" y="107"/>
                    <a:pt x="92" y="107"/>
                  </a:cubicBezTo>
                  <a:cubicBezTo>
                    <a:pt x="81" y="62"/>
                    <a:pt x="11" y="0"/>
                    <a:pt x="11" y="0"/>
                  </a:cubicBezTo>
                  <a:cubicBezTo>
                    <a:pt x="0" y="8"/>
                    <a:pt x="1" y="41"/>
                    <a:pt x="1" y="41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461025FC-4463-45C3-BFBD-1DF0EA10851E}"/>
              </a:ext>
            </a:extLst>
          </p:cNvPr>
          <p:cNvGrpSpPr/>
          <p:nvPr/>
        </p:nvGrpSpPr>
        <p:grpSpPr>
          <a:xfrm>
            <a:off x="4074249" y="373041"/>
            <a:ext cx="1111250" cy="2587625"/>
            <a:chOff x="9928226" y="3892551"/>
            <a:chExt cx="1111250" cy="2587625"/>
          </a:xfrm>
        </p:grpSpPr>
        <p:sp>
          <p:nvSpPr>
            <p:cNvPr id="671" name="Freeform 184">
              <a:extLst>
                <a:ext uri="{FF2B5EF4-FFF2-40B4-BE49-F238E27FC236}">
                  <a16:creationId xmlns:a16="http://schemas.microsoft.com/office/drawing/2014/main" id="{74FC9D1D-1C1A-4C2A-9E4B-40C74E806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6207126"/>
              <a:ext cx="173038" cy="225425"/>
            </a:xfrm>
            <a:custGeom>
              <a:avLst/>
              <a:gdLst>
                <a:gd name="T0" fmla="*/ 46 w 46"/>
                <a:gd name="T1" fmla="*/ 60 h 60"/>
                <a:gd name="T2" fmla="*/ 0 w 46"/>
                <a:gd name="T3" fmla="*/ 55 h 60"/>
                <a:gd name="T4" fmla="*/ 4 w 46"/>
                <a:gd name="T5" fmla="*/ 34 h 60"/>
                <a:gd name="T6" fmla="*/ 5 w 46"/>
                <a:gd name="T7" fmla="*/ 11 h 60"/>
                <a:gd name="T8" fmla="*/ 35 w 46"/>
                <a:gd name="T9" fmla="*/ 11 h 60"/>
                <a:gd name="T10" fmla="*/ 38 w 46"/>
                <a:gd name="T11" fmla="*/ 34 h 60"/>
                <a:gd name="T12" fmla="*/ 46 w 4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0">
                  <a:moveTo>
                    <a:pt x="46" y="60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3" y="51"/>
                    <a:pt x="4" y="42"/>
                    <a:pt x="4" y="34"/>
                  </a:cubicBezTo>
                  <a:cubicBezTo>
                    <a:pt x="5" y="24"/>
                    <a:pt x="5" y="11"/>
                    <a:pt x="5" y="11"/>
                  </a:cubicBezTo>
                  <a:cubicBezTo>
                    <a:pt x="5" y="11"/>
                    <a:pt x="35" y="0"/>
                    <a:pt x="35" y="11"/>
                  </a:cubicBezTo>
                  <a:cubicBezTo>
                    <a:pt x="35" y="18"/>
                    <a:pt x="36" y="26"/>
                    <a:pt x="38" y="34"/>
                  </a:cubicBezTo>
                  <a:cubicBezTo>
                    <a:pt x="42" y="46"/>
                    <a:pt x="46" y="60"/>
                    <a:pt x="46" y="60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2" name="Freeform 185">
              <a:extLst>
                <a:ext uri="{FF2B5EF4-FFF2-40B4-BE49-F238E27FC236}">
                  <a16:creationId xmlns:a16="http://schemas.microsoft.com/office/drawing/2014/main" id="{404DC029-4CDC-4BCC-98B6-ADC88379B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0363" y="6367463"/>
              <a:ext cx="195263" cy="112713"/>
            </a:xfrm>
            <a:custGeom>
              <a:avLst/>
              <a:gdLst>
                <a:gd name="T0" fmla="*/ 52 w 52"/>
                <a:gd name="T1" fmla="*/ 20 h 30"/>
                <a:gd name="T2" fmla="*/ 52 w 52"/>
                <a:gd name="T3" fmla="*/ 22 h 30"/>
                <a:gd name="T4" fmla="*/ 50 w 52"/>
                <a:gd name="T5" fmla="*/ 30 h 30"/>
                <a:gd name="T6" fmla="*/ 2 w 52"/>
                <a:gd name="T7" fmla="*/ 30 h 30"/>
                <a:gd name="T8" fmla="*/ 0 w 52"/>
                <a:gd name="T9" fmla="*/ 22 h 30"/>
                <a:gd name="T10" fmla="*/ 0 w 52"/>
                <a:gd name="T11" fmla="*/ 21 h 30"/>
                <a:gd name="T12" fmla="*/ 26 w 52"/>
                <a:gd name="T13" fmla="*/ 0 h 30"/>
                <a:gd name="T14" fmla="*/ 52 w 52"/>
                <a:gd name="T15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30">
                  <a:moveTo>
                    <a:pt x="52" y="20"/>
                  </a:moveTo>
                  <a:cubicBezTo>
                    <a:pt x="52" y="20"/>
                    <a:pt x="52" y="22"/>
                    <a:pt x="52" y="22"/>
                  </a:cubicBezTo>
                  <a:cubicBezTo>
                    <a:pt x="52" y="25"/>
                    <a:pt x="51" y="23"/>
                    <a:pt x="50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23"/>
                    <a:pt x="0" y="25"/>
                    <a:pt x="0" y="22"/>
                  </a:cubicBezTo>
                  <a:cubicBezTo>
                    <a:pt x="0" y="22"/>
                    <a:pt x="0" y="21"/>
                    <a:pt x="0" y="21"/>
                  </a:cubicBezTo>
                  <a:cubicBezTo>
                    <a:pt x="0" y="9"/>
                    <a:pt x="12" y="0"/>
                    <a:pt x="26" y="0"/>
                  </a:cubicBezTo>
                  <a:cubicBezTo>
                    <a:pt x="40" y="0"/>
                    <a:pt x="52" y="9"/>
                    <a:pt x="52" y="20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3" name="Freeform 186">
              <a:extLst>
                <a:ext uri="{FF2B5EF4-FFF2-40B4-BE49-F238E27FC236}">
                  <a16:creationId xmlns:a16="http://schemas.microsoft.com/office/drawing/2014/main" id="{658C8603-CA0A-49F7-A64C-C7E8FEAAA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5288" y="6207126"/>
              <a:ext cx="127000" cy="138113"/>
            </a:xfrm>
            <a:custGeom>
              <a:avLst/>
              <a:gdLst>
                <a:gd name="T0" fmla="*/ 0 w 34"/>
                <a:gd name="T1" fmla="*/ 37 h 37"/>
                <a:gd name="T2" fmla="*/ 1 w 34"/>
                <a:gd name="T3" fmla="*/ 11 h 37"/>
                <a:gd name="T4" fmla="*/ 31 w 34"/>
                <a:gd name="T5" fmla="*/ 11 h 37"/>
                <a:gd name="T6" fmla="*/ 34 w 34"/>
                <a:gd name="T7" fmla="*/ 37 h 37"/>
                <a:gd name="T8" fmla="*/ 0 w 34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7">
                  <a:moveTo>
                    <a:pt x="0" y="37"/>
                  </a:moveTo>
                  <a:cubicBezTo>
                    <a:pt x="1" y="22"/>
                    <a:pt x="1" y="11"/>
                    <a:pt x="1" y="11"/>
                  </a:cubicBezTo>
                  <a:cubicBezTo>
                    <a:pt x="1" y="11"/>
                    <a:pt x="31" y="0"/>
                    <a:pt x="31" y="11"/>
                  </a:cubicBezTo>
                  <a:cubicBezTo>
                    <a:pt x="31" y="18"/>
                    <a:pt x="32" y="29"/>
                    <a:pt x="34" y="37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4" name="Freeform 187">
              <a:extLst>
                <a:ext uri="{FF2B5EF4-FFF2-40B4-BE49-F238E27FC236}">
                  <a16:creationId xmlns:a16="http://schemas.microsoft.com/office/drawing/2014/main" id="{E2791977-F43D-493E-89BF-888E18427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0363" y="6446838"/>
              <a:ext cx="195263" cy="30163"/>
            </a:xfrm>
            <a:custGeom>
              <a:avLst/>
              <a:gdLst>
                <a:gd name="T0" fmla="*/ 52 w 52"/>
                <a:gd name="T1" fmla="*/ 0 h 8"/>
                <a:gd name="T2" fmla="*/ 50 w 52"/>
                <a:gd name="T3" fmla="*/ 8 h 8"/>
                <a:gd name="T4" fmla="*/ 2 w 52"/>
                <a:gd name="T5" fmla="*/ 8 h 8"/>
                <a:gd name="T6" fmla="*/ 0 w 52"/>
                <a:gd name="T7" fmla="*/ 0 h 8"/>
                <a:gd name="T8" fmla="*/ 52 w 52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8">
                  <a:moveTo>
                    <a:pt x="52" y="0"/>
                  </a:moveTo>
                  <a:cubicBezTo>
                    <a:pt x="52" y="0"/>
                    <a:pt x="51" y="8"/>
                    <a:pt x="50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0" y="0"/>
                    <a:pt x="0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5" name="Freeform 188">
              <a:extLst>
                <a:ext uri="{FF2B5EF4-FFF2-40B4-BE49-F238E27FC236}">
                  <a16:creationId xmlns:a16="http://schemas.microsoft.com/office/drawing/2014/main" id="{B9624516-231A-4D38-B9EB-4AD85BFC0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625" y="6361113"/>
              <a:ext cx="63500" cy="22225"/>
            </a:xfrm>
            <a:custGeom>
              <a:avLst/>
              <a:gdLst>
                <a:gd name="T0" fmla="*/ 17 w 17"/>
                <a:gd name="T1" fmla="*/ 5 h 6"/>
                <a:gd name="T2" fmla="*/ 1 w 17"/>
                <a:gd name="T3" fmla="*/ 5 h 6"/>
                <a:gd name="T4" fmla="*/ 1 w 17"/>
                <a:gd name="T5" fmla="*/ 6 h 6"/>
                <a:gd name="T6" fmla="*/ 8 w 17"/>
                <a:gd name="T7" fmla="*/ 4 h 6"/>
                <a:gd name="T8" fmla="*/ 16 w 17"/>
                <a:gd name="T9" fmla="*/ 6 h 6"/>
                <a:gd name="T10" fmla="*/ 17 w 1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7" y="5"/>
                  </a:moveTo>
                  <a:cubicBezTo>
                    <a:pt x="13" y="0"/>
                    <a:pt x="5" y="2"/>
                    <a:pt x="1" y="5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4" y="6"/>
                    <a:pt x="6" y="4"/>
                    <a:pt x="8" y="4"/>
                  </a:cubicBezTo>
                  <a:cubicBezTo>
                    <a:pt x="11" y="4"/>
                    <a:pt x="13" y="6"/>
                    <a:pt x="16" y="6"/>
                  </a:cubicBezTo>
                  <a:cubicBezTo>
                    <a:pt x="16" y="6"/>
                    <a:pt x="17" y="5"/>
                    <a:pt x="17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6" name="Freeform 189">
              <a:extLst>
                <a:ext uri="{FF2B5EF4-FFF2-40B4-BE49-F238E27FC236}">
                  <a16:creationId xmlns:a16="http://schemas.microsoft.com/office/drawing/2014/main" id="{07F042FD-95DE-42CA-894E-45A52011C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5450" y="6383338"/>
              <a:ext cx="63500" cy="22225"/>
            </a:xfrm>
            <a:custGeom>
              <a:avLst/>
              <a:gdLst>
                <a:gd name="T0" fmla="*/ 16 w 17"/>
                <a:gd name="T1" fmla="*/ 4 h 6"/>
                <a:gd name="T2" fmla="*/ 1 w 17"/>
                <a:gd name="T3" fmla="*/ 4 h 6"/>
                <a:gd name="T4" fmla="*/ 2 w 17"/>
                <a:gd name="T5" fmla="*/ 6 h 6"/>
                <a:gd name="T6" fmla="*/ 9 w 17"/>
                <a:gd name="T7" fmla="*/ 5 h 6"/>
                <a:gd name="T8" fmla="*/ 16 w 17"/>
                <a:gd name="T9" fmla="*/ 6 h 6"/>
                <a:gd name="T10" fmla="*/ 16 w 17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6" y="4"/>
                  </a:moveTo>
                  <a:cubicBezTo>
                    <a:pt x="12" y="1"/>
                    <a:pt x="4" y="0"/>
                    <a:pt x="1" y="4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4" y="5"/>
                    <a:pt x="7" y="5"/>
                    <a:pt x="9" y="5"/>
                  </a:cubicBezTo>
                  <a:cubicBezTo>
                    <a:pt x="11" y="5"/>
                    <a:pt x="13" y="6"/>
                    <a:pt x="16" y="6"/>
                  </a:cubicBezTo>
                  <a:cubicBezTo>
                    <a:pt x="17" y="6"/>
                    <a:pt x="17" y="4"/>
                    <a:pt x="16" y="4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7" name="Freeform 190">
              <a:extLst>
                <a:ext uri="{FF2B5EF4-FFF2-40B4-BE49-F238E27FC236}">
                  <a16:creationId xmlns:a16="http://schemas.microsoft.com/office/drawing/2014/main" id="{23AC5054-610A-41E3-80D1-2B72E6B99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3488" y="6254751"/>
              <a:ext cx="303213" cy="222250"/>
            </a:xfrm>
            <a:custGeom>
              <a:avLst/>
              <a:gdLst>
                <a:gd name="T0" fmla="*/ 80 w 81"/>
                <a:gd name="T1" fmla="*/ 49 h 59"/>
                <a:gd name="T2" fmla="*/ 79 w 81"/>
                <a:gd name="T3" fmla="*/ 56 h 59"/>
                <a:gd name="T4" fmla="*/ 1 w 81"/>
                <a:gd name="T5" fmla="*/ 57 h 59"/>
                <a:gd name="T6" fmla="*/ 1 w 81"/>
                <a:gd name="T7" fmla="*/ 55 h 59"/>
                <a:gd name="T8" fmla="*/ 2 w 81"/>
                <a:gd name="T9" fmla="*/ 52 h 59"/>
                <a:gd name="T10" fmla="*/ 31 w 81"/>
                <a:gd name="T11" fmla="*/ 37 h 59"/>
                <a:gd name="T12" fmla="*/ 39 w 81"/>
                <a:gd name="T13" fmla="*/ 33 h 59"/>
                <a:gd name="T14" fmla="*/ 45 w 81"/>
                <a:gd name="T15" fmla="*/ 24 h 59"/>
                <a:gd name="T16" fmla="*/ 48 w 81"/>
                <a:gd name="T17" fmla="*/ 0 h 59"/>
                <a:gd name="T18" fmla="*/ 79 w 81"/>
                <a:gd name="T19" fmla="*/ 1 h 59"/>
                <a:gd name="T20" fmla="*/ 80 w 81"/>
                <a:gd name="T21" fmla="*/ 24 h 59"/>
                <a:gd name="T22" fmla="*/ 80 w 81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59">
                  <a:moveTo>
                    <a:pt x="80" y="49"/>
                  </a:moveTo>
                  <a:cubicBezTo>
                    <a:pt x="80" y="52"/>
                    <a:pt x="79" y="54"/>
                    <a:pt x="79" y="56"/>
                  </a:cubicBezTo>
                  <a:cubicBezTo>
                    <a:pt x="79" y="56"/>
                    <a:pt x="6" y="59"/>
                    <a:pt x="1" y="57"/>
                  </a:cubicBezTo>
                  <a:cubicBezTo>
                    <a:pt x="0" y="56"/>
                    <a:pt x="0" y="56"/>
                    <a:pt x="1" y="55"/>
                  </a:cubicBezTo>
                  <a:cubicBezTo>
                    <a:pt x="2" y="54"/>
                    <a:pt x="2" y="53"/>
                    <a:pt x="2" y="52"/>
                  </a:cubicBezTo>
                  <a:cubicBezTo>
                    <a:pt x="5" y="46"/>
                    <a:pt x="12" y="36"/>
                    <a:pt x="31" y="37"/>
                  </a:cubicBezTo>
                  <a:cubicBezTo>
                    <a:pt x="35" y="36"/>
                    <a:pt x="38" y="34"/>
                    <a:pt x="39" y="33"/>
                  </a:cubicBezTo>
                  <a:cubicBezTo>
                    <a:pt x="42" y="32"/>
                    <a:pt x="44" y="29"/>
                    <a:pt x="45" y="24"/>
                  </a:cubicBezTo>
                  <a:cubicBezTo>
                    <a:pt x="48" y="15"/>
                    <a:pt x="48" y="3"/>
                    <a:pt x="48" y="0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79" y="1"/>
                    <a:pt x="80" y="12"/>
                    <a:pt x="80" y="24"/>
                  </a:cubicBezTo>
                  <a:cubicBezTo>
                    <a:pt x="81" y="33"/>
                    <a:pt x="81" y="43"/>
                    <a:pt x="80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8" name="Freeform 191">
              <a:extLst>
                <a:ext uri="{FF2B5EF4-FFF2-40B4-BE49-F238E27FC236}">
                  <a16:creationId xmlns:a16="http://schemas.microsoft.com/office/drawing/2014/main" id="{8335558A-0579-4760-862C-820C0B28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763" y="6232526"/>
              <a:ext cx="131763" cy="112713"/>
            </a:xfrm>
            <a:custGeom>
              <a:avLst/>
              <a:gdLst>
                <a:gd name="T0" fmla="*/ 0 w 35"/>
                <a:gd name="T1" fmla="*/ 30 h 30"/>
                <a:gd name="T2" fmla="*/ 3 w 35"/>
                <a:gd name="T3" fmla="*/ 0 h 30"/>
                <a:gd name="T4" fmla="*/ 34 w 35"/>
                <a:gd name="T5" fmla="*/ 0 h 30"/>
                <a:gd name="T6" fmla="*/ 35 w 35"/>
                <a:gd name="T7" fmla="*/ 30 h 30"/>
                <a:gd name="T8" fmla="*/ 0 w 3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0">
                  <a:moveTo>
                    <a:pt x="0" y="30"/>
                  </a:moveTo>
                  <a:cubicBezTo>
                    <a:pt x="3" y="22"/>
                    <a:pt x="3" y="4"/>
                    <a:pt x="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5" y="15"/>
                    <a:pt x="35" y="30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9" name="Freeform 192">
              <a:extLst>
                <a:ext uri="{FF2B5EF4-FFF2-40B4-BE49-F238E27FC236}">
                  <a16:creationId xmlns:a16="http://schemas.microsoft.com/office/drawing/2014/main" id="{A3F7390E-ACC6-4348-BEE5-C1ACBD0FF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3488" y="6438901"/>
              <a:ext cx="300038" cy="38100"/>
            </a:xfrm>
            <a:custGeom>
              <a:avLst/>
              <a:gdLst>
                <a:gd name="T0" fmla="*/ 80 w 80"/>
                <a:gd name="T1" fmla="*/ 0 h 10"/>
                <a:gd name="T2" fmla="*/ 79 w 80"/>
                <a:gd name="T3" fmla="*/ 7 h 10"/>
                <a:gd name="T4" fmla="*/ 1 w 80"/>
                <a:gd name="T5" fmla="*/ 8 h 10"/>
                <a:gd name="T6" fmla="*/ 1 w 80"/>
                <a:gd name="T7" fmla="*/ 6 h 10"/>
                <a:gd name="T8" fmla="*/ 2 w 80"/>
                <a:gd name="T9" fmla="*/ 3 h 10"/>
                <a:gd name="T10" fmla="*/ 80 w 8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10">
                  <a:moveTo>
                    <a:pt x="80" y="0"/>
                  </a:moveTo>
                  <a:cubicBezTo>
                    <a:pt x="80" y="3"/>
                    <a:pt x="79" y="5"/>
                    <a:pt x="79" y="7"/>
                  </a:cubicBezTo>
                  <a:cubicBezTo>
                    <a:pt x="79" y="7"/>
                    <a:pt x="6" y="10"/>
                    <a:pt x="1" y="8"/>
                  </a:cubicBezTo>
                  <a:cubicBezTo>
                    <a:pt x="0" y="7"/>
                    <a:pt x="0" y="7"/>
                    <a:pt x="1" y="6"/>
                  </a:cubicBezTo>
                  <a:cubicBezTo>
                    <a:pt x="2" y="5"/>
                    <a:pt x="2" y="4"/>
                    <a:pt x="2" y="3"/>
                  </a:cubicBezTo>
                  <a:cubicBezTo>
                    <a:pt x="15" y="3"/>
                    <a:pt x="60" y="3"/>
                    <a:pt x="80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0" name="Freeform 193">
              <a:extLst>
                <a:ext uri="{FF2B5EF4-FFF2-40B4-BE49-F238E27FC236}">
                  <a16:creationId xmlns:a16="http://schemas.microsoft.com/office/drawing/2014/main" id="{1C192B96-ADF8-4613-8C71-59BB333D8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1438" y="6383338"/>
              <a:ext cx="38100" cy="25400"/>
            </a:xfrm>
            <a:custGeom>
              <a:avLst/>
              <a:gdLst>
                <a:gd name="T0" fmla="*/ 10 w 10"/>
                <a:gd name="T1" fmla="*/ 5 h 7"/>
                <a:gd name="T2" fmla="*/ 0 w 10"/>
                <a:gd name="T3" fmla="*/ 2 h 7"/>
                <a:gd name="T4" fmla="*/ 0 w 10"/>
                <a:gd name="T5" fmla="*/ 3 h 7"/>
                <a:gd name="T6" fmla="*/ 5 w 10"/>
                <a:gd name="T7" fmla="*/ 4 h 7"/>
                <a:gd name="T8" fmla="*/ 8 w 10"/>
                <a:gd name="T9" fmla="*/ 6 h 7"/>
                <a:gd name="T10" fmla="*/ 10 w 10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7">
                  <a:moveTo>
                    <a:pt x="10" y="5"/>
                  </a:moveTo>
                  <a:cubicBezTo>
                    <a:pt x="9" y="2"/>
                    <a:pt x="3" y="0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4"/>
                    <a:pt x="3" y="3"/>
                    <a:pt x="5" y="4"/>
                  </a:cubicBezTo>
                  <a:cubicBezTo>
                    <a:pt x="6" y="4"/>
                    <a:pt x="7" y="5"/>
                    <a:pt x="8" y="6"/>
                  </a:cubicBezTo>
                  <a:cubicBezTo>
                    <a:pt x="9" y="7"/>
                    <a:pt x="10" y="6"/>
                    <a:pt x="10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1" name="Freeform 194">
              <a:extLst>
                <a:ext uri="{FF2B5EF4-FFF2-40B4-BE49-F238E27FC236}">
                  <a16:creationId xmlns:a16="http://schemas.microsoft.com/office/drawing/2014/main" id="{BE42931E-4557-4697-8AB2-E3AB48CBB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1600" y="6367463"/>
              <a:ext cx="49213" cy="26988"/>
            </a:xfrm>
            <a:custGeom>
              <a:avLst/>
              <a:gdLst>
                <a:gd name="T0" fmla="*/ 13 w 13"/>
                <a:gd name="T1" fmla="*/ 5 h 7"/>
                <a:gd name="T2" fmla="*/ 6 w 13"/>
                <a:gd name="T3" fmla="*/ 0 h 7"/>
                <a:gd name="T4" fmla="*/ 1 w 13"/>
                <a:gd name="T5" fmla="*/ 3 h 7"/>
                <a:gd name="T6" fmla="*/ 1 w 13"/>
                <a:gd name="T7" fmla="*/ 4 h 7"/>
                <a:gd name="T8" fmla="*/ 5 w 13"/>
                <a:gd name="T9" fmla="*/ 3 h 7"/>
                <a:gd name="T10" fmla="*/ 9 w 13"/>
                <a:gd name="T11" fmla="*/ 5 h 7"/>
                <a:gd name="T12" fmla="*/ 11 w 13"/>
                <a:gd name="T13" fmla="*/ 7 h 7"/>
                <a:gd name="T14" fmla="*/ 13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3" y="5"/>
                  </a:moveTo>
                  <a:cubicBezTo>
                    <a:pt x="12" y="2"/>
                    <a:pt x="9" y="0"/>
                    <a:pt x="6" y="0"/>
                  </a:cubicBezTo>
                  <a:cubicBezTo>
                    <a:pt x="4" y="0"/>
                    <a:pt x="0" y="1"/>
                    <a:pt x="1" y="3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2" y="4"/>
                    <a:pt x="3" y="3"/>
                    <a:pt x="5" y="3"/>
                  </a:cubicBezTo>
                  <a:cubicBezTo>
                    <a:pt x="6" y="3"/>
                    <a:pt x="8" y="4"/>
                    <a:pt x="9" y="5"/>
                  </a:cubicBezTo>
                  <a:cubicBezTo>
                    <a:pt x="10" y="5"/>
                    <a:pt x="10" y="6"/>
                    <a:pt x="11" y="7"/>
                  </a:cubicBezTo>
                  <a:cubicBezTo>
                    <a:pt x="12" y="7"/>
                    <a:pt x="13" y="5"/>
                    <a:pt x="13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2" name="Freeform 195">
              <a:extLst>
                <a:ext uri="{FF2B5EF4-FFF2-40B4-BE49-F238E27FC236}">
                  <a16:creationId xmlns:a16="http://schemas.microsoft.com/office/drawing/2014/main" id="{FC5A87C5-81CC-4FDA-9325-7378F475F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8263" y="4535488"/>
              <a:ext cx="506413" cy="657225"/>
            </a:xfrm>
            <a:custGeom>
              <a:avLst/>
              <a:gdLst>
                <a:gd name="T0" fmla="*/ 1 w 135"/>
                <a:gd name="T1" fmla="*/ 13 h 175"/>
                <a:gd name="T2" fmla="*/ 135 w 135"/>
                <a:gd name="T3" fmla="*/ 11 h 175"/>
                <a:gd name="T4" fmla="*/ 115 w 135"/>
                <a:gd name="T5" fmla="*/ 162 h 175"/>
                <a:gd name="T6" fmla="*/ 19 w 135"/>
                <a:gd name="T7" fmla="*/ 161 h 175"/>
                <a:gd name="T8" fmla="*/ 1 w 135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175">
                  <a:moveTo>
                    <a:pt x="1" y="13"/>
                  </a:moveTo>
                  <a:cubicBezTo>
                    <a:pt x="1" y="13"/>
                    <a:pt x="70" y="0"/>
                    <a:pt x="135" y="11"/>
                  </a:cubicBezTo>
                  <a:cubicBezTo>
                    <a:pt x="135" y="11"/>
                    <a:pt x="120" y="135"/>
                    <a:pt x="115" y="162"/>
                  </a:cubicBezTo>
                  <a:cubicBezTo>
                    <a:pt x="115" y="162"/>
                    <a:pt x="64" y="175"/>
                    <a:pt x="19" y="161"/>
                  </a:cubicBezTo>
                  <a:cubicBezTo>
                    <a:pt x="19" y="161"/>
                    <a:pt x="0" y="37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3" name="Freeform 196">
              <a:extLst>
                <a:ext uri="{FF2B5EF4-FFF2-40B4-BE49-F238E27FC236}">
                  <a16:creationId xmlns:a16="http://schemas.microsoft.com/office/drawing/2014/main" id="{48125EB9-8452-4D51-B98A-318C8DFE0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7650" y="4376738"/>
              <a:ext cx="139700" cy="255588"/>
            </a:xfrm>
            <a:custGeom>
              <a:avLst/>
              <a:gdLst>
                <a:gd name="T0" fmla="*/ 37 w 37"/>
                <a:gd name="T1" fmla="*/ 47 h 68"/>
                <a:gd name="T2" fmla="*/ 19 w 37"/>
                <a:gd name="T3" fmla="*/ 68 h 68"/>
                <a:gd name="T4" fmla="*/ 19 w 37"/>
                <a:gd name="T5" fmla="*/ 68 h 68"/>
                <a:gd name="T6" fmla="*/ 0 w 37"/>
                <a:gd name="T7" fmla="*/ 47 h 68"/>
                <a:gd name="T8" fmla="*/ 0 w 37"/>
                <a:gd name="T9" fmla="*/ 21 h 68"/>
                <a:gd name="T10" fmla="*/ 19 w 37"/>
                <a:gd name="T11" fmla="*/ 0 h 68"/>
                <a:gd name="T12" fmla="*/ 19 w 37"/>
                <a:gd name="T13" fmla="*/ 0 h 68"/>
                <a:gd name="T14" fmla="*/ 37 w 37"/>
                <a:gd name="T15" fmla="*/ 21 h 68"/>
                <a:gd name="T16" fmla="*/ 37 w 37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68">
                  <a:moveTo>
                    <a:pt x="37" y="47"/>
                  </a:moveTo>
                  <a:cubicBezTo>
                    <a:pt x="37" y="58"/>
                    <a:pt x="30" y="68"/>
                    <a:pt x="19" y="68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7" y="68"/>
                    <a:pt x="0" y="58"/>
                    <a:pt x="0" y="4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7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0" y="0"/>
                    <a:pt x="37" y="9"/>
                    <a:pt x="37" y="21"/>
                  </a:cubicBezTo>
                  <a:lnTo>
                    <a:pt x="37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4" name="Oval 197">
              <a:extLst>
                <a:ext uri="{FF2B5EF4-FFF2-40B4-BE49-F238E27FC236}">
                  <a16:creationId xmlns:a16="http://schemas.microsoft.com/office/drawing/2014/main" id="{0B541712-ED63-44B3-BE69-7D9CEB386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4800" y="4681538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5" name="Oval 198">
              <a:extLst>
                <a:ext uri="{FF2B5EF4-FFF2-40B4-BE49-F238E27FC236}">
                  <a16:creationId xmlns:a16="http://schemas.microsoft.com/office/drawing/2014/main" id="{D859E53E-8A06-49F1-B11E-61AD01028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4800" y="4797426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6" name="Oval 199">
              <a:extLst>
                <a:ext uri="{FF2B5EF4-FFF2-40B4-BE49-F238E27FC236}">
                  <a16:creationId xmlns:a16="http://schemas.microsoft.com/office/drawing/2014/main" id="{2F7EB49B-55BB-41AC-9951-8839C5D0B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4800" y="5027613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7" name="Oval 200">
              <a:extLst>
                <a:ext uri="{FF2B5EF4-FFF2-40B4-BE49-F238E27FC236}">
                  <a16:creationId xmlns:a16="http://schemas.microsoft.com/office/drawing/2014/main" id="{A9C30988-5F22-4461-8233-9FEDD2A17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4800" y="4910138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8" name="Freeform 201">
              <a:extLst>
                <a:ext uri="{FF2B5EF4-FFF2-40B4-BE49-F238E27FC236}">
                  <a16:creationId xmlns:a16="http://schemas.microsoft.com/office/drawing/2014/main" id="{19E788EC-5A1C-4C36-8AC4-6E9849739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3825" y="4002088"/>
              <a:ext cx="371475" cy="492125"/>
            </a:xfrm>
            <a:custGeom>
              <a:avLst/>
              <a:gdLst>
                <a:gd name="T0" fmla="*/ 99 w 99"/>
                <a:gd name="T1" fmla="*/ 89 h 131"/>
                <a:gd name="T2" fmla="*/ 70 w 99"/>
                <a:gd name="T3" fmla="*/ 125 h 131"/>
                <a:gd name="T4" fmla="*/ 48 w 99"/>
                <a:gd name="T5" fmla="*/ 129 h 131"/>
                <a:gd name="T6" fmla="*/ 3 w 99"/>
                <a:gd name="T7" fmla="*/ 78 h 131"/>
                <a:gd name="T8" fmla="*/ 4 w 99"/>
                <a:gd name="T9" fmla="*/ 32 h 131"/>
                <a:gd name="T10" fmla="*/ 7 w 99"/>
                <a:gd name="T11" fmla="*/ 25 h 131"/>
                <a:gd name="T12" fmla="*/ 31 w 99"/>
                <a:gd name="T13" fmla="*/ 4 h 131"/>
                <a:gd name="T14" fmla="*/ 63 w 99"/>
                <a:gd name="T15" fmla="*/ 2 h 131"/>
                <a:gd name="T16" fmla="*/ 93 w 99"/>
                <a:gd name="T17" fmla="*/ 28 h 131"/>
                <a:gd name="T18" fmla="*/ 96 w 99"/>
                <a:gd name="T19" fmla="*/ 43 h 131"/>
                <a:gd name="T20" fmla="*/ 98 w 99"/>
                <a:gd name="T21" fmla="*/ 74 h 131"/>
                <a:gd name="T22" fmla="*/ 99 w 99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9" h="131">
                  <a:moveTo>
                    <a:pt x="99" y="89"/>
                  </a:moveTo>
                  <a:cubicBezTo>
                    <a:pt x="99" y="105"/>
                    <a:pt x="81" y="118"/>
                    <a:pt x="70" y="125"/>
                  </a:cubicBezTo>
                  <a:cubicBezTo>
                    <a:pt x="58" y="131"/>
                    <a:pt x="48" y="129"/>
                    <a:pt x="48" y="129"/>
                  </a:cubicBezTo>
                  <a:cubicBezTo>
                    <a:pt x="2" y="118"/>
                    <a:pt x="5" y="97"/>
                    <a:pt x="3" y="78"/>
                  </a:cubicBezTo>
                  <a:cubicBezTo>
                    <a:pt x="2" y="70"/>
                    <a:pt x="0" y="53"/>
                    <a:pt x="4" y="32"/>
                  </a:cubicBezTo>
                  <a:cubicBezTo>
                    <a:pt x="5" y="30"/>
                    <a:pt x="6" y="27"/>
                    <a:pt x="7" y="25"/>
                  </a:cubicBezTo>
                  <a:cubicBezTo>
                    <a:pt x="14" y="10"/>
                    <a:pt x="31" y="4"/>
                    <a:pt x="31" y="4"/>
                  </a:cubicBezTo>
                  <a:cubicBezTo>
                    <a:pt x="41" y="1"/>
                    <a:pt x="52" y="0"/>
                    <a:pt x="63" y="2"/>
                  </a:cubicBezTo>
                  <a:cubicBezTo>
                    <a:pt x="78" y="5"/>
                    <a:pt x="90" y="12"/>
                    <a:pt x="93" y="28"/>
                  </a:cubicBezTo>
                  <a:cubicBezTo>
                    <a:pt x="95" y="33"/>
                    <a:pt x="95" y="38"/>
                    <a:pt x="96" y="43"/>
                  </a:cubicBezTo>
                  <a:cubicBezTo>
                    <a:pt x="97" y="53"/>
                    <a:pt x="98" y="64"/>
                    <a:pt x="98" y="74"/>
                  </a:cubicBezTo>
                  <a:cubicBezTo>
                    <a:pt x="98" y="79"/>
                    <a:pt x="99" y="84"/>
                    <a:pt x="99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9" name="Freeform 202">
              <a:extLst>
                <a:ext uri="{FF2B5EF4-FFF2-40B4-BE49-F238E27FC236}">
                  <a16:creationId xmlns:a16="http://schemas.microsoft.com/office/drawing/2014/main" id="{A1EBB562-0A36-4049-9332-BE25264E3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4638" y="4151313"/>
              <a:ext cx="93663" cy="169863"/>
            </a:xfrm>
            <a:custGeom>
              <a:avLst/>
              <a:gdLst>
                <a:gd name="T0" fmla="*/ 10 w 25"/>
                <a:gd name="T1" fmla="*/ 3 h 45"/>
                <a:gd name="T2" fmla="*/ 7 w 25"/>
                <a:gd name="T3" fmla="*/ 12 h 45"/>
                <a:gd name="T4" fmla="*/ 9 w 25"/>
                <a:gd name="T5" fmla="*/ 37 h 45"/>
                <a:gd name="T6" fmla="*/ 3 w 25"/>
                <a:gd name="T7" fmla="*/ 39 h 45"/>
                <a:gd name="T8" fmla="*/ 12 w 25"/>
                <a:gd name="T9" fmla="*/ 45 h 45"/>
                <a:gd name="T10" fmla="*/ 19 w 25"/>
                <a:gd name="T11" fmla="*/ 42 h 45"/>
                <a:gd name="T12" fmla="*/ 23 w 25"/>
                <a:gd name="T13" fmla="*/ 34 h 45"/>
                <a:gd name="T14" fmla="*/ 17 w 25"/>
                <a:gd name="T15" fmla="*/ 36 h 45"/>
                <a:gd name="T16" fmla="*/ 10 w 25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5">
                  <a:moveTo>
                    <a:pt x="10" y="3"/>
                  </a:moveTo>
                  <a:cubicBezTo>
                    <a:pt x="10" y="3"/>
                    <a:pt x="7" y="0"/>
                    <a:pt x="7" y="12"/>
                  </a:cubicBezTo>
                  <a:cubicBezTo>
                    <a:pt x="7" y="24"/>
                    <a:pt x="9" y="37"/>
                    <a:pt x="9" y="37"/>
                  </a:cubicBezTo>
                  <a:cubicBezTo>
                    <a:pt x="9" y="37"/>
                    <a:pt x="0" y="33"/>
                    <a:pt x="3" y="39"/>
                  </a:cubicBezTo>
                  <a:cubicBezTo>
                    <a:pt x="5" y="42"/>
                    <a:pt x="9" y="44"/>
                    <a:pt x="12" y="45"/>
                  </a:cubicBezTo>
                  <a:cubicBezTo>
                    <a:pt x="15" y="45"/>
                    <a:pt x="18" y="44"/>
                    <a:pt x="19" y="42"/>
                  </a:cubicBezTo>
                  <a:cubicBezTo>
                    <a:pt x="20" y="41"/>
                    <a:pt x="25" y="36"/>
                    <a:pt x="23" y="34"/>
                  </a:cubicBezTo>
                  <a:cubicBezTo>
                    <a:pt x="23" y="34"/>
                    <a:pt x="18" y="36"/>
                    <a:pt x="17" y="36"/>
                  </a:cubicBezTo>
                  <a:cubicBezTo>
                    <a:pt x="17" y="36"/>
                    <a:pt x="16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0" name="Freeform 203">
              <a:extLst>
                <a:ext uri="{FF2B5EF4-FFF2-40B4-BE49-F238E27FC236}">
                  <a16:creationId xmlns:a16="http://schemas.microsoft.com/office/drawing/2014/main" id="{1C53B55A-17F2-41FE-AB32-895654EAA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25" y="4117976"/>
              <a:ext cx="101600" cy="57150"/>
            </a:xfrm>
            <a:custGeom>
              <a:avLst/>
              <a:gdLst>
                <a:gd name="T0" fmla="*/ 0 w 27"/>
                <a:gd name="T1" fmla="*/ 4 h 15"/>
                <a:gd name="T2" fmla="*/ 27 w 27"/>
                <a:gd name="T3" fmla="*/ 15 h 15"/>
                <a:gd name="T4" fmla="*/ 0 w 27"/>
                <a:gd name="T5" fmla="*/ 12 h 15"/>
                <a:gd name="T6" fmla="*/ 0 w 27"/>
                <a:gd name="T7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5">
                  <a:moveTo>
                    <a:pt x="0" y="4"/>
                  </a:moveTo>
                  <a:cubicBezTo>
                    <a:pt x="0" y="4"/>
                    <a:pt x="21" y="0"/>
                    <a:pt x="27" y="15"/>
                  </a:cubicBezTo>
                  <a:cubicBezTo>
                    <a:pt x="27" y="15"/>
                    <a:pt x="4" y="8"/>
                    <a:pt x="0" y="1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1" name="Freeform 204">
              <a:extLst>
                <a:ext uri="{FF2B5EF4-FFF2-40B4-BE49-F238E27FC236}">
                  <a16:creationId xmlns:a16="http://schemas.microsoft.com/office/drawing/2014/main" id="{0FA21531-BC9C-4D80-9528-A31D0882C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0" y="4117976"/>
              <a:ext cx="106363" cy="57150"/>
            </a:xfrm>
            <a:custGeom>
              <a:avLst/>
              <a:gdLst>
                <a:gd name="T0" fmla="*/ 28 w 28"/>
                <a:gd name="T1" fmla="*/ 6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6"/>
                  </a:moveTo>
                  <a:cubicBezTo>
                    <a:pt x="28" y="6"/>
                    <a:pt x="8" y="0"/>
                    <a:pt x="0" y="15"/>
                  </a:cubicBezTo>
                  <a:cubicBezTo>
                    <a:pt x="0" y="15"/>
                    <a:pt x="24" y="10"/>
                    <a:pt x="28" y="13"/>
                  </a:cubicBezTo>
                  <a:lnTo>
                    <a:pt x="28" y="6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2" name="Freeform 206">
              <a:extLst>
                <a:ext uri="{FF2B5EF4-FFF2-40B4-BE49-F238E27FC236}">
                  <a16:creationId xmlns:a16="http://schemas.microsoft.com/office/drawing/2014/main" id="{9E5643C6-CC56-4564-BB51-20AD870E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4151" y="4186238"/>
              <a:ext cx="90488" cy="82550"/>
            </a:xfrm>
            <a:custGeom>
              <a:avLst/>
              <a:gdLst>
                <a:gd name="T0" fmla="*/ 0 w 24"/>
                <a:gd name="T1" fmla="*/ 12 h 22"/>
                <a:gd name="T2" fmla="*/ 13 w 24"/>
                <a:gd name="T3" fmla="*/ 22 h 22"/>
                <a:gd name="T4" fmla="*/ 24 w 24"/>
                <a:gd name="T5" fmla="*/ 10 h 22"/>
                <a:gd name="T6" fmla="*/ 11 w 24"/>
                <a:gd name="T7" fmla="*/ 0 h 22"/>
                <a:gd name="T8" fmla="*/ 0 w 24"/>
                <a:gd name="T9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2">
                  <a:moveTo>
                    <a:pt x="0" y="12"/>
                  </a:moveTo>
                  <a:cubicBezTo>
                    <a:pt x="1" y="18"/>
                    <a:pt x="6" y="22"/>
                    <a:pt x="13" y="22"/>
                  </a:cubicBezTo>
                  <a:cubicBezTo>
                    <a:pt x="19" y="22"/>
                    <a:pt x="24" y="16"/>
                    <a:pt x="24" y="10"/>
                  </a:cubicBezTo>
                  <a:cubicBezTo>
                    <a:pt x="24" y="4"/>
                    <a:pt x="18" y="0"/>
                    <a:pt x="11" y="0"/>
                  </a:cubicBezTo>
                  <a:cubicBezTo>
                    <a:pt x="5" y="1"/>
                    <a:pt x="0" y="6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3" name="Freeform 207">
              <a:extLst>
                <a:ext uri="{FF2B5EF4-FFF2-40B4-BE49-F238E27FC236}">
                  <a16:creationId xmlns:a16="http://schemas.microsoft.com/office/drawing/2014/main" id="{2BD66D1D-D3A7-4892-9156-AD0C6AE1F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3201" y="4189413"/>
              <a:ext cx="55563" cy="74613"/>
            </a:xfrm>
            <a:custGeom>
              <a:avLst/>
              <a:gdLst>
                <a:gd name="T0" fmla="*/ 15 w 15"/>
                <a:gd name="T1" fmla="*/ 9 h 20"/>
                <a:gd name="T2" fmla="*/ 8 w 15"/>
                <a:gd name="T3" fmla="*/ 19 h 20"/>
                <a:gd name="T4" fmla="*/ 0 w 15"/>
                <a:gd name="T5" fmla="*/ 10 h 20"/>
                <a:gd name="T6" fmla="*/ 7 w 15"/>
                <a:gd name="T7" fmla="*/ 0 h 20"/>
                <a:gd name="T8" fmla="*/ 15 w 15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5" y="9"/>
                  </a:moveTo>
                  <a:cubicBezTo>
                    <a:pt x="15" y="15"/>
                    <a:pt x="12" y="19"/>
                    <a:pt x="8" y="19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5"/>
                    <a:pt x="3" y="0"/>
                    <a:pt x="7" y="0"/>
                  </a:cubicBezTo>
                  <a:cubicBezTo>
                    <a:pt x="11" y="0"/>
                    <a:pt x="15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4" name="Freeform 208">
              <a:extLst>
                <a:ext uri="{FF2B5EF4-FFF2-40B4-BE49-F238E27FC236}">
                  <a16:creationId xmlns:a16="http://schemas.microsoft.com/office/drawing/2014/main" id="{859F489C-A72D-46CA-B352-BFF165725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1138" y="4200526"/>
              <a:ext cx="41275" cy="52388"/>
            </a:xfrm>
            <a:custGeom>
              <a:avLst/>
              <a:gdLst>
                <a:gd name="T0" fmla="*/ 11 w 11"/>
                <a:gd name="T1" fmla="*/ 6 h 14"/>
                <a:gd name="T2" fmla="*/ 6 w 11"/>
                <a:gd name="T3" fmla="*/ 14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6"/>
                  </a:moveTo>
                  <a:cubicBezTo>
                    <a:pt x="11" y="10"/>
                    <a:pt x="9" y="13"/>
                    <a:pt x="6" y="14"/>
                  </a:cubicBezTo>
                  <a:cubicBezTo>
                    <a:pt x="3" y="14"/>
                    <a:pt x="1" y="11"/>
                    <a:pt x="0" y="7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1" y="3"/>
                    <a:pt x="11" y="6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5" name="Freeform 209">
              <a:extLst>
                <a:ext uri="{FF2B5EF4-FFF2-40B4-BE49-F238E27FC236}">
                  <a16:creationId xmlns:a16="http://schemas.microsoft.com/office/drawing/2014/main" id="{6245D454-C12A-4CE6-B5B0-CF515405F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0188" y="4192588"/>
              <a:ext cx="22225" cy="15875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0 w 6"/>
                <a:gd name="T5" fmla="*/ 2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4"/>
                    <a:pt x="3" y="4"/>
                  </a:cubicBezTo>
                  <a:cubicBezTo>
                    <a:pt x="2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6" name="Freeform 210">
              <a:extLst>
                <a:ext uri="{FF2B5EF4-FFF2-40B4-BE49-F238E27FC236}">
                  <a16:creationId xmlns:a16="http://schemas.microsoft.com/office/drawing/2014/main" id="{D8BE7D20-F5E6-46EA-85F5-A8D465FF8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26" y="4178301"/>
              <a:ext cx="88900" cy="85725"/>
            </a:xfrm>
            <a:custGeom>
              <a:avLst/>
              <a:gdLst>
                <a:gd name="T0" fmla="*/ 0 w 24"/>
                <a:gd name="T1" fmla="*/ 13 h 23"/>
                <a:gd name="T2" fmla="*/ 13 w 24"/>
                <a:gd name="T3" fmla="*/ 23 h 23"/>
                <a:gd name="T4" fmla="*/ 24 w 24"/>
                <a:gd name="T5" fmla="*/ 11 h 23"/>
                <a:gd name="T6" fmla="*/ 11 w 24"/>
                <a:gd name="T7" fmla="*/ 1 h 23"/>
                <a:gd name="T8" fmla="*/ 0 w 24"/>
                <a:gd name="T9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0" y="13"/>
                  </a:moveTo>
                  <a:cubicBezTo>
                    <a:pt x="0" y="19"/>
                    <a:pt x="6" y="23"/>
                    <a:pt x="13" y="23"/>
                  </a:cubicBezTo>
                  <a:cubicBezTo>
                    <a:pt x="19" y="22"/>
                    <a:pt x="24" y="17"/>
                    <a:pt x="24" y="11"/>
                  </a:cubicBezTo>
                  <a:cubicBezTo>
                    <a:pt x="24" y="5"/>
                    <a:pt x="18" y="0"/>
                    <a:pt x="11" y="1"/>
                  </a:cubicBezTo>
                  <a:cubicBezTo>
                    <a:pt x="5" y="1"/>
                    <a:pt x="0" y="7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7" name="Freeform 211">
              <a:extLst>
                <a:ext uri="{FF2B5EF4-FFF2-40B4-BE49-F238E27FC236}">
                  <a16:creationId xmlns:a16="http://schemas.microsoft.com/office/drawing/2014/main" id="{4C790F54-81A7-4225-A00B-8ACDA73CD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6238" y="4186238"/>
              <a:ext cx="60325" cy="71438"/>
            </a:xfrm>
            <a:custGeom>
              <a:avLst/>
              <a:gdLst>
                <a:gd name="T0" fmla="*/ 15 w 16"/>
                <a:gd name="T1" fmla="*/ 9 h 19"/>
                <a:gd name="T2" fmla="*/ 8 w 16"/>
                <a:gd name="T3" fmla="*/ 19 h 19"/>
                <a:gd name="T4" fmla="*/ 0 w 16"/>
                <a:gd name="T5" fmla="*/ 10 h 19"/>
                <a:gd name="T6" fmla="*/ 7 w 16"/>
                <a:gd name="T7" fmla="*/ 0 h 19"/>
                <a:gd name="T8" fmla="*/ 15 w 16"/>
                <a:gd name="T9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9">
                  <a:moveTo>
                    <a:pt x="15" y="9"/>
                  </a:moveTo>
                  <a:cubicBezTo>
                    <a:pt x="16" y="14"/>
                    <a:pt x="13" y="19"/>
                    <a:pt x="8" y="19"/>
                  </a:cubicBezTo>
                  <a:cubicBezTo>
                    <a:pt x="4" y="19"/>
                    <a:pt x="1" y="15"/>
                    <a:pt x="0" y="10"/>
                  </a:cubicBezTo>
                  <a:cubicBezTo>
                    <a:pt x="0" y="5"/>
                    <a:pt x="3" y="0"/>
                    <a:pt x="7" y="0"/>
                  </a:cubicBezTo>
                  <a:cubicBezTo>
                    <a:pt x="11" y="0"/>
                    <a:pt x="15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8" name="Freeform 212">
              <a:extLst>
                <a:ext uri="{FF2B5EF4-FFF2-40B4-BE49-F238E27FC236}">
                  <a16:creationId xmlns:a16="http://schemas.microsoft.com/office/drawing/2014/main" id="{E17DC7D2-09E3-49D0-A6FB-C330AAF6A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2588" y="4192588"/>
              <a:ext cx="42863" cy="57150"/>
            </a:xfrm>
            <a:custGeom>
              <a:avLst/>
              <a:gdLst>
                <a:gd name="T0" fmla="*/ 11 w 11"/>
                <a:gd name="T1" fmla="*/ 7 h 15"/>
                <a:gd name="T2" fmla="*/ 6 w 11"/>
                <a:gd name="T3" fmla="*/ 14 h 15"/>
                <a:gd name="T4" fmla="*/ 0 w 11"/>
                <a:gd name="T5" fmla="*/ 8 h 15"/>
                <a:gd name="T6" fmla="*/ 5 w 11"/>
                <a:gd name="T7" fmla="*/ 1 h 15"/>
                <a:gd name="T8" fmla="*/ 11 w 11"/>
                <a:gd name="T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5">
                  <a:moveTo>
                    <a:pt x="11" y="7"/>
                  </a:moveTo>
                  <a:cubicBezTo>
                    <a:pt x="11" y="11"/>
                    <a:pt x="9" y="14"/>
                    <a:pt x="6" y="14"/>
                  </a:cubicBezTo>
                  <a:cubicBezTo>
                    <a:pt x="3" y="15"/>
                    <a:pt x="1" y="12"/>
                    <a:pt x="0" y="8"/>
                  </a:cubicBezTo>
                  <a:cubicBezTo>
                    <a:pt x="0" y="4"/>
                    <a:pt x="2" y="1"/>
                    <a:pt x="5" y="1"/>
                  </a:cubicBezTo>
                  <a:cubicBezTo>
                    <a:pt x="8" y="0"/>
                    <a:pt x="11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9" name="Freeform 213">
              <a:extLst>
                <a:ext uri="{FF2B5EF4-FFF2-40B4-BE49-F238E27FC236}">
                  <a16:creationId xmlns:a16="http://schemas.microsoft.com/office/drawing/2014/main" id="{F7D94C1E-3025-4D15-919B-9710DCBB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1638" y="4189413"/>
              <a:ext cx="23813" cy="15875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1 w 6"/>
                <a:gd name="T5" fmla="*/ 2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4"/>
                    <a:pt x="3" y="4"/>
                  </a:cubicBezTo>
                  <a:cubicBezTo>
                    <a:pt x="2" y="4"/>
                    <a:pt x="1" y="3"/>
                    <a:pt x="1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0" name="Freeform 214">
              <a:extLst>
                <a:ext uri="{FF2B5EF4-FFF2-40B4-BE49-F238E27FC236}">
                  <a16:creationId xmlns:a16="http://schemas.microsoft.com/office/drawing/2014/main" id="{D639501F-5E7B-422B-AE1B-A74BF58CE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2251" y="4324351"/>
              <a:ext cx="195263" cy="123825"/>
            </a:xfrm>
            <a:custGeom>
              <a:avLst/>
              <a:gdLst>
                <a:gd name="T0" fmla="*/ 52 w 52"/>
                <a:gd name="T1" fmla="*/ 2 h 33"/>
                <a:gd name="T2" fmla="*/ 47 w 52"/>
                <a:gd name="T3" fmla="*/ 14 h 33"/>
                <a:gd name="T4" fmla="*/ 41 w 52"/>
                <a:gd name="T5" fmla="*/ 23 h 33"/>
                <a:gd name="T6" fmla="*/ 15 w 52"/>
                <a:gd name="T7" fmla="*/ 23 h 33"/>
                <a:gd name="T8" fmla="*/ 4 w 52"/>
                <a:gd name="T9" fmla="*/ 9 h 33"/>
                <a:gd name="T10" fmla="*/ 0 w 52"/>
                <a:gd name="T11" fmla="*/ 0 h 33"/>
                <a:gd name="T12" fmla="*/ 52 w 52"/>
                <a:gd name="T13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3">
                  <a:moveTo>
                    <a:pt x="52" y="2"/>
                  </a:moveTo>
                  <a:cubicBezTo>
                    <a:pt x="52" y="2"/>
                    <a:pt x="50" y="8"/>
                    <a:pt x="47" y="14"/>
                  </a:cubicBezTo>
                  <a:cubicBezTo>
                    <a:pt x="45" y="17"/>
                    <a:pt x="43" y="20"/>
                    <a:pt x="41" y="23"/>
                  </a:cubicBezTo>
                  <a:cubicBezTo>
                    <a:pt x="34" y="30"/>
                    <a:pt x="26" y="33"/>
                    <a:pt x="15" y="23"/>
                  </a:cubicBezTo>
                  <a:cubicBezTo>
                    <a:pt x="12" y="20"/>
                    <a:pt x="8" y="15"/>
                    <a:pt x="4" y="9"/>
                  </a:cubicBezTo>
                  <a:cubicBezTo>
                    <a:pt x="3" y="6"/>
                    <a:pt x="1" y="3"/>
                    <a:pt x="0" y="0"/>
                  </a:cubicBezTo>
                  <a:cubicBezTo>
                    <a:pt x="0" y="0"/>
                    <a:pt x="45" y="8"/>
                    <a:pt x="52" y="2"/>
                  </a:cubicBezTo>
                  <a:close/>
                </a:path>
              </a:pathLst>
            </a:custGeom>
            <a:solidFill>
              <a:srgbClr val="712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1" name="Freeform 215">
              <a:extLst>
                <a:ext uri="{FF2B5EF4-FFF2-40B4-BE49-F238E27FC236}">
                  <a16:creationId xmlns:a16="http://schemas.microsoft.com/office/drawing/2014/main" id="{CE9C4622-E8B6-4402-93DE-305390DD8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2251" y="4324351"/>
              <a:ext cx="195263" cy="71438"/>
            </a:xfrm>
            <a:custGeom>
              <a:avLst/>
              <a:gdLst>
                <a:gd name="T0" fmla="*/ 52 w 52"/>
                <a:gd name="T1" fmla="*/ 2 h 19"/>
                <a:gd name="T2" fmla="*/ 47 w 52"/>
                <a:gd name="T3" fmla="*/ 14 h 19"/>
                <a:gd name="T4" fmla="*/ 4 w 52"/>
                <a:gd name="T5" fmla="*/ 9 h 19"/>
                <a:gd name="T6" fmla="*/ 0 w 52"/>
                <a:gd name="T7" fmla="*/ 0 h 19"/>
                <a:gd name="T8" fmla="*/ 52 w 52"/>
                <a:gd name="T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9">
                  <a:moveTo>
                    <a:pt x="52" y="2"/>
                  </a:moveTo>
                  <a:cubicBezTo>
                    <a:pt x="52" y="2"/>
                    <a:pt x="50" y="8"/>
                    <a:pt x="47" y="14"/>
                  </a:cubicBezTo>
                  <a:cubicBezTo>
                    <a:pt x="33" y="19"/>
                    <a:pt x="15" y="13"/>
                    <a:pt x="4" y="9"/>
                  </a:cubicBezTo>
                  <a:cubicBezTo>
                    <a:pt x="3" y="6"/>
                    <a:pt x="1" y="3"/>
                    <a:pt x="0" y="0"/>
                  </a:cubicBezTo>
                  <a:cubicBezTo>
                    <a:pt x="0" y="0"/>
                    <a:pt x="45" y="8"/>
                    <a:pt x="5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2" name="Freeform 216">
              <a:extLst>
                <a:ext uri="{FF2B5EF4-FFF2-40B4-BE49-F238E27FC236}">
                  <a16:creationId xmlns:a16="http://schemas.microsoft.com/office/drawing/2014/main" id="{FA47AD2F-C3B2-4016-B902-296557C1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7813" y="4387851"/>
              <a:ext cx="98425" cy="60325"/>
            </a:xfrm>
            <a:custGeom>
              <a:avLst/>
              <a:gdLst>
                <a:gd name="T0" fmla="*/ 26 w 26"/>
                <a:gd name="T1" fmla="*/ 6 h 16"/>
                <a:gd name="T2" fmla="*/ 0 w 26"/>
                <a:gd name="T3" fmla="*/ 6 h 16"/>
                <a:gd name="T4" fmla="*/ 26 w 26"/>
                <a:gd name="T5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6">
                  <a:moveTo>
                    <a:pt x="26" y="6"/>
                  </a:moveTo>
                  <a:cubicBezTo>
                    <a:pt x="19" y="13"/>
                    <a:pt x="11" y="16"/>
                    <a:pt x="0" y="6"/>
                  </a:cubicBezTo>
                  <a:cubicBezTo>
                    <a:pt x="5" y="4"/>
                    <a:pt x="15" y="0"/>
                    <a:pt x="26" y="6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3" name="Freeform 217">
              <a:extLst>
                <a:ext uri="{FF2B5EF4-FFF2-40B4-BE49-F238E27FC236}">
                  <a16:creationId xmlns:a16="http://schemas.microsoft.com/office/drawing/2014/main" id="{116A47F4-6577-4A80-8DBE-DBCAF3F57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0813" y="3892551"/>
              <a:ext cx="404813" cy="236538"/>
            </a:xfrm>
            <a:custGeom>
              <a:avLst/>
              <a:gdLst>
                <a:gd name="T0" fmla="*/ 107 w 108"/>
                <a:gd name="T1" fmla="*/ 23 h 63"/>
                <a:gd name="T2" fmla="*/ 95 w 108"/>
                <a:gd name="T3" fmla="*/ 32 h 63"/>
                <a:gd name="T4" fmla="*/ 102 w 108"/>
                <a:gd name="T5" fmla="*/ 16 h 63"/>
                <a:gd name="T6" fmla="*/ 101 w 108"/>
                <a:gd name="T7" fmla="*/ 16 h 63"/>
                <a:gd name="T8" fmla="*/ 99 w 108"/>
                <a:gd name="T9" fmla="*/ 18 h 63"/>
                <a:gd name="T10" fmla="*/ 85 w 108"/>
                <a:gd name="T11" fmla="*/ 19 h 63"/>
                <a:gd name="T12" fmla="*/ 65 w 108"/>
                <a:gd name="T13" fmla="*/ 7 h 63"/>
                <a:gd name="T14" fmla="*/ 41 w 108"/>
                <a:gd name="T15" fmla="*/ 0 h 63"/>
                <a:gd name="T16" fmla="*/ 27 w 108"/>
                <a:gd name="T17" fmla="*/ 3 h 63"/>
                <a:gd name="T18" fmla="*/ 0 w 108"/>
                <a:gd name="T19" fmla="*/ 27 h 63"/>
                <a:gd name="T20" fmla="*/ 0 w 108"/>
                <a:gd name="T21" fmla="*/ 32 h 63"/>
                <a:gd name="T22" fmla="*/ 0 w 108"/>
                <a:gd name="T23" fmla="*/ 37 h 63"/>
                <a:gd name="T24" fmla="*/ 1 w 108"/>
                <a:gd name="T25" fmla="*/ 38 h 63"/>
                <a:gd name="T26" fmla="*/ 1 w 108"/>
                <a:gd name="T27" fmla="*/ 37 h 63"/>
                <a:gd name="T28" fmla="*/ 2 w 108"/>
                <a:gd name="T29" fmla="*/ 37 h 63"/>
                <a:gd name="T30" fmla="*/ 18 w 108"/>
                <a:gd name="T31" fmla="*/ 51 h 63"/>
                <a:gd name="T32" fmla="*/ 61 w 108"/>
                <a:gd name="T33" fmla="*/ 59 h 63"/>
                <a:gd name="T34" fmla="*/ 103 w 108"/>
                <a:gd name="T35" fmla="*/ 30 h 63"/>
                <a:gd name="T36" fmla="*/ 107 w 108"/>
                <a:gd name="T37" fmla="*/ 24 h 63"/>
                <a:gd name="T38" fmla="*/ 107 w 108"/>
                <a:gd name="T39" fmla="*/ 2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8" h="63">
                  <a:moveTo>
                    <a:pt x="107" y="23"/>
                  </a:moveTo>
                  <a:cubicBezTo>
                    <a:pt x="104" y="27"/>
                    <a:pt x="99" y="31"/>
                    <a:pt x="95" y="32"/>
                  </a:cubicBezTo>
                  <a:cubicBezTo>
                    <a:pt x="99" y="28"/>
                    <a:pt x="102" y="22"/>
                    <a:pt x="102" y="16"/>
                  </a:cubicBezTo>
                  <a:cubicBezTo>
                    <a:pt x="102" y="16"/>
                    <a:pt x="101" y="16"/>
                    <a:pt x="101" y="16"/>
                  </a:cubicBezTo>
                  <a:cubicBezTo>
                    <a:pt x="100" y="16"/>
                    <a:pt x="100" y="17"/>
                    <a:pt x="99" y="18"/>
                  </a:cubicBezTo>
                  <a:cubicBezTo>
                    <a:pt x="95" y="21"/>
                    <a:pt x="90" y="21"/>
                    <a:pt x="85" y="19"/>
                  </a:cubicBezTo>
                  <a:cubicBezTo>
                    <a:pt x="78" y="16"/>
                    <a:pt x="72" y="11"/>
                    <a:pt x="65" y="7"/>
                  </a:cubicBezTo>
                  <a:cubicBezTo>
                    <a:pt x="58" y="3"/>
                    <a:pt x="49" y="0"/>
                    <a:pt x="41" y="0"/>
                  </a:cubicBezTo>
                  <a:cubicBezTo>
                    <a:pt x="36" y="1"/>
                    <a:pt x="31" y="2"/>
                    <a:pt x="27" y="3"/>
                  </a:cubicBezTo>
                  <a:cubicBezTo>
                    <a:pt x="16" y="7"/>
                    <a:pt x="3" y="15"/>
                    <a:pt x="0" y="27"/>
                  </a:cubicBezTo>
                  <a:cubicBezTo>
                    <a:pt x="0" y="28"/>
                    <a:pt x="0" y="30"/>
                    <a:pt x="0" y="32"/>
                  </a:cubicBezTo>
                  <a:cubicBezTo>
                    <a:pt x="0" y="33"/>
                    <a:pt x="1" y="36"/>
                    <a:pt x="0" y="37"/>
                  </a:cubicBezTo>
                  <a:cubicBezTo>
                    <a:pt x="0" y="37"/>
                    <a:pt x="1" y="38"/>
                    <a:pt x="1" y="38"/>
                  </a:cubicBezTo>
                  <a:cubicBezTo>
                    <a:pt x="1" y="38"/>
                    <a:pt x="1" y="38"/>
                    <a:pt x="1" y="37"/>
                  </a:cubicBezTo>
                  <a:cubicBezTo>
                    <a:pt x="1" y="37"/>
                    <a:pt x="2" y="37"/>
                    <a:pt x="2" y="37"/>
                  </a:cubicBezTo>
                  <a:cubicBezTo>
                    <a:pt x="7" y="33"/>
                    <a:pt x="15" y="49"/>
                    <a:pt x="18" y="51"/>
                  </a:cubicBezTo>
                  <a:cubicBezTo>
                    <a:pt x="30" y="61"/>
                    <a:pt x="47" y="63"/>
                    <a:pt x="61" y="59"/>
                  </a:cubicBezTo>
                  <a:cubicBezTo>
                    <a:pt x="77" y="55"/>
                    <a:pt x="94" y="44"/>
                    <a:pt x="103" y="30"/>
                  </a:cubicBezTo>
                  <a:cubicBezTo>
                    <a:pt x="105" y="28"/>
                    <a:pt x="106" y="26"/>
                    <a:pt x="107" y="24"/>
                  </a:cubicBezTo>
                  <a:cubicBezTo>
                    <a:pt x="108" y="23"/>
                    <a:pt x="107" y="23"/>
                    <a:pt x="107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4" name="Freeform 218">
              <a:extLst>
                <a:ext uri="{FF2B5EF4-FFF2-40B4-BE49-F238E27FC236}">
                  <a16:creationId xmlns:a16="http://schemas.microsoft.com/office/drawing/2014/main" id="{478CE682-A8BD-4085-9FF6-284E2D1D8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3076" y="4121151"/>
              <a:ext cx="109538" cy="173038"/>
            </a:xfrm>
            <a:custGeom>
              <a:avLst/>
              <a:gdLst>
                <a:gd name="T0" fmla="*/ 4 w 29"/>
                <a:gd name="T1" fmla="*/ 23 h 46"/>
                <a:gd name="T2" fmla="*/ 22 w 29"/>
                <a:gd name="T3" fmla="*/ 18 h 46"/>
                <a:gd name="T4" fmla="*/ 9 w 29"/>
                <a:gd name="T5" fmla="*/ 45 h 46"/>
                <a:gd name="T6" fmla="*/ 4 w 29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4" y="23"/>
                  </a:moveTo>
                  <a:cubicBezTo>
                    <a:pt x="4" y="23"/>
                    <a:pt x="14" y="0"/>
                    <a:pt x="22" y="18"/>
                  </a:cubicBezTo>
                  <a:cubicBezTo>
                    <a:pt x="29" y="32"/>
                    <a:pt x="18" y="46"/>
                    <a:pt x="9" y="45"/>
                  </a:cubicBezTo>
                  <a:cubicBezTo>
                    <a:pt x="0" y="44"/>
                    <a:pt x="4" y="23"/>
                    <a:pt x="4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5" name="Freeform 219">
              <a:extLst>
                <a:ext uri="{FF2B5EF4-FFF2-40B4-BE49-F238E27FC236}">
                  <a16:creationId xmlns:a16="http://schemas.microsoft.com/office/drawing/2014/main" id="{CA9FA26C-092F-474D-B15B-329EADB0F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7838" y="4167188"/>
              <a:ext cx="71438" cy="101600"/>
            </a:xfrm>
            <a:custGeom>
              <a:avLst/>
              <a:gdLst>
                <a:gd name="T0" fmla="*/ 3 w 19"/>
                <a:gd name="T1" fmla="*/ 14 h 27"/>
                <a:gd name="T2" fmla="*/ 15 w 19"/>
                <a:gd name="T3" fmla="*/ 5 h 27"/>
                <a:gd name="T4" fmla="*/ 18 w 19"/>
                <a:gd name="T5" fmla="*/ 17 h 27"/>
                <a:gd name="T6" fmla="*/ 10 w 19"/>
                <a:gd name="T7" fmla="*/ 15 h 27"/>
                <a:gd name="T8" fmla="*/ 5 w 19"/>
                <a:gd name="T9" fmla="*/ 24 h 27"/>
                <a:gd name="T10" fmla="*/ 3 w 19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3" y="14"/>
                  </a:moveTo>
                  <a:cubicBezTo>
                    <a:pt x="3" y="14"/>
                    <a:pt x="11" y="0"/>
                    <a:pt x="15" y="5"/>
                  </a:cubicBezTo>
                  <a:cubicBezTo>
                    <a:pt x="19" y="10"/>
                    <a:pt x="18" y="17"/>
                    <a:pt x="18" y="17"/>
                  </a:cubicBezTo>
                  <a:cubicBezTo>
                    <a:pt x="18" y="17"/>
                    <a:pt x="16" y="10"/>
                    <a:pt x="10" y="15"/>
                  </a:cubicBezTo>
                  <a:cubicBezTo>
                    <a:pt x="10" y="15"/>
                    <a:pt x="18" y="27"/>
                    <a:pt x="5" y="24"/>
                  </a:cubicBezTo>
                  <a:cubicBezTo>
                    <a:pt x="5" y="24"/>
                    <a:pt x="0" y="21"/>
                    <a:pt x="3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6" name="Freeform 220">
              <a:extLst>
                <a:ext uri="{FF2B5EF4-FFF2-40B4-BE49-F238E27FC236}">
                  <a16:creationId xmlns:a16="http://schemas.microsoft.com/office/drawing/2014/main" id="{69E60CAD-9638-4534-98F3-1BFFB2A96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926" y="4008438"/>
              <a:ext cx="165100" cy="225425"/>
            </a:xfrm>
            <a:custGeom>
              <a:avLst/>
              <a:gdLst>
                <a:gd name="T0" fmla="*/ 43 w 44"/>
                <a:gd name="T1" fmla="*/ 5 h 60"/>
                <a:gd name="T2" fmla="*/ 37 w 44"/>
                <a:gd name="T3" fmla="*/ 32 h 60"/>
                <a:gd name="T4" fmla="*/ 28 w 44"/>
                <a:gd name="T5" fmla="*/ 60 h 60"/>
                <a:gd name="T6" fmla="*/ 32 w 44"/>
                <a:gd name="T7" fmla="*/ 3 h 60"/>
                <a:gd name="T8" fmla="*/ 43 w 44"/>
                <a:gd name="T9" fmla="*/ 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60">
                  <a:moveTo>
                    <a:pt x="43" y="5"/>
                  </a:moveTo>
                  <a:cubicBezTo>
                    <a:pt x="43" y="5"/>
                    <a:pt x="44" y="23"/>
                    <a:pt x="37" y="32"/>
                  </a:cubicBezTo>
                  <a:cubicBezTo>
                    <a:pt x="29" y="41"/>
                    <a:pt x="28" y="60"/>
                    <a:pt x="28" y="60"/>
                  </a:cubicBezTo>
                  <a:cubicBezTo>
                    <a:pt x="28" y="60"/>
                    <a:pt x="0" y="24"/>
                    <a:pt x="32" y="3"/>
                  </a:cubicBezTo>
                  <a:cubicBezTo>
                    <a:pt x="32" y="3"/>
                    <a:pt x="38" y="0"/>
                    <a:pt x="43" y="5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7" name="Freeform 221">
              <a:extLst>
                <a:ext uri="{FF2B5EF4-FFF2-40B4-BE49-F238E27FC236}">
                  <a16:creationId xmlns:a16="http://schemas.microsoft.com/office/drawing/2014/main" id="{71C088A2-F8CF-480B-A711-07F441622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0688" y="3994151"/>
              <a:ext cx="139700" cy="222250"/>
            </a:xfrm>
            <a:custGeom>
              <a:avLst/>
              <a:gdLst>
                <a:gd name="T0" fmla="*/ 2 w 37"/>
                <a:gd name="T1" fmla="*/ 16 h 59"/>
                <a:gd name="T2" fmla="*/ 18 w 37"/>
                <a:gd name="T3" fmla="*/ 59 h 59"/>
                <a:gd name="T4" fmla="*/ 19 w 37"/>
                <a:gd name="T5" fmla="*/ 8 h 59"/>
                <a:gd name="T6" fmla="*/ 2 w 37"/>
                <a:gd name="T7" fmla="*/ 1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2" y="16"/>
                  </a:moveTo>
                  <a:cubicBezTo>
                    <a:pt x="2" y="16"/>
                    <a:pt x="15" y="34"/>
                    <a:pt x="18" y="59"/>
                  </a:cubicBezTo>
                  <a:cubicBezTo>
                    <a:pt x="18" y="59"/>
                    <a:pt x="37" y="31"/>
                    <a:pt x="19" y="8"/>
                  </a:cubicBezTo>
                  <a:cubicBezTo>
                    <a:pt x="19" y="8"/>
                    <a:pt x="0" y="0"/>
                    <a:pt x="2" y="16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8" name="Freeform 222">
              <a:extLst>
                <a:ext uri="{FF2B5EF4-FFF2-40B4-BE49-F238E27FC236}">
                  <a16:creationId xmlns:a16="http://schemas.microsoft.com/office/drawing/2014/main" id="{D51DCDE4-7AC0-41B3-AAA0-4C2611B22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9213" y="4137026"/>
              <a:ext cx="109538" cy="173038"/>
            </a:xfrm>
            <a:custGeom>
              <a:avLst/>
              <a:gdLst>
                <a:gd name="T0" fmla="*/ 25 w 29"/>
                <a:gd name="T1" fmla="*/ 22 h 46"/>
                <a:gd name="T2" fmla="*/ 6 w 29"/>
                <a:gd name="T3" fmla="*/ 17 h 46"/>
                <a:gd name="T4" fmla="*/ 20 w 29"/>
                <a:gd name="T5" fmla="*/ 45 h 46"/>
                <a:gd name="T6" fmla="*/ 25 w 29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25" y="22"/>
                  </a:moveTo>
                  <a:cubicBezTo>
                    <a:pt x="25" y="22"/>
                    <a:pt x="15" y="0"/>
                    <a:pt x="6" y="17"/>
                  </a:cubicBezTo>
                  <a:cubicBezTo>
                    <a:pt x="0" y="32"/>
                    <a:pt x="11" y="46"/>
                    <a:pt x="20" y="45"/>
                  </a:cubicBezTo>
                  <a:cubicBezTo>
                    <a:pt x="29" y="44"/>
                    <a:pt x="25" y="22"/>
                    <a:pt x="25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9" name="Freeform 223">
              <a:extLst>
                <a:ext uri="{FF2B5EF4-FFF2-40B4-BE49-F238E27FC236}">
                  <a16:creationId xmlns:a16="http://schemas.microsoft.com/office/drawing/2014/main" id="{DAD3937C-1C7D-464B-91D8-92B1DA372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2551" y="4178301"/>
              <a:ext cx="68263" cy="101600"/>
            </a:xfrm>
            <a:custGeom>
              <a:avLst/>
              <a:gdLst>
                <a:gd name="T0" fmla="*/ 15 w 18"/>
                <a:gd name="T1" fmla="*/ 15 h 27"/>
                <a:gd name="T2" fmla="*/ 4 w 18"/>
                <a:gd name="T3" fmla="*/ 5 h 27"/>
                <a:gd name="T4" fmla="*/ 0 w 18"/>
                <a:gd name="T5" fmla="*/ 18 h 27"/>
                <a:gd name="T6" fmla="*/ 8 w 18"/>
                <a:gd name="T7" fmla="*/ 15 h 27"/>
                <a:gd name="T8" fmla="*/ 13 w 18"/>
                <a:gd name="T9" fmla="*/ 25 h 27"/>
                <a:gd name="T10" fmla="*/ 15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5" y="15"/>
                  </a:moveTo>
                  <a:cubicBezTo>
                    <a:pt x="15" y="15"/>
                    <a:pt x="8" y="0"/>
                    <a:pt x="4" y="5"/>
                  </a:cubicBezTo>
                  <a:cubicBezTo>
                    <a:pt x="0" y="11"/>
                    <a:pt x="0" y="18"/>
                    <a:pt x="0" y="18"/>
                  </a:cubicBezTo>
                  <a:cubicBezTo>
                    <a:pt x="0" y="18"/>
                    <a:pt x="3" y="10"/>
                    <a:pt x="8" y="15"/>
                  </a:cubicBezTo>
                  <a:cubicBezTo>
                    <a:pt x="8" y="15"/>
                    <a:pt x="1" y="27"/>
                    <a:pt x="13" y="25"/>
                  </a:cubicBezTo>
                  <a:cubicBezTo>
                    <a:pt x="13" y="25"/>
                    <a:pt x="18" y="21"/>
                    <a:pt x="15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2" name="Freeform 226">
              <a:extLst>
                <a:ext uri="{FF2B5EF4-FFF2-40B4-BE49-F238E27FC236}">
                  <a16:creationId xmlns:a16="http://schemas.microsoft.com/office/drawing/2014/main" id="{6FB7831F-1BD8-4DE7-9B35-B3EFAE3EBF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4938" y="4148138"/>
              <a:ext cx="373063" cy="146050"/>
            </a:xfrm>
            <a:custGeom>
              <a:avLst/>
              <a:gdLst>
                <a:gd name="T0" fmla="*/ 95 w 99"/>
                <a:gd name="T1" fmla="*/ 26 h 39"/>
                <a:gd name="T2" fmla="*/ 98 w 99"/>
                <a:gd name="T3" fmla="*/ 9 h 39"/>
                <a:gd name="T4" fmla="*/ 97 w 99"/>
                <a:gd name="T5" fmla="*/ 8 h 39"/>
                <a:gd name="T6" fmla="*/ 96 w 99"/>
                <a:gd name="T7" fmla="*/ 7 h 39"/>
                <a:gd name="T8" fmla="*/ 59 w 99"/>
                <a:gd name="T9" fmla="*/ 9 h 39"/>
                <a:gd name="T10" fmla="*/ 54 w 99"/>
                <a:gd name="T11" fmla="*/ 12 h 39"/>
                <a:gd name="T12" fmla="*/ 54 w 99"/>
                <a:gd name="T13" fmla="*/ 12 h 39"/>
                <a:gd name="T14" fmla="*/ 47 w 99"/>
                <a:gd name="T15" fmla="*/ 12 h 39"/>
                <a:gd name="T16" fmla="*/ 47 w 99"/>
                <a:gd name="T17" fmla="*/ 11 h 39"/>
                <a:gd name="T18" fmla="*/ 46 w 99"/>
                <a:gd name="T19" fmla="*/ 11 h 39"/>
                <a:gd name="T20" fmla="*/ 39 w 99"/>
                <a:gd name="T21" fmla="*/ 8 h 39"/>
                <a:gd name="T22" fmla="*/ 2 w 99"/>
                <a:gd name="T23" fmla="*/ 9 h 39"/>
                <a:gd name="T24" fmla="*/ 1 w 99"/>
                <a:gd name="T25" fmla="*/ 9 h 39"/>
                <a:gd name="T26" fmla="*/ 1 w 99"/>
                <a:gd name="T27" fmla="*/ 10 h 39"/>
                <a:gd name="T28" fmla="*/ 5 w 99"/>
                <a:gd name="T29" fmla="*/ 28 h 39"/>
                <a:gd name="T30" fmla="*/ 15 w 99"/>
                <a:gd name="T31" fmla="*/ 37 h 39"/>
                <a:gd name="T32" fmla="*/ 27 w 99"/>
                <a:gd name="T33" fmla="*/ 39 h 39"/>
                <a:gd name="T34" fmla="*/ 44 w 99"/>
                <a:gd name="T35" fmla="*/ 26 h 39"/>
                <a:gd name="T36" fmla="*/ 45 w 99"/>
                <a:gd name="T37" fmla="*/ 25 h 39"/>
                <a:gd name="T38" fmla="*/ 47 w 99"/>
                <a:gd name="T39" fmla="*/ 18 h 39"/>
                <a:gd name="T40" fmla="*/ 53 w 99"/>
                <a:gd name="T41" fmla="*/ 18 h 39"/>
                <a:gd name="T42" fmla="*/ 55 w 99"/>
                <a:gd name="T43" fmla="*/ 26 h 39"/>
                <a:gd name="T44" fmla="*/ 56 w 99"/>
                <a:gd name="T45" fmla="*/ 27 h 39"/>
                <a:gd name="T46" fmla="*/ 74 w 99"/>
                <a:gd name="T47" fmla="*/ 38 h 39"/>
                <a:gd name="T48" fmla="*/ 86 w 99"/>
                <a:gd name="T49" fmla="*/ 36 h 39"/>
                <a:gd name="T50" fmla="*/ 95 w 99"/>
                <a:gd name="T51" fmla="*/ 26 h 39"/>
                <a:gd name="T52" fmla="*/ 26 w 99"/>
                <a:gd name="T53" fmla="*/ 35 h 39"/>
                <a:gd name="T54" fmla="*/ 16 w 99"/>
                <a:gd name="T55" fmla="*/ 33 h 39"/>
                <a:gd name="T56" fmla="*/ 9 w 99"/>
                <a:gd name="T57" fmla="*/ 26 h 39"/>
                <a:gd name="T58" fmla="*/ 5 w 99"/>
                <a:gd name="T59" fmla="*/ 12 h 39"/>
                <a:gd name="T60" fmla="*/ 38 w 99"/>
                <a:gd name="T61" fmla="*/ 12 h 39"/>
                <a:gd name="T62" fmla="*/ 43 w 99"/>
                <a:gd name="T63" fmla="*/ 14 h 39"/>
                <a:gd name="T64" fmla="*/ 41 w 99"/>
                <a:gd name="T65" fmla="*/ 24 h 39"/>
                <a:gd name="T66" fmla="*/ 40 w 99"/>
                <a:gd name="T67" fmla="*/ 25 h 39"/>
                <a:gd name="T68" fmla="*/ 26 w 99"/>
                <a:gd name="T69" fmla="*/ 35 h 39"/>
                <a:gd name="T70" fmla="*/ 84 w 99"/>
                <a:gd name="T71" fmla="*/ 32 h 39"/>
                <a:gd name="T72" fmla="*/ 74 w 99"/>
                <a:gd name="T73" fmla="*/ 34 h 39"/>
                <a:gd name="T74" fmla="*/ 59 w 99"/>
                <a:gd name="T75" fmla="*/ 25 h 39"/>
                <a:gd name="T76" fmla="*/ 59 w 99"/>
                <a:gd name="T77" fmla="*/ 25 h 39"/>
                <a:gd name="T78" fmla="*/ 56 w 99"/>
                <a:gd name="T79" fmla="*/ 15 h 39"/>
                <a:gd name="T80" fmla="*/ 61 w 99"/>
                <a:gd name="T81" fmla="*/ 12 h 39"/>
                <a:gd name="T82" fmla="*/ 94 w 99"/>
                <a:gd name="T83" fmla="*/ 11 h 39"/>
                <a:gd name="T84" fmla="*/ 91 w 99"/>
                <a:gd name="T85" fmla="*/ 25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5" y="26"/>
                  </a:moveTo>
                  <a:cubicBezTo>
                    <a:pt x="99" y="14"/>
                    <a:pt x="98" y="9"/>
                    <a:pt x="98" y="9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78" y="0"/>
                    <a:pt x="59" y="9"/>
                  </a:cubicBezTo>
                  <a:cubicBezTo>
                    <a:pt x="57" y="10"/>
                    <a:pt x="55" y="11"/>
                    <a:pt x="5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4" y="10"/>
                    <a:pt x="42" y="9"/>
                    <a:pt x="39" y="8"/>
                  </a:cubicBezTo>
                  <a:cubicBezTo>
                    <a:pt x="20" y="1"/>
                    <a:pt x="3" y="9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0" y="16"/>
                    <a:pt x="5" y="28"/>
                  </a:cubicBezTo>
                  <a:cubicBezTo>
                    <a:pt x="7" y="32"/>
                    <a:pt x="10" y="35"/>
                    <a:pt x="15" y="37"/>
                  </a:cubicBezTo>
                  <a:cubicBezTo>
                    <a:pt x="21" y="39"/>
                    <a:pt x="26" y="39"/>
                    <a:pt x="27" y="39"/>
                  </a:cubicBezTo>
                  <a:cubicBezTo>
                    <a:pt x="40" y="37"/>
                    <a:pt x="43" y="31"/>
                    <a:pt x="44" y="26"/>
                  </a:cubicBezTo>
                  <a:cubicBezTo>
                    <a:pt x="44" y="26"/>
                    <a:pt x="44" y="26"/>
                    <a:pt x="45" y="25"/>
                  </a:cubicBezTo>
                  <a:cubicBezTo>
                    <a:pt x="46" y="22"/>
                    <a:pt x="46" y="20"/>
                    <a:pt x="47" y="18"/>
                  </a:cubicBezTo>
                  <a:cubicBezTo>
                    <a:pt x="48" y="17"/>
                    <a:pt x="50" y="17"/>
                    <a:pt x="53" y="18"/>
                  </a:cubicBezTo>
                  <a:cubicBezTo>
                    <a:pt x="53" y="20"/>
                    <a:pt x="54" y="23"/>
                    <a:pt x="55" y="26"/>
                  </a:cubicBezTo>
                  <a:cubicBezTo>
                    <a:pt x="55" y="27"/>
                    <a:pt x="56" y="27"/>
                    <a:pt x="56" y="27"/>
                  </a:cubicBezTo>
                  <a:cubicBezTo>
                    <a:pt x="57" y="31"/>
                    <a:pt x="60" y="38"/>
                    <a:pt x="74" y="38"/>
                  </a:cubicBezTo>
                  <a:cubicBezTo>
                    <a:pt x="74" y="38"/>
                    <a:pt x="80" y="38"/>
                    <a:pt x="86" y="36"/>
                  </a:cubicBezTo>
                  <a:cubicBezTo>
                    <a:pt x="90" y="34"/>
                    <a:pt x="93" y="31"/>
                    <a:pt x="95" y="26"/>
                  </a:cubicBezTo>
                  <a:close/>
                  <a:moveTo>
                    <a:pt x="26" y="35"/>
                  </a:moveTo>
                  <a:cubicBezTo>
                    <a:pt x="26" y="35"/>
                    <a:pt x="21" y="35"/>
                    <a:pt x="16" y="33"/>
                  </a:cubicBezTo>
                  <a:cubicBezTo>
                    <a:pt x="13" y="32"/>
                    <a:pt x="10" y="30"/>
                    <a:pt x="9" y="26"/>
                  </a:cubicBezTo>
                  <a:cubicBezTo>
                    <a:pt x="6" y="19"/>
                    <a:pt x="5" y="14"/>
                    <a:pt x="5" y="12"/>
                  </a:cubicBezTo>
                  <a:cubicBezTo>
                    <a:pt x="9" y="11"/>
                    <a:pt x="23" y="6"/>
                    <a:pt x="38" y="12"/>
                  </a:cubicBezTo>
                  <a:cubicBezTo>
                    <a:pt x="40" y="12"/>
                    <a:pt x="41" y="13"/>
                    <a:pt x="43" y="14"/>
                  </a:cubicBezTo>
                  <a:cubicBezTo>
                    <a:pt x="43" y="16"/>
                    <a:pt x="43" y="19"/>
                    <a:pt x="41" y="24"/>
                  </a:cubicBezTo>
                  <a:cubicBezTo>
                    <a:pt x="41" y="24"/>
                    <a:pt x="41" y="25"/>
                    <a:pt x="40" y="25"/>
                  </a:cubicBezTo>
                  <a:cubicBezTo>
                    <a:pt x="39" y="29"/>
                    <a:pt x="37" y="33"/>
                    <a:pt x="26" y="35"/>
                  </a:cubicBezTo>
                  <a:close/>
                  <a:moveTo>
                    <a:pt x="84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3" y="34"/>
                    <a:pt x="61" y="29"/>
                    <a:pt x="59" y="25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7" y="20"/>
                    <a:pt x="56" y="16"/>
                    <a:pt x="56" y="15"/>
                  </a:cubicBezTo>
                  <a:cubicBezTo>
                    <a:pt x="58" y="14"/>
                    <a:pt x="59" y="13"/>
                    <a:pt x="61" y="12"/>
                  </a:cubicBezTo>
                  <a:cubicBezTo>
                    <a:pt x="76" y="6"/>
                    <a:pt x="90" y="9"/>
                    <a:pt x="94" y="11"/>
                  </a:cubicBezTo>
                  <a:cubicBezTo>
                    <a:pt x="94" y="12"/>
                    <a:pt x="94" y="17"/>
                    <a:pt x="91" y="25"/>
                  </a:cubicBezTo>
                  <a:cubicBezTo>
                    <a:pt x="90" y="28"/>
                    <a:pt x="88" y="31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3" name="Freeform 227">
              <a:extLst>
                <a:ext uri="{FF2B5EF4-FFF2-40B4-BE49-F238E27FC236}">
                  <a16:creationId xmlns:a16="http://schemas.microsoft.com/office/drawing/2014/main" id="{DF9F6280-BB68-4299-92D1-5C23012A2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6213" y="4505326"/>
              <a:ext cx="139700" cy="198438"/>
            </a:xfrm>
            <a:custGeom>
              <a:avLst/>
              <a:gdLst>
                <a:gd name="T0" fmla="*/ 17 w 37"/>
                <a:gd name="T1" fmla="*/ 0 h 53"/>
                <a:gd name="T2" fmla="*/ 0 w 37"/>
                <a:gd name="T3" fmla="*/ 17 h 53"/>
                <a:gd name="T4" fmla="*/ 14 w 37"/>
                <a:gd name="T5" fmla="*/ 53 h 53"/>
                <a:gd name="T6" fmla="*/ 37 w 37"/>
                <a:gd name="T7" fmla="*/ 34 h 53"/>
                <a:gd name="T8" fmla="*/ 17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17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19" y="15"/>
                    <a:pt x="17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4" name="Freeform 228">
              <a:extLst>
                <a:ext uri="{FF2B5EF4-FFF2-40B4-BE49-F238E27FC236}">
                  <a16:creationId xmlns:a16="http://schemas.microsoft.com/office/drawing/2014/main" id="{1D6615A1-111B-4CEB-806E-7A4C2177A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5913" y="4505326"/>
              <a:ext cx="138113" cy="198438"/>
            </a:xfrm>
            <a:custGeom>
              <a:avLst/>
              <a:gdLst>
                <a:gd name="T0" fmla="*/ 21 w 37"/>
                <a:gd name="T1" fmla="*/ 0 h 53"/>
                <a:gd name="T2" fmla="*/ 37 w 37"/>
                <a:gd name="T3" fmla="*/ 17 h 53"/>
                <a:gd name="T4" fmla="*/ 23 w 37"/>
                <a:gd name="T5" fmla="*/ 53 h 53"/>
                <a:gd name="T6" fmla="*/ 0 w 37"/>
                <a:gd name="T7" fmla="*/ 34 h 53"/>
                <a:gd name="T8" fmla="*/ 21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21" y="0"/>
                  </a:moveTo>
                  <a:cubicBezTo>
                    <a:pt x="37" y="17"/>
                    <a:pt x="37" y="17"/>
                    <a:pt x="37" y="17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18" y="15"/>
                    <a:pt x="21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5" name="Freeform 229">
              <a:extLst>
                <a:ext uri="{FF2B5EF4-FFF2-40B4-BE49-F238E27FC236}">
                  <a16:creationId xmlns:a16="http://schemas.microsoft.com/office/drawing/2014/main" id="{E05B79BD-5C62-40B6-9A2B-2141D031D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0651" y="5140326"/>
              <a:ext cx="420688" cy="1185863"/>
            </a:xfrm>
            <a:custGeom>
              <a:avLst/>
              <a:gdLst>
                <a:gd name="T0" fmla="*/ 1 w 112"/>
                <a:gd name="T1" fmla="*/ 316 h 316"/>
                <a:gd name="T2" fmla="*/ 41 w 112"/>
                <a:gd name="T3" fmla="*/ 316 h 316"/>
                <a:gd name="T4" fmla="*/ 52 w 112"/>
                <a:gd name="T5" fmla="*/ 73 h 316"/>
                <a:gd name="T6" fmla="*/ 56 w 112"/>
                <a:gd name="T7" fmla="*/ 73 h 316"/>
                <a:gd name="T8" fmla="*/ 70 w 112"/>
                <a:gd name="T9" fmla="*/ 315 h 316"/>
                <a:gd name="T10" fmla="*/ 110 w 112"/>
                <a:gd name="T11" fmla="*/ 315 h 316"/>
                <a:gd name="T12" fmla="*/ 101 w 112"/>
                <a:gd name="T13" fmla="*/ 1 h 316"/>
                <a:gd name="T14" fmla="*/ 5 w 112"/>
                <a:gd name="T15" fmla="*/ 0 h 316"/>
                <a:gd name="T16" fmla="*/ 1 w 112"/>
                <a:gd name="T17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2" h="316">
                  <a:moveTo>
                    <a:pt x="1" y="316"/>
                  </a:moveTo>
                  <a:cubicBezTo>
                    <a:pt x="41" y="316"/>
                    <a:pt x="41" y="316"/>
                    <a:pt x="41" y="316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3" y="73"/>
                    <a:pt x="55" y="73"/>
                    <a:pt x="56" y="73"/>
                  </a:cubicBezTo>
                  <a:cubicBezTo>
                    <a:pt x="70" y="315"/>
                    <a:pt x="70" y="315"/>
                    <a:pt x="7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0" y="284"/>
                    <a:pt x="112" y="54"/>
                    <a:pt x="101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3"/>
                    <a:pt x="0" y="221"/>
                    <a:pt x="1" y="31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6" name="Freeform 230">
              <a:extLst>
                <a:ext uri="{FF2B5EF4-FFF2-40B4-BE49-F238E27FC236}">
                  <a16:creationId xmlns:a16="http://schemas.microsoft.com/office/drawing/2014/main" id="{260CC116-86D0-4547-AF53-B3F65F543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8788" y="5143501"/>
              <a:ext cx="44450" cy="52388"/>
            </a:xfrm>
            <a:custGeom>
              <a:avLst/>
              <a:gdLst>
                <a:gd name="T0" fmla="*/ 1 w 12"/>
                <a:gd name="T1" fmla="*/ 14 h 14"/>
                <a:gd name="T2" fmla="*/ 12 w 12"/>
                <a:gd name="T3" fmla="*/ 14 h 14"/>
                <a:gd name="T4" fmla="*/ 11 w 12"/>
                <a:gd name="T5" fmla="*/ 0 h 14"/>
                <a:gd name="T6" fmla="*/ 0 w 12"/>
                <a:gd name="T7" fmla="*/ 0 h 14"/>
                <a:gd name="T8" fmla="*/ 1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1" y="9"/>
                    <a:pt x="1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7" name="Freeform 231">
              <a:extLst>
                <a:ext uri="{FF2B5EF4-FFF2-40B4-BE49-F238E27FC236}">
                  <a16:creationId xmlns:a16="http://schemas.microsoft.com/office/drawing/2014/main" id="{98318CA5-2CD8-442E-AA6E-4193C7FC5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6538" y="5140326"/>
              <a:ext cx="188913" cy="60325"/>
            </a:xfrm>
            <a:custGeom>
              <a:avLst/>
              <a:gdLst>
                <a:gd name="T0" fmla="*/ 49 w 50"/>
                <a:gd name="T1" fmla="*/ 1 h 16"/>
                <a:gd name="T2" fmla="*/ 0 w 50"/>
                <a:gd name="T3" fmla="*/ 0 h 16"/>
                <a:gd name="T4" fmla="*/ 1 w 50"/>
                <a:gd name="T5" fmla="*/ 16 h 16"/>
                <a:gd name="T6" fmla="*/ 50 w 50"/>
                <a:gd name="T7" fmla="*/ 15 h 16"/>
                <a:gd name="T8" fmla="*/ 49 w 50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6">
                  <a:moveTo>
                    <a:pt x="49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1"/>
                    <a:pt x="1" y="16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1"/>
                    <a:pt x="49" y="6"/>
                    <a:pt x="49" y="1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8" name="Freeform 232">
              <a:extLst>
                <a:ext uri="{FF2B5EF4-FFF2-40B4-BE49-F238E27FC236}">
                  <a16:creationId xmlns:a16="http://schemas.microsoft.com/office/drawing/2014/main" id="{D1342727-6BFE-441F-98B0-7A061FB6F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9701" y="5140326"/>
              <a:ext cx="60325" cy="60325"/>
            </a:xfrm>
            <a:custGeom>
              <a:avLst/>
              <a:gdLst>
                <a:gd name="T0" fmla="*/ 14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4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4" y="11"/>
                    <a:pt x="14" y="5"/>
                    <a:pt x="14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9" name="Rectangle 233">
              <a:extLst>
                <a:ext uri="{FF2B5EF4-FFF2-40B4-BE49-F238E27FC236}">
                  <a16:creationId xmlns:a16="http://schemas.microsoft.com/office/drawing/2014/main" id="{4F7307BA-2D05-4AED-8C61-33684FD00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7813" y="5121276"/>
              <a:ext cx="93663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0" name="Freeform 234">
              <a:extLst>
                <a:ext uri="{FF2B5EF4-FFF2-40B4-BE49-F238E27FC236}">
                  <a16:creationId xmlns:a16="http://schemas.microsoft.com/office/drawing/2014/main" id="{66BCE047-A144-49B9-A821-11F77A840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2513" y="4714876"/>
              <a:ext cx="315913" cy="500063"/>
            </a:xfrm>
            <a:custGeom>
              <a:avLst/>
              <a:gdLst>
                <a:gd name="T0" fmla="*/ 48 w 84"/>
                <a:gd name="T1" fmla="*/ 8 h 133"/>
                <a:gd name="T2" fmla="*/ 0 w 84"/>
                <a:gd name="T3" fmla="*/ 72 h 133"/>
                <a:gd name="T4" fmla="*/ 77 w 84"/>
                <a:gd name="T5" fmla="*/ 133 h 133"/>
                <a:gd name="T6" fmla="*/ 84 w 84"/>
                <a:gd name="T7" fmla="*/ 117 h 133"/>
                <a:gd name="T8" fmla="*/ 31 w 84"/>
                <a:gd name="T9" fmla="*/ 66 h 133"/>
                <a:gd name="T10" fmla="*/ 65 w 84"/>
                <a:gd name="T11" fmla="*/ 30 h 133"/>
                <a:gd name="T12" fmla="*/ 48 w 84"/>
                <a:gd name="T13" fmla="*/ 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33">
                  <a:moveTo>
                    <a:pt x="48" y="8"/>
                  </a:moveTo>
                  <a:cubicBezTo>
                    <a:pt x="56" y="0"/>
                    <a:pt x="0" y="60"/>
                    <a:pt x="0" y="72"/>
                  </a:cubicBezTo>
                  <a:cubicBezTo>
                    <a:pt x="0" y="84"/>
                    <a:pt x="77" y="133"/>
                    <a:pt x="77" y="133"/>
                  </a:cubicBezTo>
                  <a:cubicBezTo>
                    <a:pt x="84" y="117"/>
                    <a:pt x="84" y="117"/>
                    <a:pt x="84" y="117"/>
                  </a:cubicBezTo>
                  <a:cubicBezTo>
                    <a:pt x="84" y="117"/>
                    <a:pt x="43" y="72"/>
                    <a:pt x="31" y="66"/>
                  </a:cubicBezTo>
                  <a:cubicBezTo>
                    <a:pt x="31" y="66"/>
                    <a:pt x="60" y="38"/>
                    <a:pt x="65" y="30"/>
                  </a:cubicBezTo>
                  <a:cubicBezTo>
                    <a:pt x="70" y="22"/>
                    <a:pt x="48" y="8"/>
                    <a:pt x="48" y="8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1" name="Freeform 235">
              <a:extLst>
                <a:ext uri="{FF2B5EF4-FFF2-40B4-BE49-F238E27FC236}">
                  <a16:creationId xmlns:a16="http://schemas.microsoft.com/office/drawing/2014/main" id="{596E2E58-6F38-4BBE-A63F-3822D0C9C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6038" y="5068888"/>
              <a:ext cx="190500" cy="184150"/>
            </a:xfrm>
            <a:custGeom>
              <a:avLst/>
              <a:gdLst>
                <a:gd name="T0" fmla="*/ 36 w 51"/>
                <a:gd name="T1" fmla="*/ 22 h 49"/>
                <a:gd name="T2" fmla="*/ 49 w 51"/>
                <a:gd name="T3" fmla="*/ 21 h 49"/>
                <a:gd name="T4" fmla="*/ 50 w 51"/>
                <a:gd name="T5" fmla="*/ 20 h 49"/>
                <a:gd name="T6" fmla="*/ 40 w 51"/>
                <a:gd name="T7" fmla="*/ 11 h 49"/>
                <a:gd name="T8" fmla="*/ 32 w 51"/>
                <a:gd name="T9" fmla="*/ 11 h 49"/>
                <a:gd name="T10" fmla="*/ 39 w 51"/>
                <a:gd name="T11" fmla="*/ 4 h 49"/>
                <a:gd name="T12" fmla="*/ 39 w 51"/>
                <a:gd name="T13" fmla="*/ 3 h 49"/>
                <a:gd name="T14" fmla="*/ 27 w 51"/>
                <a:gd name="T15" fmla="*/ 6 h 49"/>
                <a:gd name="T16" fmla="*/ 19 w 51"/>
                <a:gd name="T17" fmla="*/ 14 h 49"/>
                <a:gd name="T18" fmla="*/ 10 w 51"/>
                <a:gd name="T19" fmla="*/ 19 h 49"/>
                <a:gd name="T20" fmla="*/ 10 w 51"/>
                <a:gd name="T21" fmla="*/ 19 h 49"/>
                <a:gd name="T22" fmla="*/ 4 w 51"/>
                <a:gd name="T23" fmla="*/ 36 h 49"/>
                <a:gd name="T24" fmla="*/ 14 w 51"/>
                <a:gd name="T25" fmla="*/ 43 h 49"/>
                <a:gd name="T26" fmla="*/ 23 w 51"/>
                <a:gd name="T27" fmla="*/ 42 h 49"/>
                <a:gd name="T28" fmla="*/ 41 w 51"/>
                <a:gd name="T29" fmla="*/ 48 h 49"/>
                <a:gd name="T30" fmla="*/ 43 w 51"/>
                <a:gd name="T31" fmla="*/ 47 h 49"/>
                <a:gd name="T32" fmla="*/ 30 w 51"/>
                <a:gd name="T33" fmla="*/ 30 h 49"/>
                <a:gd name="T34" fmla="*/ 50 w 51"/>
                <a:gd name="T35" fmla="*/ 34 h 49"/>
                <a:gd name="T36" fmla="*/ 51 w 51"/>
                <a:gd name="T37" fmla="*/ 33 h 49"/>
                <a:gd name="T38" fmla="*/ 36 w 51"/>
                <a:gd name="T39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" h="49">
                  <a:moveTo>
                    <a:pt x="36" y="22"/>
                  </a:moveTo>
                  <a:cubicBezTo>
                    <a:pt x="40" y="21"/>
                    <a:pt x="45" y="21"/>
                    <a:pt x="49" y="21"/>
                  </a:cubicBezTo>
                  <a:cubicBezTo>
                    <a:pt x="50" y="21"/>
                    <a:pt x="50" y="20"/>
                    <a:pt x="50" y="20"/>
                  </a:cubicBezTo>
                  <a:cubicBezTo>
                    <a:pt x="50" y="14"/>
                    <a:pt x="45" y="11"/>
                    <a:pt x="40" y="11"/>
                  </a:cubicBezTo>
                  <a:cubicBezTo>
                    <a:pt x="37" y="11"/>
                    <a:pt x="35" y="11"/>
                    <a:pt x="32" y="11"/>
                  </a:cubicBezTo>
                  <a:cubicBezTo>
                    <a:pt x="35" y="9"/>
                    <a:pt x="37" y="7"/>
                    <a:pt x="39" y="4"/>
                  </a:cubicBezTo>
                  <a:cubicBezTo>
                    <a:pt x="40" y="4"/>
                    <a:pt x="40" y="3"/>
                    <a:pt x="39" y="3"/>
                  </a:cubicBezTo>
                  <a:cubicBezTo>
                    <a:pt x="34" y="0"/>
                    <a:pt x="30" y="3"/>
                    <a:pt x="27" y="6"/>
                  </a:cubicBezTo>
                  <a:cubicBezTo>
                    <a:pt x="24" y="8"/>
                    <a:pt x="22" y="11"/>
                    <a:pt x="19" y="14"/>
                  </a:cubicBezTo>
                  <a:cubicBezTo>
                    <a:pt x="17" y="17"/>
                    <a:pt x="14" y="18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" y="21"/>
                    <a:pt x="0" y="29"/>
                    <a:pt x="4" y="36"/>
                  </a:cubicBezTo>
                  <a:cubicBezTo>
                    <a:pt x="6" y="40"/>
                    <a:pt x="10" y="42"/>
                    <a:pt x="14" y="43"/>
                  </a:cubicBezTo>
                  <a:cubicBezTo>
                    <a:pt x="17" y="43"/>
                    <a:pt x="20" y="42"/>
                    <a:pt x="23" y="42"/>
                  </a:cubicBezTo>
                  <a:cubicBezTo>
                    <a:pt x="30" y="40"/>
                    <a:pt x="36" y="44"/>
                    <a:pt x="41" y="48"/>
                  </a:cubicBezTo>
                  <a:cubicBezTo>
                    <a:pt x="42" y="49"/>
                    <a:pt x="43" y="48"/>
                    <a:pt x="43" y="47"/>
                  </a:cubicBezTo>
                  <a:cubicBezTo>
                    <a:pt x="44" y="39"/>
                    <a:pt x="37" y="33"/>
                    <a:pt x="30" y="30"/>
                  </a:cubicBezTo>
                  <a:cubicBezTo>
                    <a:pt x="37" y="29"/>
                    <a:pt x="43" y="34"/>
                    <a:pt x="50" y="34"/>
                  </a:cubicBezTo>
                  <a:cubicBezTo>
                    <a:pt x="51" y="35"/>
                    <a:pt x="51" y="34"/>
                    <a:pt x="51" y="33"/>
                  </a:cubicBezTo>
                  <a:cubicBezTo>
                    <a:pt x="51" y="26"/>
                    <a:pt x="43" y="23"/>
                    <a:pt x="36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2" name="Freeform 236">
              <a:extLst>
                <a:ext uri="{FF2B5EF4-FFF2-40B4-BE49-F238E27FC236}">
                  <a16:creationId xmlns:a16="http://schemas.microsoft.com/office/drawing/2014/main" id="{379036AD-40ED-44F3-988A-AE8AFEE36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8226" y="4583113"/>
              <a:ext cx="349250" cy="620713"/>
            </a:xfrm>
            <a:custGeom>
              <a:avLst/>
              <a:gdLst>
                <a:gd name="T0" fmla="*/ 92 w 93"/>
                <a:gd name="T1" fmla="*/ 41 h 165"/>
                <a:gd name="T2" fmla="*/ 39 w 93"/>
                <a:gd name="T3" fmla="*/ 101 h 165"/>
                <a:gd name="T4" fmla="*/ 79 w 93"/>
                <a:gd name="T5" fmla="*/ 138 h 165"/>
                <a:gd name="T6" fmla="*/ 85 w 93"/>
                <a:gd name="T7" fmla="*/ 144 h 165"/>
                <a:gd name="T8" fmla="*/ 73 w 93"/>
                <a:gd name="T9" fmla="*/ 165 h 165"/>
                <a:gd name="T10" fmla="*/ 65 w 93"/>
                <a:gd name="T11" fmla="*/ 161 h 165"/>
                <a:gd name="T12" fmla="*/ 0 w 93"/>
                <a:gd name="T13" fmla="*/ 107 h 165"/>
                <a:gd name="T14" fmla="*/ 82 w 93"/>
                <a:gd name="T15" fmla="*/ 0 h 165"/>
                <a:gd name="T16" fmla="*/ 92 w 93"/>
                <a:gd name="T17" fmla="*/ 4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65">
                  <a:moveTo>
                    <a:pt x="92" y="41"/>
                  </a:moveTo>
                  <a:cubicBezTo>
                    <a:pt x="85" y="55"/>
                    <a:pt x="39" y="101"/>
                    <a:pt x="39" y="101"/>
                  </a:cubicBezTo>
                  <a:cubicBezTo>
                    <a:pt x="46" y="106"/>
                    <a:pt x="68" y="127"/>
                    <a:pt x="79" y="138"/>
                  </a:cubicBezTo>
                  <a:cubicBezTo>
                    <a:pt x="82" y="141"/>
                    <a:pt x="85" y="144"/>
                    <a:pt x="85" y="144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70" y="164"/>
                    <a:pt x="68" y="163"/>
                    <a:pt x="65" y="161"/>
                  </a:cubicBezTo>
                  <a:cubicBezTo>
                    <a:pt x="17" y="136"/>
                    <a:pt x="0" y="107"/>
                    <a:pt x="0" y="107"/>
                  </a:cubicBezTo>
                  <a:cubicBezTo>
                    <a:pt x="11" y="62"/>
                    <a:pt x="82" y="0"/>
                    <a:pt x="82" y="0"/>
                  </a:cubicBezTo>
                  <a:cubicBezTo>
                    <a:pt x="93" y="8"/>
                    <a:pt x="92" y="41"/>
                    <a:pt x="92" y="41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3" name="Freeform 237">
              <a:extLst>
                <a:ext uri="{FF2B5EF4-FFF2-40B4-BE49-F238E27FC236}">
                  <a16:creationId xmlns:a16="http://schemas.microsoft.com/office/drawing/2014/main" id="{FAADA232-02BB-44F0-AC0C-39ABB9AE4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2451" y="4708526"/>
              <a:ext cx="311150" cy="503238"/>
            </a:xfrm>
            <a:custGeom>
              <a:avLst/>
              <a:gdLst>
                <a:gd name="T0" fmla="*/ 36 w 83"/>
                <a:gd name="T1" fmla="*/ 9 h 134"/>
                <a:gd name="T2" fmla="*/ 83 w 83"/>
                <a:gd name="T3" fmla="*/ 73 h 134"/>
                <a:gd name="T4" fmla="*/ 7 w 83"/>
                <a:gd name="T5" fmla="*/ 134 h 134"/>
                <a:gd name="T6" fmla="*/ 0 w 83"/>
                <a:gd name="T7" fmla="*/ 118 h 134"/>
                <a:gd name="T8" fmla="*/ 53 w 83"/>
                <a:gd name="T9" fmla="*/ 66 h 134"/>
                <a:gd name="T10" fmla="*/ 18 w 83"/>
                <a:gd name="T11" fmla="*/ 31 h 134"/>
                <a:gd name="T12" fmla="*/ 36 w 83"/>
                <a:gd name="T13" fmla="*/ 9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134">
                  <a:moveTo>
                    <a:pt x="36" y="9"/>
                  </a:moveTo>
                  <a:cubicBezTo>
                    <a:pt x="28" y="0"/>
                    <a:pt x="83" y="60"/>
                    <a:pt x="83" y="73"/>
                  </a:cubicBezTo>
                  <a:cubicBezTo>
                    <a:pt x="83" y="85"/>
                    <a:pt x="7" y="134"/>
                    <a:pt x="7" y="13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41" y="73"/>
                    <a:pt x="53" y="66"/>
                  </a:cubicBezTo>
                  <a:cubicBezTo>
                    <a:pt x="53" y="66"/>
                    <a:pt x="24" y="38"/>
                    <a:pt x="18" y="31"/>
                  </a:cubicBezTo>
                  <a:cubicBezTo>
                    <a:pt x="13" y="23"/>
                    <a:pt x="36" y="9"/>
                    <a:pt x="36" y="9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4" name="Freeform 238">
              <a:extLst>
                <a:ext uri="{FF2B5EF4-FFF2-40B4-BE49-F238E27FC236}">
                  <a16:creationId xmlns:a16="http://schemas.microsoft.com/office/drawing/2014/main" id="{CBAB7249-9309-4D4F-908A-D1161E2A2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576" y="5064126"/>
              <a:ext cx="195263" cy="180975"/>
            </a:xfrm>
            <a:custGeom>
              <a:avLst/>
              <a:gdLst>
                <a:gd name="T0" fmla="*/ 0 w 52"/>
                <a:gd name="T1" fmla="*/ 33 h 48"/>
                <a:gd name="T2" fmla="*/ 2 w 52"/>
                <a:gd name="T3" fmla="*/ 34 h 48"/>
                <a:gd name="T4" fmla="*/ 21 w 52"/>
                <a:gd name="T5" fmla="*/ 29 h 48"/>
                <a:gd name="T6" fmla="*/ 9 w 52"/>
                <a:gd name="T7" fmla="*/ 47 h 48"/>
                <a:gd name="T8" fmla="*/ 11 w 52"/>
                <a:gd name="T9" fmla="*/ 47 h 48"/>
                <a:gd name="T10" fmla="*/ 28 w 52"/>
                <a:gd name="T11" fmla="*/ 41 h 48"/>
                <a:gd name="T12" fmla="*/ 38 w 52"/>
                <a:gd name="T13" fmla="*/ 42 h 48"/>
                <a:gd name="T14" fmla="*/ 48 w 52"/>
                <a:gd name="T15" fmla="*/ 36 h 48"/>
                <a:gd name="T16" fmla="*/ 42 w 52"/>
                <a:gd name="T17" fmla="*/ 19 h 48"/>
                <a:gd name="T18" fmla="*/ 41 w 52"/>
                <a:gd name="T19" fmla="*/ 19 h 48"/>
                <a:gd name="T20" fmla="*/ 32 w 52"/>
                <a:gd name="T21" fmla="*/ 13 h 48"/>
                <a:gd name="T22" fmla="*/ 25 w 52"/>
                <a:gd name="T23" fmla="*/ 6 h 48"/>
                <a:gd name="T24" fmla="*/ 13 w 52"/>
                <a:gd name="T25" fmla="*/ 2 h 48"/>
                <a:gd name="T26" fmla="*/ 12 w 52"/>
                <a:gd name="T27" fmla="*/ 4 h 48"/>
                <a:gd name="T28" fmla="*/ 19 w 52"/>
                <a:gd name="T29" fmla="*/ 11 h 48"/>
                <a:gd name="T30" fmla="*/ 12 w 52"/>
                <a:gd name="T31" fmla="*/ 10 h 48"/>
                <a:gd name="T32" fmla="*/ 1 w 52"/>
                <a:gd name="T33" fmla="*/ 19 h 48"/>
                <a:gd name="T34" fmla="*/ 2 w 52"/>
                <a:gd name="T35" fmla="*/ 20 h 48"/>
                <a:gd name="T36" fmla="*/ 16 w 52"/>
                <a:gd name="T37" fmla="*/ 21 h 48"/>
                <a:gd name="T38" fmla="*/ 0 w 52"/>
                <a:gd name="T39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" h="48">
                  <a:moveTo>
                    <a:pt x="0" y="33"/>
                  </a:moveTo>
                  <a:cubicBezTo>
                    <a:pt x="0" y="33"/>
                    <a:pt x="1" y="34"/>
                    <a:pt x="2" y="34"/>
                  </a:cubicBezTo>
                  <a:cubicBezTo>
                    <a:pt x="9" y="33"/>
                    <a:pt x="14" y="28"/>
                    <a:pt x="21" y="29"/>
                  </a:cubicBezTo>
                  <a:cubicBezTo>
                    <a:pt x="14" y="32"/>
                    <a:pt x="8" y="38"/>
                    <a:pt x="9" y="47"/>
                  </a:cubicBezTo>
                  <a:cubicBezTo>
                    <a:pt x="9" y="48"/>
                    <a:pt x="10" y="48"/>
                    <a:pt x="11" y="47"/>
                  </a:cubicBezTo>
                  <a:cubicBezTo>
                    <a:pt x="16" y="43"/>
                    <a:pt x="22" y="40"/>
                    <a:pt x="28" y="41"/>
                  </a:cubicBezTo>
                  <a:cubicBezTo>
                    <a:pt x="31" y="42"/>
                    <a:pt x="35" y="43"/>
                    <a:pt x="38" y="42"/>
                  </a:cubicBezTo>
                  <a:cubicBezTo>
                    <a:pt x="42" y="42"/>
                    <a:pt x="46" y="40"/>
                    <a:pt x="48" y="36"/>
                  </a:cubicBezTo>
                  <a:cubicBezTo>
                    <a:pt x="52" y="29"/>
                    <a:pt x="50" y="20"/>
                    <a:pt x="42" y="19"/>
                  </a:cubicBezTo>
                  <a:cubicBezTo>
                    <a:pt x="42" y="19"/>
                    <a:pt x="41" y="19"/>
                    <a:pt x="41" y="19"/>
                  </a:cubicBezTo>
                  <a:cubicBezTo>
                    <a:pt x="38" y="18"/>
                    <a:pt x="35" y="16"/>
                    <a:pt x="32" y="13"/>
                  </a:cubicBezTo>
                  <a:cubicBezTo>
                    <a:pt x="30" y="11"/>
                    <a:pt x="28" y="8"/>
                    <a:pt x="25" y="6"/>
                  </a:cubicBezTo>
                  <a:cubicBezTo>
                    <a:pt x="21" y="2"/>
                    <a:pt x="17" y="0"/>
                    <a:pt x="13" y="2"/>
                  </a:cubicBezTo>
                  <a:cubicBezTo>
                    <a:pt x="12" y="2"/>
                    <a:pt x="12" y="3"/>
                    <a:pt x="12" y="4"/>
                  </a:cubicBezTo>
                  <a:cubicBezTo>
                    <a:pt x="14" y="6"/>
                    <a:pt x="17" y="9"/>
                    <a:pt x="19" y="11"/>
                  </a:cubicBezTo>
                  <a:cubicBezTo>
                    <a:pt x="17" y="10"/>
                    <a:pt x="14" y="10"/>
                    <a:pt x="12" y="10"/>
                  </a:cubicBezTo>
                  <a:cubicBezTo>
                    <a:pt x="7" y="11"/>
                    <a:pt x="1" y="14"/>
                    <a:pt x="1" y="19"/>
                  </a:cubicBezTo>
                  <a:cubicBezTo>
                    <a:pt x="1" y="20"/>
                    <a:pt x="2" y="20"/>
                    <a:pt x="2" y="20"/>
                  </a:cubicBezTo>
                  <a:cubicBezTo>
                    <a:pt x="7" y="21"/>
                    <a:pt x="11" y="21"/>
                    <a:pt x="16" y="21"/>
                  </a:cubicBezTo>
                  <a:cubicBezTo>
                    <a:pt x="9" y="23"/>
                    <a:pt x="0" y="25"/>
                    <a:pt x="0" y="3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5" name="Freeform 239">
              <a:extLst>
                <a:ext uri="{FF2B5EF4-FFF2-40B4-BE49-F238E27FC236}">
                  <a16:creationId xmlns:a16="http://schemas.microsoft.com/office/drawing/2014/main" id="{0B169DF7-4B4A-4C21-B2B5-1CEB2E024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3401" y="4579938"/>
              <a:ext cx="346075" cy="620713"/>
            </a:xfrm>
            <a:custGeom>
              <a:avLst/>
              <a:gdLst>
                <a:gd name="T0" fmla="*/ 1 w 92"/>
                <a:gd name="T1" fmla="*/ 41 h 165"/>
                <a:gd name="T2" fmla="*/ 54 w 92"/>
                <a:gd name="T3" fmla="*/ 100 h 165"/>
                <a:gd name="T4" fmla="*/ 14 w 92"/>
                <a:gd name="T5" fmla="*/ 137 h 165"/>
                <a:gd name="T6" fmla="*/ 8 w 92"/>
                <a:gd name="T7" fmla="*/ 143 h 165"/>
                <a:gd name="T8" fmla="*/ 20 w 92"/>
                <a:gd name="T9" fmla="*/ 165 h 165"/>
                <a:gd name="T10" fmla="*/ 27 w 92"/>
                <a:gd name="T11" fmla="*/ 161 h 165"/>
                <a:gd name="T12" fmla="*/ 92 w 92"/>
                <a:gd name="T13" fmla="*/ 106 h 165"/>
                <a:gd name="T14" fmla="*/ 11 w 92"/>
                <a:gd name="T15" fmla="*/ 0 h 165"/>
                <a:gd name="T16" fmla="*/ 1 w 92"/>
                <a:gd name="T17" fmla="*/ 4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" h="165">
                  <a:moveTo>
                    <a:pt x="1" y="41"/>
                  </a:moveTo>
                  <a:cubicBezTo>
                    <a:pt x="8" y="54"/>
                    <a:pt x="54" y="100"/>
                    <a:pt x="54" y="100"/>
                  </a:cubicBezTo>
                  <a:cubicBezTo>
                    <a:pt x="46" y="105"/>
                    <a:pt x="24" y="127"/>
                    <a:pt x="14" y="137"/>
                  </a:cubicBezTo>
                  <a:cubicBezTo>
                    <a:pt x="10" y="141"/>
                    <a:pt x="8" y="143"/>
                    <a:pt x="8" y="143"/>
                  </a:cubicBezTo>
                  <a:cubicBezTo>
                    <a:pt x="20" y="165"/>
                    <a:pt x="20" y="165"/>
                    <a:pt x="20" y="165"/>
                  </a:cubicBezTo>
                  <a:cubicBezTo>
                    <a:pt x="22" y="164"/>
                    <a:pt x="25" y="162"/>
                    <a:pt x="27" y="161"/>
                  </a:cubicBezTo>
                  <a:cubicBezTo>
                    <a:pt x="75" y="135"/>
                    <a:pt x="92" y="106"/>
                    <a:pt x="92" y="106"/>
                  </a:cubicBezTo>
                  <a:cubicBezTo>
                    <a:pt x="81" y="61"/>
                    <a:pt x="11" y="0"/>
                    <a:pt x="11" y="0"/>
                  </a:cubicBezTo>
                  <a:cubicBezTo>
                    <a:pt x="0" y="7"/>
                    <a:pt x="1" y="41"/>
                    <a:pt x="1" y="41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699" name="Group 698">
            <a:extLst>
              <a:ext uri="{FF2B5EF4-FFF2-40B4-BE49-F238E27FC236}">
                <a16:creationId xmlns:a16="http://schemas.microsoft.com/office/drawing/2014/main" id="{B3A7FA74-6AEE-42DB-B86E-1F5F4FC879B6}"/>
              </a:ext>
            </a:extLst>
          </p:cNvPr>
          <p:cNvGrpSpPr/>
          <p:nvPr/>
        </p:nvGrpSpPr>
        <p:grpSpPr>
          <a:xfrm>
            <a:off x="5370568" y="387329"/>
            <a:ext cx="1306513" cy="2609850"/>
            <a:chOff x="9821863" y="1004888"/>
            <a:chExt cx="1306513" cy="2609850"/>
          </a:xfrm>
        </p:grpSpPr>
        <p:sp>
          <p:nvSpPr>
            <p:cNvPr id="326" name="Freeform 240">
              <a:extLst>
                <a:ext uri="{FF2B5EF4-FFF2-40B4-BE49-F238E27FC236}">
                  <a16:creationId xmlns:a16="http://schemas.microsoft.com/office/drawing/2014/main" id="{CEB2C339-4A8E-4962-9AB4-D373082D4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6" y="1004888"/>
              <a:ext cx="211138" cy="239713"/>
            </a:xfrm>
            <a:custGeom>
              <a:avLst/>
              <a:gdLst>
                <a:gd name="T0" fmla="*/ 55 w 56"/>
                <a:gd name="T1" fmla="*/ 20 h 64"/>
                <a:gd name="T2" fmla="*/ 39 w 56"/>
                <a:gd name="T3" fmla="*/ 24 h 64"/>
                <a:gd name="T4" fmla="*/ 41 w 56"/>
                <a:gd name="T5" fmla="*/ 13 h 64"/>
                <a:gd name="T6" fmla="*/ 41 w 56"/>
                <a:gd name="T7" fmla="*/ 5 h 64"/>
                <a:gd name="T8" fmla="*/ 33 w 56"/>
                <a:gd name="T9" fmla="*/ 7 h 64"/>
                <a:gd name="T10" fmla="*/ 29 w 56"/>
                <a:gd name="T11" fmla="*/ 2 h 64"/>
                <a:gd name="T12" fmla="*/ 23 w 56"/>
                <a:gd name="T13" fmla="*/ 7 h 64"/>
                <a:gd name="T14" fmla="*/ 18 w 56"/>
                <a:gd name="T15" fmla="*/ 0 h 64"/>
                <a:gd name="T16" fmla="*/ 13 w 56"/>
                <a:gd name="T17" fmla="*/ 6 h 64"/>
                <a:gd name="T18" fmla="*/ 3 w 56"/>
                <a:gd name="T19" fmla="*/ 13 h 64"/>
                <a:gd name="T20" fmla="*/ 10 w 56"/>
                <a:gd name="T21" fmla="*/ 44 h 64"/>
                <a:gd name="T22" fmla="*/ 9 w 56"/>
                <a:gd name="T23" fmla="*/ 45 h 64"/>
                <a:gd name="T24" fmla="*/ 11 w 56"/>
                <a:gd name="T25" fmla="*/ 49 h 64"/>
                <a:gd name="T26" fmla="*/ 11 w 56"/>
                <a:gd name="T27" fmla="*/ 50 h 64"/>
                <a:gd name="T28" fmla="*/ 12 w 56"/>
                <a:gd name="T29" fmla="*/ 50 h 64"/>
                <a:gd name="T30" fmla="*/ 21 w 56"/>
                <a:gd name="T31" fmla="*/ 52 h 64"/>
                <a:gd name="T32" fmla="*/ 31 w 56"/>
                <a:gd name="T33" fmla="*/ 51 h 64"/>
                <a:gd name="T34" fmla="*/ 40 w 56"/>
                <a:gd name="T35" fmla="*/ 39 h 64"/>
                <a:gd name="T36" fmla="*/ 54 w 56"/>
                <a:gd name="T37" fmla="*/ 22 h 64"/>
                <a:gd name="T38" fmla="*/ 55 w 56"/>
                <a:gd name="T39" fmla="*/ 2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64">
                  <a:moveTo>
                    <a:pt x="55" y="20"/>
                  </a:moveTo>
                  <a:cubicBezTo>
                    <a:pt x="47" y="15"/>
                    <a:pt x="43" y="19"/>
                    <a:pt x="39" y="24"/>
                  </a:cubicBezTo>
                  <a:cubicBezTo>
                    <a:pt x="39" y="20"/>
                    <a:pt x="40" y="16"/>
                    <a:pt x="41" y="13"/>
                  </a:cubicBezTo>
                  <a:cubicBezTo>
                    <a:pt x="41" y="10"/>
                    <a:pt x="42" y="7"/>
                    <a:pt x="41" y="5"/>
                  </a:cubicBezTo>
                  <a:cubicBezTo>
                    <a:pt x="38" y="2"/>
                    <a:pt x="35" y="4"/>
                    <a:pt x="33" y="7"/>
                  </a:cubicBezTo>
                  <a:cubicBezTo>
                    <a:pt x="33" y="4"/>
                    <a:pt x="32" y="2"/>
                    <a:pt x="29" y="2"/>
                  </a:cubicBezTo>
                  <a:cubicBezTo>
                    <a:pt x="26" y="1"/>
                    <a:pt x="24" y="4"/>
                    <a:pt x="23" y="7"/>
                  </a:cubicBezTo>
                  <a:cubicBezTo>
                    <a:pt x="23" y="3"/>
                    <a:pt x="21" y="0"/>
                    <a:pt x="18" y="0"/>
                  </a:cubicBezTo>
                  <a:cubicBezTo>
                    <a:pt x="15" y="0"/>
                    <a:pt x="14" y="3"/>
                    <a:pt x="13" y="6"/>
                  </a:cubicBezTo>
                  <a:cubicBezTo>
                    <a:pt x="9" y="2"/>
                    <a:pt x="4" y="7"/>
                    <a:pt x="3" y="13"/>
                  </a:cubicBezTo>
                  <a:cubicBezTo>
                    <a:pt x="0" y="25"/>
                    <a:pt x="6" y="34"/>
                    <a:pt x="10" y="44"/>
                  </a:cubicBezTo>
                  <a:cubicBezTo>
                    <a:pt x="10" y="44"/>
                    <a:pt x="9" y="45"/>
                    <a:pt x="9" y="45"/>
                  </a:cubicBezTo>
                  <a:cubicBezTo>
                    <a:pt x="10" y="46"/>
                    <a:pt x="10" y="48"/>
                    <a:pt x="11" y="49"/>
                  </a:cubicBezTo>
                  <a:cubicBezTo>
                    <a:pt x="11" y="49"/>
                    <a:pt x="11" y="49"/>
                    <a:pt x="11" y="50"/>
                  </a:cubicBezTo>
                  <a:cubicBezTo>
                    <a:pt x="11" y="50"/>
                    <a:pt x="11" y="50"/>
                    <a:pt x="12" y="50"/>
                  </a:cubicBezTo>
                  <a:cubicBezTo>
                    <a:pt x="14" y="52"/>
                    <a:pt x="18" y="53"/>
                    <a:pt x="21" y="52"/>
                  </a:cubicBezTo>
                  <a:cubicBezTo>
                    <a:pt x="25" y="51"/>
                    <a:pt x="30" y="64"/>
                    <a:pt x="31" y="51"/>
                  </a:cubicBezTo>
                  <a:cubicBezTo>
                    <a:pt x="34" y="50"/>
                    <a:pt x="38" y="43"/>
                    <a:pt x="40" y="39"/>
                  </a:cubicBezTo>
                  <a:cubicBezTo>
                    <a:pt x="44" y="32"/>
                    <a:pt x="46" y="25"/>
                    <a:pt x="54" y="22"/>
                  </a:cubicBezTo>
                  <a:cubicBezTo>
                    <a:pt x="55" y="22"/>
                    <a:pt x="56" y="20"/>
                    <a:pt x="55" y="20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7" name="Freeform 241">
              <a:extLst>
                <a:ext uri="{FF2B5EF4-FFF2-40B4-BE49-F238E27FC236}">
                  <a16:creationId xmlns:a16="http://schemas.microsoft.com/office/drawing/2014/main" id="{6C3B64A6-1B40-405F-AE30-F6AF9BD36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8463" y="3375026"/>
              <a:ext cx="168275" cy="190500"/>
            </a:xfrm>
            <a:custGeom>
              <a:avLst/>
              <a:gdLst>
                <a:gd name="T0" fmla="*/ 45 w 45"/>
                <a:gd name="T1" fmla="*/ 51 h 51"/>
                <a:gd name="T2" fmla="*/ 0 w 45"/>
                <a:gd name="T3" fmla="*/ 46 h 51"/>
                <a:gd name="T4" fmla="*/ 4 w 45"/>
                <a:gd name="T5" fmla="*/ 26 h 51"/>
                <a:gd name="T6" fmla="*/ 4 w 45"/>
                <a:gd name="T7" fmla="*/ 4 h 51"/>
                <a:gd name="T8" fmla="*/ 34 w 45"/>
                <a:gd name="T9" fmla="*/ 4 h 51"/>
                <a:gd name="T10" fmla="*/ 38 w 45"/>
                <a:gd name="T11" fmla="*/ 26 h 51"/>
                <a:gd name="T12" fmla="*/ 45 w 45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51">
                  <a:moveTo>
                    <a:pt x="45" y="51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2" y="43"/>
                    <a:pt x="3" y="34"/>
                    <a:pt x="4" y="26"/>
                  </a:cubicBezTo>
                  <a:cubicBezTo>
                    <a:pt x="4" y="16"/>
                    <a:pt x="4" y="4"/>
                    <a:pt x="4" y="4"/>
                  </a:cubicBezTo>
                  <a:cubicBezTo>
                    <a:pt x="4" y="4"/>
                    <a:pt x="34" y="0"/>
                    <a:pt x="34" y="4"/>
                  </a:cubicBezTo>
                  <a:cubicBezTo>
                    <a:pt x="34" y="7"/>
                    <a:pt x="36" y="18"/>
                    <a:pt x="38" y="26"/>
                  </a:cubicBezTo>
                  <a:cubicBezTo>
                    <a:pt x="41" y="39"/>
                    <a:pt x="45" y="51"/>
                    <a:pt x="45" y="5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8" name="Freeform 242">
              <a:extLst>
                <a:ext uri="{FF2B5EF4-FFF2-40B4-BE49-F238E27FC236}">
                  <a16:creationId xmlns:a16="http://schemas.microsoft.com/office/drawing/2014/main" id="{5C3711FE-8357-4203-B126-60E4A0F87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498851"/>
              <a:ext cx="192088" cy="96838"/>
            </a:xfrm>
            <a:custGeom>
              <a:avLst/>
              <a:gdLst>
                <a:gd name="T0" fmla="*/ 51 w 51"/>
                <a:gd name="T1" fmla="*/ 21 h 26"/>
                <a:gd name="T2" fmla="*/ 51 w 51"/>
                <a:gd name="T3" fmla="*/ 20 h 26"/>
                <a:gd name="T4" fmla="*/ 49 w 51"/>
                <a:gd name="T5" fmla="*/ 26 h 26"/>
                <a:gd name="T6" fmla="*/ 2 w 51"/>
                <a:gd name="T7" fmla="*/ 26 h 26"/>
                <a:gd name="T8" fmla="*/ 0 w 51"/>
                <a:gd name="T9" fmla="*/ 20 h 26"/>
                <a:gd name="T10" fmla="*/ 0 w 51"/>
                <a:gd name="T11" fmla="*/ 21 h 26"/>
                <a:gd name="T12" fmla="*/ 25 w 51"/>
                <a:gd name="T13" fmla="*/ 0 h 26"/>
                <a:gd name="T14" fmla="*/ 51 w 51"/>
                <a:gd name="T15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26">
                  <a:moveTo>
                    <a:pt x="51" y="21"/>
                  </a:moveTo>
                  <a:cubicBezTo>
                    <a:pt x="51" y="22"/>
                    <a:pt x="51" y="20"/>
                    <a:pt x="51" y="20"/>
                  </a:cubicBezTo>
                  <a:cubicBezTo>
                    <a:pt x="51" y="23"/>
                    <a:pt x="50" y="22"/>
                    <a:pt x="49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2"/>
                    <a:pt x="0" y="23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0" y="9"/>
                    <a:pt x="11" y="0"/>
                    <a:pt x="25" y="0"/>
                  </a:cubicBezTo>
                  <a:cubicBezTo>
                    <a:pt x="40" y="0"/>
                    <a:pt x="51" y="10"/>
                    <a:pt x="51" y="2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29" name="Freeform 243">
              <a:extLst>
                <a:ext uri="{FF2B5EF4-FFF2-40B4-BE49-F238E27FC236}">
                  <a16:creationId xmlns:a16="http://schemas.microsoft.com/office/drawing/2014/main" id="{E6DE274A-8F44-421F-A3F9-73908D311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751" y="3375026"/>
              <a:ext cx="128588" cy="107950"/>
            </a:xfrm>
            <a:custGeom>
              <a:avLst/>
              <a:gdLst>
                <a:gd name="T0" fmla="*/ 0 w 34"/>
                <a:gd name="T1" fmla="*/ 29 h 29"/>
                <a:gd name="T2" fmla="*/ 0 w 34"/>
                <a:gd name="T3" fmla="*/ 4 h 29"/>
                <a:gd name="T4" fmla="*/ 30 w 34"/>
                <a:gd name="T5" fmla="*/ 4 h 29"/>
                <a:gd name="T6" fmla="*/ 34 w 34"/>
                <a:gd name="T7" fmla="*/ 29 h 29"/>
                <a:gd name="T8" fmla="*/ 0 w 3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9">
                  <a:moveTo>
                    <a:pt x="0" y="29"/>
                  </a:moveTo>
                  <a:cubicBezTo>
                    <a:pt x="0" y="15"/>
                    <a:pt x="0" y="4"/>
                    <a:pt x="0" y="4"/>
                  </a:cubicBezTo>
                  <a:cubicBezTo>
                    <a:pt x="0" y="4"/>
                    <a:pt x="30" y="0"/>
                    <a:pt x="30" y="4"/>
                  </a:cubicBezTo>
                  <a:cubicBezTo>
                    <a:pt x="30" y="7"/>
                    <a:pt x="32" y="15"/>
                    <a:pt x="34" y="29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0" name="Freeform 244">
              <a:extLst>
                <a:ext uri="{FF2B5EF4-FFF2-40B4-BE49-F238E27FC236}">
                  <a16:creationId xmlns:a16="http://schemas.microsoft.com/office/drawing/2014/main" id="{0DCCCE6B-0535-4BF0-B268-C25A654EE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3562351"/>
              <a:ext cx="192088" cy="25400"/>
            </a:xfrm>
            <a:custGeom>
              <a:avLst/>
              <a:gdLst>
                <a:gd name="T0" fmla="*/ 51 w 51"/>
                <a:gd name="T1" fmla="*/ 0 h 7"/>
                <a:gd name="T2" fmla="*/ 49 w 51"/>
                <a:gd name="T3" fmla="*/ 7 h 7"/>
                <a:gd name="T4" fmla="*/ 2 w 51"/>
                <a:gd name="T5" fmla="*/ 7 h 7"/>
                <a:gd name="T6" fmla="*/ 0 w 51"/>
                <a:gd name="T7" fmla="*/ 0 h 7"/>
                <a:gd name="T8" fmla="*/ 51 w 5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7">
                  <a:moveTo>
                    <a:pt x="51" y="0"/>
                  </a:moveTo>
                  <a:cubicBezTo>
                    <a:pt x="51" y="0"/>
                    <a:pt x="50" y="3"/>
                    <a:pt x="49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3"/>
                    <a:pt x="0" y="0"/>
                    <a:pt x="0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1" name="Freeform 245">
              <a:extLst>
                <a:ext uri="{FF2B5EF4-FFF2-40B4-BE49-F238E27FC236}">
                  <a16:creationId xmlns:a16="http://schemas.microsoft.com/office/drawing/2014/main" id="{D32D3A3B-0DFE-4D76-B2F6-17F6208D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2913" y="3494088"/>
              <a:ext cx="65088" cy="26988"/>
            </a:xfrm>
            <a:custGeom>
              <a:avLst/>
              <a:gdLst>
                <a:gd name="T0" fmla="*/ 17 w 17"/>
                <a:gd name="T1" fmla="*/ 5 h 7"/>
                <a:gd name="T2" fmla="*/ 1 w 17"/>
                <a:gd name="T3" fmla="*/ 5 h 7"/>
                <a:gd name="T4" fmla="*/ 2 w 17"/>
                <a:gd name="T5" fmla="*/ 7 h 7"/>
                <a:gd name="T6" fmla="*/ 9 w 17"/>
                <a:gd name="T7" fmla="*/ 5 h 7"/>
                <a:gd name="T8" fmla="*/ 16 w 17"/>
                <a:gd name="T9" fmla="*/ 7 h 7"/>
                <a:gd name="T10" fmla="*/ 17 w 17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7">
                  <a:moveTo>
                    <a:pt x="17" y="5"/>
                  </a:moveTo>
                  <a:cubicBezTo>
                    <a:pt x="13" y="0"/>
                    <a:pt x="5" y="2"/>
                    <a:pt x="1" y="5"/>
                  </a:cubicBezTo>
                  <a:cubicBezTo>
                    <a:pt x="0" y="6"/>
                    <a:pt x="1" y="7"/>
                    <a:pt x="2" y="7"/>
                  </a:cubicBezTo>
                  <a:cubicBezTo>
                    <a:pt x="4" y="6"/>
                    <a:pt x="6" y="5"/>
                    <a:pt x="9" y="5"/>
                  </a:cubicBezTo>
                  <a:cubicBezTo>
                    <a:pt x="12" y="5"/>
                    <a:pt x="14" y="6"/>
                    <a:pt x="16" y="7"/>
                  </a:cubicBezTo>
                  <a:cubicBezTo>
                    <a:pt x="17" y="7"/>
                    <a:pt x="17" y="6"/>
                    <a:pt x="17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2" name="Freeform 246">
              <a:extLst>
                <a:ext uri="{FF2B5EF4-FFF2-40B4-BE49-F238E27FC236}">
                  <a16:creationId xmlns:a16="http://schemas.microsoft.com/office/drawing/2014/main" id="{A550ADA9-428C-492D-B9C1-DF4A7FA13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2913" y="3521076"/>
              <a:ext cx="60325" cy="22225"/>
            </a:xfrm>
            <a:custGeom>
              <a:avLst/>
              <a:gdLst>
                <a:gd name="T0" fmla="*/ 16 w 16"/>
                <a:gd name="T1" fmla="*/ 3 h 6"/>
                <a:gd name="T2" fmla="*/ 0 w 16"/>
                <a:gd name="T3" fmla="*/ 4 h 6"/>
                <a:gd name="T4" fmla="*/ 1 w 16"/>
                <a:gd name="T5" fmla="*/ 5 h 6"/>
                <a:gd name="T6" fmla="*/ 8 w 16"/>
                <a:gd name="T7" fmla="*/ 4 h 6"/>
                <a:gd name="T8" fmla="*/ 15 w 16"/>
                <a:gd name="T9" fmla="*/ 5 h 6"/>
                <a:gd name="T10" fmla="*/ 16 w 16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2" y="1"/>
                    <a:pt x="4" y="0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3" y="4"/>
                    <a:pt x="6" y="4"/>
                    <a:pt x="8" y="4"/>
                  </a:cubicBezTo>
                  <a:cubicBezTo>
                    <a:pt x="11" y="4"/>
                    <a:pt x="13" y="6"/>
                    <a:pt x="15" y="5"/>
                  </a:cubicBezTo>
                  <a:cubicBezTo>
                    <a:pt x="16" y="5"/>
                    <a:pt x="16" y="4"/>
                    <a:pt x="16" y="3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3" name="Freeform 247">
              <a:extLst>
                <a:ext uri="{FF2B5EF4-FFF2-40B4-BE49-F238E27FC236}">
                  <a16:creationId xmlns:a16="http://schemas.microsoft.com/office/drawing/2014/main" id="{2550ABC4-AFAC-4C8C-94B6-37A63EE19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0951" y="3392488"/>
              <a:ext cx="301625" cy="222250"/>
            </a:xfrm>
            <a:custGeom>
              <a:avLst/>
              <a:gdLst>
                <a:gd name="T0" fmla="*/ 79 w 80"/>
                <a:gd name="T1" fmla="*/ 49 h 59"/>
                <a:gd name="T2" fmla="*/ 78 w 80"/>
                <a:gd name="T3" fmla="*/ 55 h 59"/>
                <a:gd name="T4" fmla="*/ 0 w 80"/>
                <a:gd name="T5" fmla="*/ 56 h 59"/>
                <a:gd name="T6" fmla="*/ 1 w 80"/>
                <a:gd name="T7" fmla="*/ 54 h 59"/>
                <a:gd name="T8" fmla="*/ 2 w 80"/>
                <a:gd name="T9" fmla="*/ 51 h 59"/>
                <a:gd name="T10" fmla="*/ 31 w 80"/>
                <a:gd name="T11" fmla="*/ 37 h 59"/>
                <a:gd name="T12" fmla="*/ 39 w 80"/>
                <a:gd name="T13" fmla="*/ 33 h 59"/>
                <a:gd name="T14" fmla="*/ 44 w 80"/>
                <a:gd name="T15" fmla="*/ 24 h 59"/>
                <a:gd name="T16" fmla="*/ 47 w 80"/>
                <a:gd name="T17" fmla="*/ 0 h 59"/>
                <a:gd name="T18" fmla="*/ 78 w 80"/>
                <a:gd name="T19" fmla="*/ 0 h 59"/>
                <a:gd name="T20" fmla="*/ 80 w 80"/>
                <a:gd name="T21" fmla="*/ 24 h 59"/>
                <a:gd name="T22" fmla="*/ 79 w 80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59">
                  <a:moveTo>
                    <a:pt x="79" y="49"/>
                  </a:moveTo>
                  <a:cubicBezTo>
                    <a:pt x="79" y="52"/>
                    <a:pt x="79" y="54"/>
                    <a:pt x="78" y="55"/>
                  </a:cubicBezTo>
                  <a:cubicBezTo>
                    <a:pt x="78" y="55"/>
                    <a:pt x="6" y="59"/>
                    <a:pt x="0" y="56"/>
                  </a:cubicBezTo>
                  <a:cubicBezTo>
                    <a:pt x="0" y="56"/>
                    <a:pt x="0" y="55"/>
                    <a:pt x="1" y="54"/>
                  </a:cubicBezTo>
                  <a:cubicBezTo>
                    <a:pt x="1" y="53"/>
                    <a:pt x="1" y="52"/>
                    <a:pt x="2" y="51"/>
                  </a:cubicBezTo>
                  <a:cubicBezTo>
                    <a:pt x="4" y="45"/>
                    <a:pt x="11" y="36"/>
                    <a:pt x="31" y="37"/>
                  </a:cubicBezTo>
                  <a:cubicBezTo>
                    <a:pt x="34" y="35"/>
                    <a:pt x="37" y="34"/>
                    <a:pt x="39" y="33"/>
                  </a:cubicBezTo>
                  <a:cubicBezTo>
                    <a:pt x="41" y="32"/>
                    <a:pt x="43" y="28"/>
                    <a:pt x="44" y="24"/>
                  </a:cubicBezTo>
                  <a:cubicBezTo>
                    <a:pt x="47" y="15"/>
                    <a:pt x="48" y="2"/>
                    <a:pt x="47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9" y="11"/>
                    <a:pt x="80" y="24"/>
                  </a:cubicBezTo>
                  <a:cubicBezTo>
                    <a:pt x="80" y="33"/>
                    <a:pt x="80" y="42"/>
                    <a:pt x="79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4" name="Freeform 248">
              <a:extLst>
                <a:ext uri="{FF2B5EF4-FFF2-40B4-BE49-F238E27FC236}">
                  <a16:creationId xmlns:a16="http://schemas.microsoft.com/office/drawing/2014/main" id="{2C05A8EE-4621-4DF5-9093-FEF4C6433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6051" y="3392488"/>
              <a:ext cx="136525" cy="90488"/>
            </a:xfrm>
            <a:custGeom>
              <a:avLst/>
              <a:gdLst>
                <a:gd name="T0" fmla="*/ 0 w 36"/>
                <a:gd name="T1" fmla="*/ 24 h 24"/>
                <a:gd name="T2" fmla="*/ 3 w 36"/>
                <a:gd name="T3" fmla="*/ 0 h 24"/>
                <a:gd name="T4" fmla="*/ 34 w 36"/>
                <a:gd name="T5" fmla="*/ 0 h 24"/>
                <a:gd name="T6" fmla="*/ 36 w 36"/>
                <a:gd name="T7" fmla="*/ 24 h 24"/>
                <a:gd name="T8" fmla="*/ 0 w 36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4">
                  <a:moveTo>
                    <a:pt x="0" y="24"/>
                  </a:moveTo>
                  <a:cubicBezTo>
                    <a:pt x="3" y="10"/>
                    <a:pt x="4" y="2"/>
                    <a:pt x="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5" y="10"/>
                    <a:pt x="36" y="24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5" name="Freeform 249">
              <a:extLst>
                <a:ext uri="{FF2B5EF4-FFF2-40B4-BE49-F238E27FC236}">
                  <a16:creationId xmlns:a16="http://schemas.microsoft.com/office/drawing/2014/main" id="{524F72E5-2057-43A9-A16F-2DD6E1A3A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0951" y="3576638"/>
              <a:ext cx="296863" cy="38100"/>
            </a:xfrm>
            <a:custGeom>
              <a:avLst/>
              <a:gdLst>
                <a:gd name="T0" fmla="*/ 79 w 79"/>
                <a:gd name="T1" fmla="*/ 0 h 10"/>
                <a:gd name="T2" fmla="*/ 78 w 79"/>
                <a:gd name="T3" fmla="*/ 6 h 10"/>
                <a:gd name="T4" fmla="*/ 0 w 79"/>
                <a:gd name="T5" fmla="*/ 7 h 10"/>
                <a:gd name="T6" fmla="*/ 1 w 79"/>
                <a:gd name="T7" fmla="*/ 5 h 10"/>
                <a:gd name="T8" fmla="*/ 2 w 79"/>
                <a:gd name="T9" fmla="*/ 2 h 10"/>
                <a:gd name="T10" fmla="*/ 79 w 79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" h="10">
                  <a:moveTo>
                    <a:pt x="79" y="0"/>
                  </a:moveTo>
                  <a:cubicBezTo>
                    <a:pt x="79" y="3"/>
                    <a:pt x="79" y="5"/>
                    <a:pt x="78" y="6"/>
                  </a:cubicBezTo>
                  <a:cubicBezTo>
                    <a:pt x="78" y="6"/>
                    <a:pt x="6" y="10"/>
                    <a:pt x="0" y="7"/>
                  </a:cubicBezTo>
                  <a:cubicBezTo>
                    <a:pt x="0" y="7"/>
                    <a:pt x="0" y="6"/>
                    <a:pt x="1" y="5"/>
                  </a:cubicBezTo>
                  <a:cubicBezTo>
                    <a:pt x="1" y="4"/>
                    <a:pt x="1" y="3"/>
                    <a:pt x="2" y="2"/>
                  </a:cubicBezTo>
                  <a:cubicBezTo>
                    <a:pt x="14" y="2"/>
                    <a:pt x="60" y="3"/>
                    <a:pt x="79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6" name="Freeform 250">
              <a:extLst>
                <a:ext uri="{FF2B5EF4-FFF2-40B4-BE49-F238E27FC236}">
                  <a16:creationId xmlns:a16="http://schemas.microsoft.com/office/drawing/2014/main" id="{EF15F93A-20CD-4482-827E-A010E711B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7313" y="3521076"/>
              <a:ext cx="41275" cy="22225"/>
            </a:xfrm>
            <a:custGeom>
              <a:avLst/>
              <a:gdLst>
                <a:gd name="T0" fmla="*/ 10 w 11"/>
                <a:gd name="T1" fmla="*/ 5 h 6"/>
                <a:gd name="T2" fmla="*/ 1 w 11"/>
                <a:gd name="T3" fmla="*/ 2 h 6"/>
                <a:gd name="T4" fmla="*/ 1 w 11"/>
                <a:gd name="T5" fmla="*/ 3 h 6"/>
                <a:gd name="T6" fmla="*/ 5 w 11"/>
                <a:gd name="T7" fmla="*/ 3 h 6"/>
                <a:gd name="T8" fmla="*/ 8 w 11"/>
                <a:gd name="T9" fmla="*/ 6 h 6"/>
                <a:gd name="T10" fmla="*/ 10 w 11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10" y="5"/>
                  </a:moveTo>
                  <a:cubicBezTo>
                    <a:pt x="9" y="1"/>
                    <a:pt x="4" y="0"/>
                    <a:pt x="1" y="2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7" y="4"/>
                    <a:pt x="7" y="5"/>
                    <a:pt x="8" y="6"/>
                  </a:cubicBezTo>
                  <a:cubicBezTo>
                    <a:pt x="9" y="6"/>
                    <a:pt x="11" y="6"/>
                    <a:pt x="10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7" name="Freeform 251">
              <a:extLst>
                <a:ext uri="{FF2B5EF4-FFF2-40B4-BE49-F238E27FC236}">
                  <a16:creationId xmlns:a16="http://schemas.microsoft.com/office/drawing/2014/main" id="{48324BA5-0FEF-4C4C-93EC-DB3105E1F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7476" y="3502026"/>
              <a:ext cx="47625" cy="26988"/>
            </a:xfrm>
            <a:custGeom>
              <a:avLst/>
              <a:gdLst>
                <a:gd name="T0" fmla="*/ 13 w 13"/>
                <a:gd name="T1" fmla="*/ 5 h 7"/>
                <a:gd name="T2" fmla="*/ 7 w 13"/>
                <a:gd name="T3" fmla="*/ 1 h 7"/>
                <a:gd name="T4" fmla="*/ 1 w 13"/>
                <a:gd name="T5" fmla="*/ 4 h 7"/>
                <a:gd name="T6" fmla="*/ 1 w 13"/>
                <a:gd name="T7" fmla="*/ 4 h 7"/>
                <a:gd name="T8" fmla="*/ 5 w 13"/>
                <a:gd name="T9" fmla="*/ 3 h 7"/>
                <a:gd name="T10" fmla="*/ 9 w 13"/>
                <a:gd name="T11" fmla="*/ 5 h 7"/>
                <a:gd name="T12" fmla="*/ 12 w 13"/>
                <a:gd name="T13" fmla="*/ 7 h 7"/>
                <a:gd name="T14" fmla="*/ 13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3" y="5"/>
                  </a:moveTo>
                  <a:cubicBezTo>
                    <a:pt x="12" y="3"/>
                    <a:pt x="9" y="1"/>
                    <a:pt x="7" y="1"/>
                  </a:cubicBezTo>
                  <a:cubicBezTo>
                    <a:pt x="5" y="0"/>
                    <a:pt x="0" y="1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4"/>
                    <a:pt x="4" y="3"/>
                    <a:pt x="5" y="3"/>
                  </a:cubicBezTo>
                  <a:cubicBezTo>
                    <a:pt x="7" y="3"/>
                    <a:pt x="8" y="4"/>
                    <a:pt x="9" y="5"/>
                  </a:cubicBezTo>
                  <a:cubicBezTo>
                    <a:pt x="10" y="6"/>
                    <a:pt x="10" y="7"/>
                    <a:pt x="12" y="7"/>
                  </a:cubicBezTo>
                  <a:cubicBezTo>
                    <a:pt x="13" y="7"/>
                    <a:pt x="13" y="6"/>
                    <a:pt x="13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8" name="Freeform 252">
              <a:extLst>
                <a:ext uri="{FF2B5EF4-FFF2-40B4-BE49-F238E27FC236}">
                  <a16:creationId xmlns:a16="http://schemas.microsoft.com/office/drawing/2014/main" id="{ADE5F730-2AF5-46A9-A130-023585DB9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7313" y="1668463"/>
              <a:ext cx="503238" cy="657225"/>
            </a:xfrm>
            <a:custGeom>
              <a:avLst/>
              <a:gdLst>
                <a:gd name="T0" fmla="*/ 1 w 134"/>
                <a:gd name="T1" fmla="*/ 13 h 175"/>
                <a:gd name="T2" fmla="*/ 134 w 134"/>
                <a:gd name="T3" fmla="*/ 11 h 175"/>
                <a:gd name="T4" fmla="*/ 115 w 134"/>
                <a:gd name="T5" fmla="*/ 162 h 175"/>
                <a:gd name="T6" fmla="*/ 19 w 134"/>
                <a:gd name="T7" fmla="*/ 162 h 175"/>
                <a:gd name="T8" fmla="*/ 1 w 134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175">
                  <a:moveTo>
                    <a:pt x="1" y="13"/>
                  </a:moveTo>
                  <a:cubicBezTo>
                    <a:pt x="1" y="13"/>
                    <a:pt x="69" y="0"/>
                    <a:pt x="134" y="11"/>
                  </a:cubicBezTo>
                  <a:cubicBezTo>
                    <a:pt x="134" y="11"/>
                    <a:pt x="120" y="136"/>
                    <a:pt x="115" y="162"/>
                  </a:cubicBezTo>
                  <a:cubicBezTo>
                    <a:pt x="115" y="162"/>
                    <a:pt x="63" y="175"/>
                    <a:pt x="19" y="162"/>
                  </a:cubicBezTo>
                  <a:cubicBezTo>
                    <a:pt x="19" y="162"/>
                    <a:pt x="0" y="37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9" name="Freeform 253">
              <a:extLst>
                <a:ext uri="{FF2B5EF4-FFF2-40B4-BE49-F238E27FC236}">
                  <a16:creationId xmlns:a16="http://schemas.microsoft.com/office/drawing/2014/main" id="{E6A0270F-D6B6-4ECB-93C2-A5CB24E72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6701" y="1511301"/>
              <a:ext cx="150813" cy="255588"/>
            </a:xfrm>
            <a:custGeom>
              <a:avLst/>
              <a:gdLst>
                <a:gd name="T0" fmla="*/ 40 w 40"/>
                <a:gd name="T1" fmla="*/ 47 h 68"/>
                <a:gd name="T2" fmla="*/ 20 w 40"/>
                <a:gd name="T3" fmla="*/ 68 h 68"/>
                <a:gd name="T4" fmla="*/ 20 w 40"/>
                <a:gd name="T5" fmla="*/ 68 h 68"/>
                <a:gd name="T6" fmla="*/ 0 w 40"/>
                <a:gd name="T7" fmla="*/ 47 h 68"/>
                <a:gd name="T8" fmla="*/ 0 w 40"/>
                <a:gd name="T9" fmla="*/ 21 h 68"/>
                <a:gd name="T10" fmla="*/ 20 w 40"/>
                <a:gd name="T11" fmla="*/ 0 h 68"/>
                <a:gd name="T12" fmla="*/ 20 w 40"/>
                <a:gd name="T13" fmla="*/ 0 h 68"/>
                <a:gd name="T14" fmla="*/ 40 w 40"/>
                <a:gd name="T15" fmla="*/ 21 h 68"/>
                <a:gd name="T16" fmla="*/ 40 w 40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68">
                  <a:moveTo>
                    <a:pt x="40" y="47"/>
                  </a:moveTo>
                  <a:cubicBezTo>
                    <a:pt x="40" y="59"/>
                    <a:pt x="32" y="68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9" y="68"/>
                    <a:pt x="0" y="59"/>
                    <a:pt x="0" y="4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0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2" y="0"/>
                    <a:pt x="40" y="10"/>
                    <a:pt x="40" y="21"/>
                  </a:cubicBezTo>
                  <a:lnTo>
                    <a:pt x="40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0" name="Oval 254">
              <a:extLst>
                <a:ext uri="{FF2B5EF4-FFF2-40B4-BE49-F238E27FC236}">
                  <a16:creationId xmlns:a16="http://schemas.microsoft.com/office/drawing/2014/main" id="{11EBF245-04AA-4C2D-A0FA-86A577B58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3851" y="1816101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1" name="Oval 255">
              <a:extLst>
                <a:ext uri="{FF2B5EF4-FFF2-40B4-BE49-F238E27FC236}">
                  <a16:creationId xmlns:a16="http://schemas.microsoft.com/office/drawing/2014/main" id="{627A0915-B571-4C36-86E7-A2EEF24B6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3851" y="1931988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2" name="Oval 256">
              <a:extLst>
                <a:ext uri="{FF2B5EF4-FFF2-40B4-BE49-F238E27FC236}">
                  <a16:creationId xmlns:a16="http://schemas.microsoft.com/office/drawing/2014/main" id="{DFA92632-FBFF-418F-A3EA-C80EE794E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3851" y="2165351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3" name="Oval 257">
              <a:extLst>
                <a:ext uri="{FF2B5EF4-FFF2-40B4-BE49-F238E27FC236}">
                  <a16:creationId xmlns:a16="http://schemas.microsoft.com/office/drawing/2014/main" id="{7A11635C-D94E-498A-B0CD-0C8AC3162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3851" y="2047876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4" name="Freeform 258">
              <a:extLst>
                <a:ext uri="{FF2B5EF4-FFF2-40B4-BE49-F238E27FC236}">
                  <a16:creationId xmlns:a16="http://schemas.microsoft.com/office/drawing/2014/main" id="{23DAAD0F-31B0-41D6-AFB0-0A59956F8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5263" y="1643063"/>
              <a:ext cx="139700" cy="198438"/>
            </a:xfrm>
            <a:custGeom>
              <a:avLst/>
              <a:gdLst>
                <a:gd name="T0" fmla="*/ 16 w 37"/>
                <a:gd name="T1" fmla="*/ 0 h 53"/>
                <a:gd name="T2" fmla="*/ 0 w 37"/>
                <a:gd name="T3" fmla="*/ 17 h 53"/>
                <a:gd name="T4" fmla="*/ 14 w 37"/>
                <a:gd name="T5" fmla="*/ 53 h 53"/>
                <a:gd name="T6" fmla="*/ 37 w 37"/>
                <a:gd name="T7" fmla="*/ 33 h 53"/>
                <a:gd name="T8" fmla="*/ 16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19" y="14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5" name="Freeform 259">
              <a:extLst>
                <a:ext uri="{FF2B5EF4-FFF2-40B4-BE49-F238E27FC236}">
                  <a16:creationId xmlns:a16="http://schemas.microsoft.com/office/drawing/2014/main" id="{7B702751-5E10-403D-BE8E-68999964B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4963" y="1643063"/>
              <a:ext cx="138113" cy="198438"/>
            </a:xfrm>
            <a:custGeom>
              <a:avLst/>
              <a:gdLst>
                <a:gd name="T0" fmla="*/ 20 w 37"/>
                <a:gd name="T1" fmla="*/ 0 h 53"/>
                <a:gd name="T2" fmla="*/ 37 w 37"/>
                <a:gd name="T3" fmla="*/ 17 h 53"/>
                <a:gd name="T4" fmla="*/ 23 w 37"/>
                <a:gd name="T5" fmla="*/ 53 h 53"/>
                <a:gd name="T6" fmla="*/ 0 w 37"/>
                <a:gd name="T7" fmla="*/ 33 h 53"/>
                <a:gd name="T8" fmla="*/ 20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20" y="0"/>
                  </a:moveTo>
                  <a:cubicBezTo>
                    <a:pt x="37" y="17"/>
                    <a:pt x="37" y="17"/>
                    <a:pt x="37" y="17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8" y="14"/>
                    <a:pt x="20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6" name="Freeform 260">
              <a:extLst>
                <a:ext uri="{FF2B5EF4-FFF2-40B4-BE49-F238E27FC236}">
                  <a16:creationId xmlns:a16="http://schemas.microsoft.com/office/drawing/2014/main" id="{8AF18D45-6AF6-4099-89F7-93746AFA1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9701" y="2278063"/>
              <a:ext cx="415925" cy="1185863"/>
            </a:xfrm>
            <a:custGeom>
              <a:avLst/>
              <a:gdLst>
                <a:gd name="T0" fmla="*/ 0 w 111"/>
                <a:gd name="T1" fmla="*/ 316 h 316"/>
                <a:gd name="T2" fmla="*/ 40 w 111"/>
                <a:gd name="T3" fmla="*/ 316 h 316"/>
                <a:gd name="T4" fmla="*/ 51 w 111"/>
                <a:gd name="T5" fmla="*/ 72 h 316"/>
                <a:gd name="T6" fmla="*/ 55 w 111"/>
                <a:gd name="T7" fmla="*/ 72 h 316"/>
                <a:gd name="T8" fmla="*/ 69 w 111"/>
                <a:gd name="T9" fmla="*/ 314 h 316"/>
                <a:gd name="T10" fmla="*/ 109 w 111"/>
                <a:gd name="T11" fmla="*/ 314 h 316"/>
                <a:gd name="T12" fmla="*/ 101 w 111"/>
                <a:gd name="T13" fmla="*/ 0 h 316"/>
                <a:gd name="T14" fmla="*/ 5 w 111"/>
                <a:gd name="T15" fmla="*/ 0 h 316"/>
                <a:gd name="T16" fmla="*/ 0 w 111"/>
                <a:gd name="T17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316">
                  <a:moveTo>
                    <a:pt x="0" y="316"/>
                  </a:moveTo>
                  <a:cubicBezTo>
                    <a:pt x="40" y="316"/>
                    <a:pt x="40" y="316"/>
                    <a:pt x="40" y="316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53" y="72"/>
                    <a:pt x="54" y="72"/>
                    <a:pt x="55" y="72"/>
                  </a:cubicBezTo>
                  <a:cubicBezTo>
                    <a:pt x="69" y="314"/>
                    <a:pt x="69" y="314"/>
                    <a:pt x="69" y="314"/>
                  </a:cubicBezTo>
                  <a:cubicBezTo>
                    <a:pt x="109" y="314"/>
                    <a:pt x="109" y="314"/>
                    <a:pt x="109" y="314"/>
                  </a:cubicBezTo>
                  <a:cubicBezTo>
                    <a:pt x="109" y="284"/>
                    <a:pt x="111" y="53"/>
                    <a:pt x="10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2"/>
                    <a:pt x="0" y="221"/>
                    <a:pt x="0" y="31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7" name="Freeform 261">
              <a:extLst>
                <a:ext uri="{FF2B5EF4-FFF2-40B4-BE49-F238E27FC236}">
                  <a16:creationId xmlns:a16="http://schemas.microsoft.com/office/drawing/2014/main" id="{B9B1A2DA-69C7-4BAA-B714-56903BA05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3076" y="2278063"/>
              <a:ext cx="46038" cy="52388"/>
            </a:xfrm>
            <a:custGeom>
              <a:avLst/>
              <a:gdLst>
                <a:gd name="T0" fmla="*/ 1 w 12"/>
                <a:gd name="T1" fmla="*/ 14 h 14"/>
                <a:gd name="T2" fmla="*/ 12 w 12"/>
                <a:gd name="T3" fmla="*/ 14 h 14"/>
                <a:gd name="T4" fmla="*/ 12 w 12"/>
                <a:gd name="T5" fmla="*/ 0 h 14"/>
                <a:gd name="T6" fmla="*/ 0 w 12"/>
                <a:gd name="T7" fmla="*/ 0 h 14"/>
                <a:gd name="T8" fmla="*/ 1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10"/>
                    <a:pt x="1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8" name="Freeform 262">
              <a:extLst>
                <a:ext uri="{FF2B5EF4-FFF2-40B4-BE49-F238E27FC236}">
                  <a16:creationId xmlns:a16="http://schemas.microsoft.com/office/drawing/2014/main" id="{CE96236F-7FCD-46CC-AA57-DC66D279D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5588" y="2278063"/>
              <a:ext cx="184150" cy="55563"/>
            </a:xfrm>
            <a:custGeom>
              <a:avLst/>
              <a:gdLst>
                <a:gd name="T0" fmla="*/ 49 w 49"/>
                <a:gd name="T1" fmla="*/ 0 h 15"/>
                <a:gd name="T2" fmla="*/ 0 w 49"/>
                <a:gd name="T3" fmla="*/ 0 h 15"/>
                <a:gd name="T4" fmla="*/ 0 w 49"/>
                <a:gd name="T5" fmla="*/ 15 h 15"/>
                <a:gd name="T6" fmla="*/ 49 w 49"/>
                <a:gd name="T7" fmla="*/ 14 h 15"/>
                <a:gd name="T8" fmla="*/ 49 w 49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15">
                  <a:moveTo>
                    <a:pt x="4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0"/>
                    <a:pt x="0" y="15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0"/>
                    <a:pt x="48" y="5"/>
                    <a:pt x="49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9" name="Freeform 263">
              <a:extLst>
                <a:ext uri="{FF2B5EF4-FFF2-40B4-BE49-F238E27FC236}">
                  <a16:creationId xmlns:a16="http://schemas.microsoft.com/office/drawing/2014/main" id="{33EB5AA6-7FD8-45F2-A0F5-6E9B6A1C6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8751" y="2278063"/>
              <a:ext cx="55563" cy="60325"/>
            </a:xfrm>
            <a:custGeom>
              <a:avLst/>
              <a:gdLst>
                <a:gd name="T0" fmla="*/ 14 w 15"/>
                <a:gd name="T1" fmla="*/ 0 h 16"/>
                <a:gd name="T2" fmla="*/ 0 w 15"/>
                <a:gd name="T3" fmla="*/ 0 h 16"/>
                <a:gd name="T4" fmla="*/ 0 w 15"/>
                <a:gd name="T5" fmla="*/ 16 h 16"/>
                <a:gd name="T6" fmla="*/ 15 w 15"/>
                <a:gd name="T7" fmla="*/ 16 h 16"/>
                <a:gd name="T8" fmla="*/ 14 w 15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1"/>
                    <a:pt x="13" y="5"/>
                    <a:pt x="14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0" name="Rectangle 264">
              <a:extLst>
                <a:ext uri="{FF2B5EF4-FFF2-40B4-BE49-F238E27FC236}">
                  <a16:creationId xmlns:a16="http://schemas.microsoft.com/office/drawing/2014/main" id="{B480334E-7B8E-48EE-A92D-B1EFFBF36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2576" y="2259013"/>
              <a:ext cx="93663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1" name="Freeform 265">
              <a:extLst>
                <a:ext uri="{FF2B5EF4-FFF2-40B4-BE49-F238E27FC236}">
                  <a16:creationId xmlns:a16="http://schemas.microsoft.com/office/drawing/2014/main" id="{F162CC62-4682-4903-B17E-519619C28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76" y="1135063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69 w 98"/>
                <a:gd name="T3" fmla="*/ 125 h 131"/>
                <a:gd name="T4" fmla="*/ 48 w 98"/>
                <a:gd name="T5" fmla="*/ 129 h 131"/>
                <a:gd name="T6" fmla="*/ 2 w 98"/>
                <a:gd name="T7" fmla="*/ 79 h 131"/>
                <a:gd name="T8" fmla="*/ 4 w 98"/>
                <a:gd name="T9" fmla="*/ 33 h 131"/>
                <a:gd name="T10" fmla="*/ 6 w 98"/>
                <a:gd name="T11" fmla="*/ 25 h 131"/>
                <a:gd name="T12" fmla="*/ 30 w 98"/>
                <a:gd name="T13" fmla="*/ 5 h 131"/>
                <a:gd name="T14" fmla="*/ 62 w 98"/>
                <a:gd name="T15" fmla="*/ 2 h 131"/>
                <a:gd name="T16" fmla="*/ 93 w 98"/>
                <a:gd name="T17" fmla="*/ 28 h 131"/>
                <a:gd name="T18" fmla="*/ 95 w 98"/>
                <a:gd name="T19" fmla="*/ 43 h 131"/>
                <a:gd name="T20" fmla="*/ 98 w 98"/>
                <a:gd name="T21" fmla="*/ 75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6"/>
                    <a:pt x="81" y="119"/>
                    <a:pt x="69" y="125"/>
                  </a:cubicBezTo>
                  <a:cubicBezTo>
                    <a:pt x="58" y="131"/>
                    <a:pt x="48" y="129"/>
                    <a:pt x="48" y="129"/>
                  </a:cubicBezTo>
                  <a:cubicBezTo>
                    <a:pt x="2" y="119"/>
                    <a:pt x="5" y="97"/>
                    <a:pt x="2" y="79"/>
                  </a:cubicBezTo>
                  <a:cubicBezTo>
                    <a:pt x="1" y="70"/>
                    <a:pt x="0" y="53"/>
                    <a:pt x="4" y="33"/>
                  </a:cubicBezTo>
                  <a:cubicBezTo>
                    <a:pt x="4" y="30"/>
                    <a:pt x="5" y="28"/>
                    <a:pt x="6" y="25"/>
                  </a:cubicBezTo>
                  <a:cubicBezTo>
                    <a:pt x="13" y="10"/>
                    <a:pt x="30" y="5"/>
                    <a:pt x="30" y="5"/>
                  </a:cubicBezTo>
                  <a:cubicBezTo>
                    <a:pt x="40" y="1"/>
                    <a:pt x="52" y="0"/>
                    <a:pt x="62" y="2"/>
                  </a:cubicBezTo>
                  <a:cubicBezTo>
                    <a:pt x="77" y="5"/>
                    <a:pt x="89" y="13"/>
                    <a:pt x="93" y="28"/>
                  </a:cubicBezTo>
                  <a:cubicBezTo>
                    <a:pt x="94" y="33"/>
                    <a:pt x="95" y="38"/>
                    <a:pt x="95" y="43"/>
                  </a:cubicBezTo>
                  <a:cubicBezTo>
                    <a:pt x="97" y="54"/>
                    <a:pt x="97" y="64"/>
                    <a:pt x="98" y="75"/>
                  </a:cubicBezTo>
                  <a:cubicBezTo>
                    <a:pt x="98" y="80"/>
                    <a:pt x="98" y="85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2" name="Freeform 266">
              <a:extLst>
                <a:ext uri="{FF2B5EF4-FFF2-40B4-BE49-F238E27FC236}">
                  <a16:creationId xmlns:a16="http://schemas.microsoft.com/office/drawing/2014/main" id="{666894C1-7224-438E-9CA2-2FC632B6E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3688" y="1289051"/>
              <a:ext cx="88900" cy="169863"/>
            </a:xfrm>
            <a:custGeom>
              <a:avLst/>
              <a:gdLst>
                <a:gd name="T0" fmla="*/ 10 w 24"/>
                <a:gd name="T1" fmla="*/ 3 h 45"/>
                <a:gd name="T2" fmla="*/ 6 w 24"/>
                <a:gd name="T3" fmla="*/ 12 h 45"/>
                <a:gd name="T4" fmla="*/ 8 w 24"/>
                <a:gd name="T5" fmla="*/ 36 h 45"/>
                <a:gd name="T6" fmla="*/ 3 w 24"/>
                <a:gd name="T7" fmla="*/ 38 h 45"/>
                <a:gd name="T8" fmla="*/ 12 w 24"/>
                <a:gd name="T9" fmla="*/ 44 h 45"/>
                <a:gd name="T10" fmla="*/ 19 w 24"/>
                <a:gd name="T11" fmla="*/ 42 h 45"/>
                <a:gd name="T12" fmla="*/ 23 w 24"/>
                <a:gd name="T13" fmla="*/ 34 h 45"/>
                <a:gd name="T14" fmla="*/ 17 w 24"/>
                <a:gd name="T15" fmla="*/ 36 h 45"/>
                <a:gd name="T16" fmla="*/ 10 w 24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5">
                  <a:moveTo>
                    <a:pt x="10" y="3"/>
                  </a:moveTo>
                  <a:cubicBezTo>
                    <a:pt x="10" y="3"/>
                    <a:pt x="6" y="0"/>
                    <a:pt x="6" y="12"/>
                  </a:cubicBezTo>
                  <a:cubicBezTo>
                    <a:pt x="7" y="24"/>
                    <a:pt x="8" y="36"/>
                    <a:pt x="8" y="36"/>
                  </a:cubicBezTo>
                  <a:cubicBezTo>
                    <a:pt x="8" y="36"/>
                    <a:pt x="0" y="32"/>
                    <a:pt x="3" y="38"/>
                  </a:cubicBezTo>
                  <a:cubicBezTo>
                    <a:pt x="5" y="42"/>
                    <a:pt x="8" y="44"/>
                    <a:pt x="12" y="44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4" y="35"/>
                    <a:pt x="23" y="34"/>
                  </a:cubicBezTo>
                  <a:cubicBezTo>
                    <a:pt x="22" y="33"/>
                    <a:pt x="18" y="35"/>
                    <a:pt x="17" y="36"/>
                  </a:cubicBezTo>
                  <a:cubicBezTo>
                    <a:pt x="17" y="36"/>
                    <a:pt x="16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3" name="Freeform 267">
              <a:extLst>
                <a:ext uri="{FF2B5EF4-FFF2-40B4-BE49-F238E27FC236}">
                  <a16:creationId xmlns:a16="http://schemas.microsoft.com/office/drawing/2014/main" id="{3A47A5E2-79A4-4CF7-A32A-0C602307C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1252538"/>
              <a:ext cx="104775" cy="60325"/>
            </a:xfrm>
            <a:custGeom>
              <a:avLst/>
              <a:gdLst>
                <a:gd name="T0" fmla="*/ 1 w 28"/>
                <a:gd name="T1" fmla="*/ 4 h 16"/>
                <a:gd name="T2" fmla="*/ 28 w 28"/>
                <a:gd name="T3" fmla="*/ 16 h 16"/>
                <a:gd name="T4" fmla="*/ 0 w 28"/>
                <a:gd name="T5" fmla="*/ 12 h 16"/>
                <a:gd name="T6" fmla="*/ 1 w 28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6">
                  <a:moveTo>
                    <a:pt x="1" y="4"/>
                  </a:moveTo>
                  <a:cubicBezTo>
                    <a:pt x="1" y="4"/>
                    <a:pt x="21" y="0"/>
                    <a:pt x="28" y="16"/>
                  </a:cubicBezTo>
                  <a:cubicBezTo>
                    <a:pt x="28" y="16"/>
                    <a:pt x="5" y="9"/>
                    <a:pt x="0" y="12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4" name="Freeform 268">
              <a:extLst>
                <a:ext uri="{FF2B5EF4-FFF2-40B4-BE49-F238E27FC236}">
                  <a16:creationId xmlns:a16="http://schemas.microsoft.com/office/drawing/2014/main" id="{7D60B906-6B47-46C5-9DD3-169D97DF0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4151" y="1255713"/>
              <a:ext cx="104775" cy="57150"/>
            </a:xfrm>
            <a:custGeom>
              <a:avLst/>
              <a:gdLst>
                <a:gd name="T0" fmla="*/ 28 w 28"/>
                <a:gd name="T1" fmla="*/ 5 h 15"/>
                <a:gd name="T2" fmla="*/ 0 w 28"/>
                <a:gd name="T3" fmla="*/ 15 h 15"/>
                <a:gd name="T4" fmla="*/ 27 w 28"/>
                <a:gd name="T5" fmla="*/ 13 h 15"/>
                <a:gd name="T6" fmla="*/ 28 w 28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5"/>
                  </a:moveTo>
                  <a:cubicBezTo>
                    <a:pt x="28" y="5"/>
                    <a:pt x="7" y="0"/>
                    <a:pt x="0" y="15"/>
                  </a:cubicBezTo>
                  <a:cubicBezTo>
                    <a:pt x="0" y="15"/>
                    <a:pt x="23" y="9"/>
                    <a:pt x="27" y="13"/>
                  </a:cubicBezTo>
                  <a:lnTo>
                    <a:pt x="28" y="5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5" name="Freeform 269">
              <a:extLst>
                <a:ext uri="{FF2B5EF4-FFF2-40B4-BE49-F238E27FC236}">
                  <a16:creationId xmlns:a16="http://schemas.microsoft.com/office/drawing/2014/main" id="{9A4167FF-16E4-4F14-BC0D-8EF25C131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0026" y="1319213"/>
              <a:ext cx="93663" cy="87313"/>
            </a:xfrm>
            <a:custGeom>
              <a:avLst/>
              <a:gdLst>
                <a:gd name="T0" fmla="*/ 1 w 25"/>
                <a:gd name="T1" fmla="*/ 12 h 23"/>
                <a:gd name="T2" fmla="*/ 13 w 25"/>
                <a:gd name="T3" fmla="*/ 22 h 23"/>
                <a:gd name="T4" fmla="*/ 24 w 25"/>
                <a:gd name="T5" fmla="*/ 11 h 23"/>
                <a:gd name="T6" fmla="*/ 12 w 25"/>
                <a:gd name="T7" fmla="*/ 1 h 23"/>
                <a:gd name="T8" fmla="*/ 1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2"/>
                  </a:moveTo>
                  <a:cubicBezTo>
                    <a:pt x="1" y="18"/>
                    <a:pt x="7" y="23"/>
                    <a:pt x="13" y="22"/>
                  </a:cubicBezTo>
                  <a:cubicBezTo>
                    <a:pt x="20" y="22"/>
                    <a:pt x="25" y="17"/>
                    <a:pt x="24" y="11"/>
                  </a:cubicBezTo>
                  <a:cubicBezTo>
                    <a:pt x="24" y="5"/>
                    <a:pt x="18" y="0"/>
                    <a:pt x="12" y="1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6" name="Freeform 270">
              <a:extLst>
                <a:ext uri="{FF2B5EF4-FFF2-40B4-BE49-F238E27FC236}">
                  <a16:creationId xmlns:a16="http://schemas.microsoft.com/office/drawing/2014/main" id="{CAA8917B-1E9E-4707-BCF6-DC4E1ABAB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7488" y="1323976"/>
              <a:ext cx="60325" cy="74613"/>
            </a:xfrm>
            <a:custGeom>
              <a:avLst/>
              <a:gdLst>
                <a:gd name="T0" fmla="*/ 15 w 16"/>
                <a:gd name="T1" fmla="*/ 10 h 20"/>
                <a:gd name="T2" fmla="*/ 9 w 16"/>
                <a:gd name="T3" fmla="*/ 20 h 20"/>
                <a:gd name="T4" fmla="*/ 1 w 16"/>
                <a:gd name="T5" fmla="*/ 11 h 20"/>
                <a:gd name="T6" fmla="*/ 7 w 16"/>
                <a:gd name="T7" fmla="*/ 1 h 20"/>
                <a:gd name="T8" fmla="*/ 15 w 16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5" y="10"/>
                  </a:moveTo>
                  <a:cubicBezTo>
                    <a:pt x="16" y="15"/>
                    <a:pt x="13" y="20"/>
                    <a:pt x="9" y="20"/>
                  </a:cubicBezTo>
                  <a:cubicBezTo>
                    <a:pt x="5" y="20"/>
                    <a:pt x="1" y="16"/>
                    <a:pt x="1" y="11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2" y="0"/>
                    <a:pt x="15" y="4"/>
                    <a:pt x="15" y="10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7" name="Freeform 271">
              <a:extLst>
                <a:ext uri="{FF2B5EF4-FFF2-40B4-BE49-F238E27FC236}">
                  <a16:creationId xmlns:a16="http://schemas.microsoft.com/office/drawing/2014/main" id="{C9FAB918-E017-4853-8DE0-932A61E14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5426" y="1335088"/>
              <a:ext cx="46038" cy="52388"/>
            </a:xfrm>
            <a:custGeom>
              <a:avLst/>
              <a:gdLst>
                <a:gd name="T0" fmla="*/ 11 w 12"/>
                <a:gd name="T1" fmla="*/ 7 h 14"/>
                <a:gd name="T2" fmla="*/ 6 w 12"/>
                <a:gd name="T3" fmla="*/ 14 h 14"/>
                <a:gd name="T4" fmla="*/ 1 w 12"/>
                <a:gd name="T5" fmla="*/ 8 h 14"/>
                <a:gd name="T6" fmla="*/ 6 w 12"/>
                <a:gd name="T7" fmla="*/ 0 h 14"/>
                <a:gd name="T8" fmla="*/ 11 w 12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1" y="7"/>
                  </a:moveTo>
                  <a:cubicBezTo>
                    <a:pt x="12" y="11"/>
                    <a:pt x="9" y="14"/>
                    <a:pt x="6" y="14"/>
                  </a:cubicBezTo>
                  <a:cubicBezTo>
                    <a:pt x="4" y="14"/>
                    <a:pt x="1" y="11"/>
                    <a:pt x="1" y="8"/>
                  </a:cubicBezTo>
                  <a:cubicBezTo>
                    <a:pt x="0" y="4"/>
                    <a:pt x="3" y="1"/>
                    <a:pt x="6" y="0"/>
                  </a:cubicBezTo>
                  <a:cubicBezTo>
                    <a:pt x="9" y="0"/>
                    <a:pt x="11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8" name="Freeform 272">
              <a:extLst>
                <a:ext uri="{FF2B5EF4-FFF2-40B4-BE49-F238E27FC236}">
                  <a16:creationId xmlns:a16="http://schemas.microsoft.com/office/drawing/2014/main" id="{4E6BAFD1-E75D-487A-9858-0E14ABC15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7651" y="1330326"/>
              <a:ext cx="19050" cy="15875"/>
            </a:xfrm>
            <a:custGeom>
              <a:avLst/>
              <a:gdLst>
                <a:gd name="T0" fmla="*/ 5 w 5"/>
                <a:gd name="T1" fmla="*/ 1 h 4"/>
                <a:gd name="T2" fmla="*/ 3 w 5"/>
                <a:gd name="T3" fmla="*/ 3 h 4"/>
                <a:gd name="T4" fmla="*/ 0 w 5"/>
                <a:gd name="T5" fmla="*/ 2 h 4"/>
                <a:gd name="T6" fmla="*/ 2 w 5"/>
                <a:gd name="T7" fmla="*/ 0 h 4"/>
                <a:gd name="T8" fmla="*/ 5 w 5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1"/>
                  </a:moveTo>
                  <a:cubicBezTo>
                    <a:pt x="5" y="2"/>
                    <a:pt x="4" y="3"/>
                    <a:pt x="3" y="3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9" name="Freeform 273">
              <a:extLst>
                <a:ext uri="{FF2B5EF4-FFF2-40B4-BE49-F238E27FC236}">
                  <a16:creationId xmlns:a16="http://schemas.microsoft.com/office/drawing/2014/main" id="{570A9058-93DD-454A-9464-8040C38CC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9413" y="1316038"/>
              <a:ext cx="93663" cy="85725"/>
            </a:xfrm>
            <a:custGeom>
              <a:avLst/>
              <a:gdLst>
                <a:gd name="T0" fmla="*/ 0 w 25"/>
                <a:gd name="T1" fmla="*/ 12 h 23"/>
                <a:gd name="T2" fmla="*/ 13 w 25"/>
                <a:gd name="T3" fmla="*/ 22 h 23"/>
                <a:gd name="T4" fmla="*/ 24 w 25"/>
                <a:gd name="T5" fmla="*/ 10 h 23"/>
                <a:gd name="T6" fmla="*/ 12 w 25"/>
                <a:gd name="T7" fmla="*/ 0 h 23"/>
                <a:gd name="T8" fmla="*/ 0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0" y="12"/>
                  </a:moveTo>
                  <a:cubicBezTo>
                    <a:pt x="1" y="18"/>
                    <a:pt x="7" y="23"/>
                    <a:pt x="13" y="22"/>
                  </a:cubicBezTo>
                  <a:cubicBezTo>
                    <a:pt x="20" y="22"/>
                    <a:pt x="25" y="17"/>
                    <a:pt x="24" y="10"/>
                  </a:cubicBezTo>
                  <a:cubicBezTo>
                    <a:pt x="24" y="4"/>
                    <a:pt x="18" y="0"/>
                    <a:pt x="12" y="0"/>
                  </a:cubicBezTo>
                  <a:cubicBezTo>
                    <a:pt x="5" y="1"/>
                    <a:pt x="0" y="6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0" name="Freeform 274">
              <a:extLst>
                <a:ext uri="{FF2B5EF4-FFF2-40B4-BE49-F238E27FC236}">
                  <a16:creationId xmlns:a16="http://schemas.microsoft.com/office/drawing/2014/main" id="{45CEE307-6E8A-4D03-9C38-BFADCD188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0526" y="1319213"/>
              <a:ext cx="60325" cy="76200"/>
            </a:xfrm>
            <a:custGeom>
              <a:avLst/>
              <a:gdLst>
                <a:gd name="T0" fmla="*/ 16 w 16"/>
                <a:gd name="T1" fmla="*/ 9 h 20"/>
                <a:gd name="T2" fmla="*/ 9 w 16"/>
                <a:gd name="T3" fmla="*/ 20 h 20"/>
                <a:gd name="T4" fmla="*/ 1 w 16"/>
                <a:gd name="T5" fmla="*/ 10 h 20"/>
                <a:gd name="T6" fmla="*/ 8 w 16"/>
                <a:gd name="T7" fmla="*/ 0 h 20"/>
                <a:gd name="T8" fmla="*/ 16 w 16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6" y="9"/>
                  </a:moveTo>
                  <a:cubicBezTo>
                    <a:pt x="16" y="15"/>
                    <a:pt x="13" y="19"/>
                    <a:pt x="9" y="20"/>
                  </a:cubicBezTo>
                  <a:cubicBezTo>
                    <a:pt x="5" y="20"/>
                    <a:pt x="1" y="16"/>
                    <a:pt x="1" y="10"/>
                  </a:cubicBezTo>
                  <a:cubicBezTo>
                    <a:pt x="0" y="5"/>
                    <a:pt x="3" y="1"/>
                    <a:pt x="8" y="0"/>
                  </a:cubicBezTo>
                  <a:cubicBezTo>
                    <a:pt x="12" y="0"/>
                    <a:pt x="15" y="4"/>
                    <a:pt x="16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1" name="Freeform 275">
              <a:extLst>
                <a:ext uri="{FF2B5EF4-FFF2-40B4-BE49-F238E27FC236}">
                  <a16:creationId xmlns:a16="http://schemas.microsoft.com/office/drawing/2014/main" id="{6EC11D13-3203-4C8A-B9E8-B97C4EF93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1638" y="1330326"/>
              <a:ext cx="41275" cy="53975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0"/>
                    <a:pt x="9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4"/>
                    <a:pt x="2" y="0"/>
                    <a:pt x="5" y="0"/>
                  </a:cubicBezTo>
                  <a:cubicBezTo>
                    <a:pt x="8" y="0"/>
                    <a:pt x="10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2" name="Freeform 276">
              <a:extLst>
                <a:ext uri="{FF2B5EF4-FFF2-40B4-BE49-F238E27FC236}">
                  <a16:creationId xmlns:a16="http://schemas.microsoft.com/office/drawing/2014/main" id="{98D4CF0C-1B84-436D-97BD-CB4DBC755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0688" y="1323976"/>
              <a:ext cx="22225" cy="14288"/>
            </a:xfrm>
            <a:custGeom>
              <a:avLst/>
              <a:gdLst>
                <a:gd name="T0" fmla="*/ 5 w 6"/>
                <a:gd name="T1" fmla="*/ 2 h 4"/>
                <a:gd name="T2" fmla="*/ 3 w 6"/>
                <a:gd name="T3" fmla="*/ 4 h 4"/>
                <a:gd name="T4" fmla="*/ 0 w 6"/>
                <a:gd name="T5" fmla="*/ 3 h 4"/>
                <a:gd name="T6" fmla="*/ 3 w 6"/>
                <a:gd name="T7" fmla="*/ 0 h 4"/>
                <a:gd name="T8" fmla="*/ 5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5" y="2"/>
                  </a:moveTo>
                  <a:cubicBezTo>
                    <a:pt x="6" y="3"/>
                    <a:pt x="4" y="4"/>
                    <a:pt x="3" y="4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0" y="1"/>
                    <a:pt x="1" y="1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3" name="Freeform 277">
              <a:extLst>
                <a:ext uri="{FF2B5EF4-FFF2-40B4-BE49-F238E27FC236}">
                  <a16:creationId xmlns:a16="http://schemas.microsoft.com/office/drawing/2014/main" id="{2A84C508-33D0-4AA8-8F39-1B498F3E0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1" y="1030288"/>
              <a:ext cx="406400" cy="233363"/>
            </a:xfrm>
            <a:custGeom>
              <a:avLst/>
              <a:gdLst>
                <a:gd name="T0" fmla="*/ 107 w 108"/>
                <a:gd name="T1" fmla="*/ 23 h 62"/>
                <a:gd name="T2" fmla="*/ 95 w 108"/>
                <a:gd name="T3" fmla="*/ 31 h 62"/>
                <a:gd name="T4" fmla="*/ 102 w 108"/>
                <a:gd name="T5" fmla="*/ 16 h 62"/>
                <a:gd name="T6" fmla="*/ 102 w 108"/>
                <a:gd name="T7" fmla="*/ 15 h 62"/>
                <a:gd name="T8" fmla="*/ 99 w 108"/>
                <a:gd name="T9" fmla="*/ 17 h 62"/>
                <a:gd name="T10" fmla="*/ 86 w 108"/>
                <a:gd name="T11" fmla="*/ 19 h 62"/>
                <a:gd name="T12" fmla="*/ 65 w 108"/>
                <a:gd name="T13" fmla="*/ 7 h 62"/>
                <a:gd name="T14" fmla="*/ 41 w 108"/>
                <a:gd name="T15" fmla="*/ 0 h 62"/>
                <a:gd name="T16" fmla="*/ 27 w 108"/>
                <a:gd name="T17" fmla="*/ 3 h 62"/>
                <a:gd name="T18" fmla="*/ 1 w 108"/>
                <a:gd name="T19" fmla="*/ 26 h 62"/>
                <a:gd name="T20" fmla="*/ 0 w 108"/>
                <a:gd name="T21" fmla="*/ 31 h 62"/>
                <a:gd name="T22" fmla="*/ 1 w 108"/>
                <a:gd name="T23" fmla="*/ 36 h 62"/>
                <a:gd name="T24" fmla="*/ 1 w 108"/>
                <a:gd name="T25" fmla="*/ 37 h 62"/>
                <a:gd name="T26" fmla="*/ 2 w 108"/>
                <a:gd name="T27" fmla="*/ 37 h 62"/>
                <a:gd name="T28" fmla="*/ 2 w 108"/>
                <a:gd name="T29" fmla="*/ 36 h 62"/>
                <a:gd name="T30" fmla="*/ 19 w 108"/>
                <a:gd name="T31" fmla="*/ 51 h 62"/>
                <a:gd name="T32" fmla="*/ 61 w 108"/>
                <a:gd name="T33" fmla="*/ 58 h 62"/>
                <a:gd name="T34" fmla="*/ 104 w 108"/>
                <a:gd name="T35" fmla="*/ 30 h 62"/>
                <a:gd name="T36" fmla="*/ 108 w 108"/>
                <a:gd name="T37" fmla="*/ 23 h 62"/>
                <a:gd name="T38" fmla="*/ 107 w 108"/>
                <a:gd name="T39" fmla="*/ 2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8" h="62">
                  <a:moveTo>
                    <a:pt x="107" y="23"/>
                  </a:moveTo>
                  <a:cubicBezTo>
                    <a:pt x="104" y="27"/>
                    <a:pt x="100" y="30"/>
                    <a:pt x="95" y="31"/>
                  </a:cubicBezTo>
                  <a:cubicBezTo>
                    <a:pt x="99" y="27"/>
                    <a:pt x="103" y="21"/>
                    <a:pt x="102" y="16"/>
                  </a:cubicBezTo>
                  <a:cubicBezTo>
                    <a:pt x="102" y="15"/>
                    <a:pt x="102" y="15"/>
                    <a:pt x="102" y="15"/>
                  </a:cubicBezTo>
                  <a:cubicBezTo>
                    <a:pt x="101" y="16"/>
                    <a:pt x="100" y="16"/>
                    <a:pt x="99" y="17"/>
                  </a:cubicBezTo>
                  <a:cubicBezTo>
                    <a:pt x="96" y="20"/>
                    <a:pt x="90" y="20"/>
                    <a:pt x="86" y="19"/>
                  </a:cubicBezTo>
                  <a:cubicBezTo>
                    <a:pt x="78" y="16"/>
                    <a:pt x="72" y="11"/>
                    <a:pt x="65" y="7"/>
                  </a:cubicBezTo>
                  <a:cubicBezTo>
                    <a:pt x="58" y="2"/>
                    <a:pt x="50" y="0"/>
                    <a:pt x="41" y="0"/>
                  </a:cubicBezTo>
                  <a:cubicBezTo>
                    <a:pt x="36" y="0"/>
                    <a:pt x="32" y="1"/>
                    <a:pt x="27" y="3"/>
                  </a:cubicBezTo>
                  <a:cubicBezTo>
                    <a:pt x="17" y="7"/>
                    <a:pt x="4" y="14"/>
                    <a:pt x="1" y="26"/>
                  </a:cubicBezTo>
                  <a:cubicBezTo>
                    <a:pt x="0" y="28"/>
                    <a:pt x="0" y="30"/>
                    <a:pt x="0" y="31"/>
                  </a:cubicBezTo>
                  <a:cubicBezTo>
                    <a:pt x="0" y="32"/>
                    <a:pt x="1" y="36"/>
                    <a:pt x="1" y="36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7"/>
                    <a:pt x="2" y="36"/>
                    <a:pt x="2" y="36"/>
                  </a:cubicBezTo>
                  <a:cubicBezTo>
                    <a:pt x="7" y="32"/>
                    <a:pt x="16" y="48"/>
                    <a:pt x="19" y="51"/>
                  </a:cubicBezTo>
                  <a:cubicBezTo>
                    <a:pt x="30" y="61"/>
                    <a:pt x="47" y="62"/>
                    <a:pt x="61" y="58"/>
                  </a:cubicBezTo>
                  <a:cubicBezTo>
                    <a:pt x="77" y="54"/>
                    <a:pt x="95" y="43"/>
                    <a:pt x="104" y="30"/>
                  </a:cubicBezTo>
                  <a:cubicBezTo>
                    <a:pt x="105" y="28"/>
                    <a:pt x="107" y="26"/>
                    <a:pt x="108" y="23"/>
                  </a:cubicBezTo>
                  <a:cubicBezTo>
                    <a:pt x="108" y="23"/>
                    <a:pt x="107" y="22"/>
                    <a:pt x="107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4" name="Freeform 278">
              <a:extLst>
                <a:ext uri="{FF2B5EF4-FFF2-40B4-BE49-F238E27FC236}">
                  <a16:creationId xmlns:a16="http://schemas.microsoft.com/office/drawing/2014/main" id="{90224452-C9A3-4696-A67A-8D2AEAA6D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8951" y="1258888"/>
              <a:ext cx="107950" cy="173038"/>
            </a:xfrm>
            <a:custGeom>
              <a:avLst/>
              <a:gdLst>
                <a:gd name="T0" fmla="*/ 4 w 29"/>
                <a:gd name="T1" fmla="*/ 22 h 46"/>
                <a:gd name="T2" fmla="*/ 22 w 29"/>
                <a:gd name="T3" fmla="*/ 17 h 46"/>
                <a:gd name="T4" fmla="*/ 9 w 29"/>
                <a:gd name="T5" fmla="*/ 45 h 46"/>
                <a:gd name="T6" fmla="*/ 4 w 29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4" y="22"/>
                  </a:moveTo>
                  <a:cubicBezTo>
                    <a:pt x="4" y="22"/>
                    <a:pt x="14" y="0"/>
                    <a:pt x="22" y="17"/>
                  </a:cubicBezTo>
                  <a:cubicBezTo>
                    <a:pt x="29" y="32"/>
                    <a:pt x="18" y="46"/>
                    <a:pt x="9" y="45"/>
                  </a:cubicBezTo>
                  <a:cubicBezTo>
                    <a:pt x="0" y="44"/>
                    <a:pt x="4" y="22"/>
                    <a:pt x="4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5" name="Freeform 279">
              <a:extLst>
                <a:ext uri="{FF2B5EF4-FFF2-40B4-BE49-F238E27FC236}">
                  <a16:creationId xmlns:a16="http://schemas.microsoft.com/office/drawing/2014/main" id="{FDC93672-2E09-44B6-875A-C638AFE02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5301" y="1301751"/>
              <a:ext cx="68263" cy="100013"/>
            </a:xfrm>
            <a:custGeom>
              <a:avLst/>
              <a:gdLst>
                <a:gd name="T0" fmla="*/ 3 w 18"/>
                <a:gd name="T1" fmla="*/ 15 h 27"/>
                <a:gd name="T2" fmla="*/ 14 w 18"/>
                <a:gd name="T3" fmla="*/ 5 h 27"/>
                <a:gd name="T4" fmla="*/ 18 w 18"/>
                <a:gd name="T5" fmla="*/ 18 h 27"/>
                <a:gd name="T6" fmla="*/ 10 w 18"/>
                <a:gd name="T7" fmla="*/ 15 h 27"/>
                <a:gd name="T8" fmla="*/ 5 w 18"/>
                <a:gd name="T9" fmla="*/ 25 h 27"/>
                <a:gd name="T10" fmla="*/ 3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3" y="15"/>
                  </a:moveTo>
                  <a:cubicBezTo>
                    <a:pt x="3" y="15"/>
                    <a:pt x="10" y="0"/>
                    <a:pt x="14" y="5"/>
                  </a:cubicBezTo>
                  <a:cubicBezTo>
                    <a:pt x="18" y="11"/>
                    <a:pt x="18" y="18"/>
                    <a:pt x="18" y="18"/>
                  </a:cubicBezTo>
                  <a:cubicBezTo>
                    <a:pt x="18" y="18"/>
                    <a:pt x="15" y="10"/>
                    <a:pt x="10" y="15"/>
                  </a:cubicBezTo>
                  <a:cubicBezTo>
                    <a:pt x="10" y="15"/>
                    <a:pt x="17" y="27"/>
                    <a:pt x="5" y="25"/>
                  </a:cubicBezTo>
                  <a:cubicBezTo>
                    <a:pt x="5" y="25"/>
                    <a:pt x="0" y="21"/>
                    <a:pt x="3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6" name="Freeform 280">
              <a:extLst>
                <a:ext uri="{FF2B5EF4-FFF2-40B4-BE49-F238E27FC236}">
                  <a16:creationId xmlns:a16="http://schemas.microsoft.com/office/drawing/2014/main" id="{00536D00-714A-4C87-8A0F-3C0AB19D3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9213" y="1147763"/>
              <a:ext cx="168275" cy="220663"/>
            </a:xfrm>
            <a:custGeom>
              <a:avLst/>
              <a:gdLst>
                <a:gd name="T0" fmla="*/ 44 w 45"/>
                <a:gd name="T1" fmla="*/ 4 h 59"/>
                <a:gd name="T2" fmla="*/ 37 w 45"/>
                <a:gd name="T3" fmla="*/ 32 h 59"/>
                <a:gd name="T4" fmla="*/ 29 w 45"/>
                <a:gd name="T5" fmla="*/ 59 h 59"/>
                <a:gd name="T6" fmla="*/ 32 w 45"/>
                <a:gd name="T7" fmla="*/ 2 h 59"/>
                <a:gd name="T8" fmla="*/ 44 w 45"/>
                <a:gd name="T9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9">
                  <a:moveTo>
                    <a:pt x="44" y="4"/>
                  </a:moveTo>
                  <a:cubicBezTo>
                    <a:pt x="44" y="4"/>
                    <a:pt x="45" y="23"/>
                    <a:pt x="37" y="32"/>
                  </a:cubicBezTo>
                  <a:cubicBezTo>
                    <a:pt x="29" y="41"/>
                    <a:pt x="29" y="59"/>
                    <a:pt x="29" y="59"/>
                  </a:cubicBezTo>
                  <a:cubicBezTo>
                    <a:pt x="29" y="59"/>
                    <a:pt x="0" y="23"/>
                    <a:pt x="32" y="2"/>
                  </a:cubicBezTo>
                  <a:cubicBezTo>
                    <a:pt x="32" y="2"/>
                    <a:pt x="39" y="0"/>
                    <a:pt x="44" y="4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7" name="Freeform 281">
              <a:extLst>
                <a:ext uri="{FF2B5EF4-FFF2-40B4-BE49-F238E27FC236}">
                  <a16:creationId xmlns:a16="http://schemas.microsoft.com/office/drawing/2014/main" id="{7064999D-A54A-48E1-B489-2BB62D902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6563" y="1128713"/>
              <a:ext cx="138113" cy="220663"/>
            </a:xfrm>
            <a:custGeom>
              <a:avLst/>
              <a:gdLst>
                <a:gd name="T0" fmla="*/ 3 w 37"/>
                <a:gd name="T1" fmla="*/ 17 h 59"/>
                <a:gd name="T2" fmla="*/ 19 w 37"/>
                <a:gd name="T3" fmla="*/ 59 h 59"/>
                <a:gd name="T4" fmla="*/ 19 w 37"/>
                <a:gd name="T5" fmla="*/ 8 h 59"/>
                <a:gd name="T6" fmla="*/ 3 w 37"/>
                <a:gd name="T7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3" y="17"/>
                  </a:moveTo>
                  <a:cubicBezTo>
                    <a:pt x="3" y="17"/>
                    <a:pt x="16" y="34"/>
                    <a:pt x="19" y="59"/>
                  </a:cubicBezTo>
                  <a:cubicBezTo>
                    <a:pt x="19" y="59"/>
                    <a:pt x="37" y="32"/>
                    <a:pt x="19" y="8"/>
                  </a:cubicBezTo>
                  <a:cubicBezTo>
                    <a:pt x="19" y="8"/>
                    <a:pt x="0" y="0"/>
                    <a:pt x="3" y="17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8" name="Freeform 282">
              <a:extLst>
                <a:ext uri="{FF2B5EF4-FFF2-40B4-BE49-F238E27FC236}">
                  <a16:creationId xmlns:a16="http://schemas.microsoft.com/office/drawing/2014/main" id="{EC5184D2-B6EC-4446-8CB3-E4D911547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3501" y="1271588"/>
              <a:ext cx="109538" cy="171450"/>
            </a:xfrm>
            <a:custGeom>
              <a:avLst/>
              <a:gdLst>
                <a:gd name="T0" fmla="*/ 25 w 29"/>
                <a:gd name="T1" fmla="*/ 23 h 46"/>
                <a:gd name="T2" fmla="*/ 7 w 29"/>
                <a:gd name="T3" fmla="*/ 18 h 46"/>
                <a:gd name="T4" fmla="*/ 20 w 29"/>
                <a:gd name="T5" fmla="*/ 45 h 46"/>
                <a:gd name="T6" fmla="*/ 25 w 29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25" y="23"/>
                  </a:moveTo>
                  <a:cubicBezTo>
                    <a:pt x="25" y="23"/>
                    <a:pt x="15" y="0"/>
                    <a:pt x="7" y="18"/>
                  </a:cubicBezTo>
                  <a:cubicBezTo>
                    <a:pt x="0" y="32"/>
                    <a:pt x="11" y="46"/>
                    <a:pt x="20" y="45"/>
                  </a:cubicBezTo>
                  <a:cubicBezTo>
                    <a:pt x="29" y="44"/>
                    <a:pt x="25" y="23"/>
                    <a:pt x="25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9" name="Freeform 283">
              <a:extLst>
                <a:ext uri="{FF2B5EF4-FFF2-40B4-BE49-F238E27FC236}">
                  <a16:creationId xmlns:a16="http://schemas.microsoft.com/office/drawing/2014/main" id="{5EE12A20-B68D-463A-9FEE-43D33D069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8426" y="1316038"/>
              <a:ext cx="71438" cy="101600"/>
            </a:xfrm>
            <a:custGeom>
              <a:avLst/>
              <a:gdLst>
                <a:gd name="T0" fmla="*/ 16 w 19"/>
                <a:gd name="T1" fmla="*/ 14 h 27"/>
                <a:gd name="T2" fmla="*/ 4 w 19"/>
                <a:gd name="T3" fmla="*/ 5 h 27"/>
                <a:gd name="T4" fmla="*/ 0 w 19"/>
                <a:gd name="T5" fmla="*/ 17 h 27"/>
                <a:gd name="T6" fmla="*/ 9 w 19"/>
                <a:gd name="T7" fmla="*/ 15 h 27"/>
                <a:gd name="T8" fmla="*/ 13 w 19"/>
                <a:gd name="T9" fmla="*/ 24 h 27"/>
                <a:gd name="T10" fmla="*/ 16 w 19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16" y="14"/>
                  </a:moveTo>
                  <a:cubicBezTo>
                    <a:pt x="16" y="14"/>
                    <a:pt x="8" y="0"/>
                    <a:pt x="4" y="5"/>
                  </a:cubicBezTo>
                  <a:cubicBezTo>
                    <a:pt x="0" y="10"/>
                    <a:pt x="0" y="17"/>
                    <a:pt x="0" y="17"/>
                  </a:cubicBezTo>
                  <a:cubicBezTo>
                    <a:pt x="0" y="17"/>
                    <a:pt x="3" y="10"/>
                    <a:pt x="9" y="15"/>
                  </a:cubicBezTo>
                  <a:cubicBezTo>
                    <a:pt x="9" y="15"/>
                    <a:pt x="1" y="27"/>
                    <a:pt x="13" y="24"/>
                  </a:cubicBezTo>
                  <a:cubicBezTo>
                    <a:pt x="13" y="24"/>
                    <a:pt x="19" y="21"/>
                    <a:pt x="16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2" name="Freeform 286">
              <a:extLst>
                <a:ext uri="{FF2B5EF4-FFF2-40B4-BE49-F238E27FC236}">
                  <a16:creationId xmlns:a16="http://schemas.microsoft.com/office/drawing/2014/main" id="{953255AC-7070-435D-A4C1-08171A6869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13988" y="1285876"/>
              <a:ext cx="368300" cy="146050"/>
            </a:xfrm>
            <a:custGeom>
              <a:avLst/>
              <a:gdLst>
                <a:gd name="T0" fmla="*/ 94 w 98"/>
                <a:gd name="T1" fmla="*/ 26 h 39"/>
                <a:gd name="T2" fmla="*/ 97 w 98"/>
                <a:gd name="T3" fmla="*/ 8 h 39"/>
                <a:gd name="T4" fmla="*/ 97 w 98"/>
                <a:gd name="T5" fmla="*/ 7 h 39"/>
                <a:gd name="T6" fmla="*/ 96 w 98"/>
                <a:gd name="T7" fmla="*/ 7 h 39"/>
                <a:gd name="T8" fmla="*/ 59 w 98"/>
                <a:gd name="T9" fmla="*/ 8 h 39"/>
                <a:gd name="T10" fmla="*/ 53 w 98"/>
                <a:gd name="T11" fmla="*/ 11 h 39"/>
                <a:gd name="T12" fmla="*/ 53 w 98"/>
                <a:gd name="T13" fmla="*/ 11 h 39"/>
                <a:gd name="T14" fmla="*/ 46 w 98"/>
                <a:gd name="T15" fmla="*/ 11 h 39"/>
                <a:gd name="T16" fmla="*/ 46 w 98"/>
                <a:gd name="T17" fmla="*/ 11 h 39"/>
                <a:gd name="T18" fmla="*/ 45 w 98"/>
                <a:gd name="T19" fmla="*/ 10 h 39"/>
                <a:gd name="T20" fmla="*/ 39 w 98"/>
                <a:gd name="T21" fmla="*/ 8 h 39"/>
                <a:gd name="T22" fmla="*/ 2 w 98"/>
                <a:gd name="T23" fmla="*/ 9 h 39"/>
                <a:gd name="T24" fmla="*/ 1 w 98"/>
                <a:gd name="T25" fmla="*/ 9 h 39"/>
                <a:gd name="T26" fmla="*/ 1 w 98"/>
                <a:gd name="T27" fmla="*/ 10 h 39"/>
                <a:gd name="T28" fmla="*/ 4 w 98"/>
                <a:gd name="T29" fmla="*/ 27 h 39"/>
                <a:gd name="T30" fmla="*/ 14 w 98"/>
                <a:gd name="T31" fmla="*/ 36 h 39"/>
                <a:gd name="T32" fmla="*/ 26 w 98"/>
                <a:gd name="T33" fmla="*/ 38 h 39"/>
                <a:gd name="T34" fmla="*/ 44 w 98"/>
                <a:gd name="T35" fmla="*/ 26 h 39"/>
                <a:gd name="T36" fmla="*/ 44 w 98"/>
                <a:gd name="T37" fmla="*/ 25 h 39"/>
                <a:gd name="T38" fmla="*/ 46 w 98"/>
                <a:gd name="T39" fmla="*/ 17 h 39"/>
                <a:gd name="T40" fmla="*/ 52 w 98"/>
                <a:gd name="T41" fmla="*/ 17 h 39"/>
                <a:gd name="T42" fmla="*/ 55 w 98"/>
                <a:gd name="T43" fmla="*/ 26 h 39"/>
                <a:gd name="T44" fmla="*/ 55 w 98"/>
                <a:gd name="T45" fmla="*/ 27 h 39"/>
                <a:gd name="T46" fmla="*/ 73 w 98"/>
                <a:gd name="T47" fmla="*/ 38 h 39"/>
                <a:gd name="T48" fmla="*/ 85 w 98"/>
                <a:gd name="T49" fmla="*/ 35 h 39"/>
                <a:gd name="T50" fmla="*/ 94 w 98"/>
                <a:gd name="T51" fmla="*/ 26 h 39"/>
                <a:gd name="T52" fmla="*/ 26 w 98"/>
                <a:gd name="T53" fmla="*/ 34 h 39"/>
                <a:gd name="T54" fmla="*/ 16 w 98"/>
                <a:gd name="T55" fmla="*/ 33 h 39"/>
                <a:gd name="T56" fmla="*/ 8 w 98"/>
                <a:gd name="T57" fmla="*/ 26 h 39"/>
                <a:gd name="T58" fmla="*/ 5 w 98"/>
                <a:gd name="T59" fmla="*/ 12 h 39"/>
                <a:gd name="T60" fmla="*/ 37 w 98"/>
                <a:gd name="T61" fmla="*/ 11 h 39"/>
                <a:gd name="T62" fmla="*/ 42 w 98"/>
                <a:gd name="T63" fmla="*/ 13 h 39"/>
                <a:gd name="T64" fmla="*/ 40 w 98"/>
                <a:gd name="T65" fmla="*/ 24 h 39"/>
                <a:gd name="T66" fmla="*/ 40 w 98"/>
                <a:gd name="T67" fmla="*/ 24 h 39"/>
                <a:gd name="T68" fmla="*/ 26 w 98"/>
                <a:gd name="T69" fmla="*/ 34 h 39"/>
                <a:gd name="T70" fmla="*/ 83 w 98"/>
                <a:gd name="T71" fmla="*/ 32 h 39"/>
                <a:gd name="T72" fmla="*/ 74 w 98"/>
                <a:gd name="T73" fmla="*/ 34 h 39"/>
                <a:gd name="T74" fmla="*/ 59 w 98"/>
                <a:gd name="T75" fmla="*/ 25 h 39"/>
                <a:gd name="T76" fmla="*/ 58 w 98"/>
                <a:gd name="T77" fmla="*/ 24 h 39"/>
                <a:gd name="T78" fmla="*/ 56 w 98"/>
                <a:gd name="T79" fmla="*/ 14 h 39"/>
                <a:gd name="T80" fmla="*/ 60 w 98"/>
                <a:gd name="T81" fmla="*/ 12 h 39"/>
                <a:gd name="T82" fmla="*/ 93 w 98"/>
                <a:gd name="T83" fmla="*/ 10 h 39"/>
                <a:gd name="T84" fmla="*/ 90 w 98"/>
                <a:gd name="T85" fmla="*/ 24 h 39"/>
                <a:gd name="T86" fmla="*/ 83 w 98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" h="39">
                  <a:moveTo>
                    <a:pt x="94" y="26"/>
                  </a:moveTo>
                  <a:cubicBezTo>
                    <a:pt x="98" y="14"/>
                    <a:pt x="97" y="9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6"/>
                    <a:pt x="78" y="0"/>
                    <a:pt x="59" y="8"/>
                  </a:cubicBezTo>
                  <a:cubicBezTo>
                    <a:pt x="57" y="9"/>
                    <a:pt x="55" y="10"/>
                    <a:pt x="53" y="11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3" y="9"/>
                    <a:pt x="41" y="8"/>
                    <a:pt x="39" y="8"/>
                  </a:cubicBezTo>
                  <a:cubicBezTo>
                    <a:pt x="20" y="0"/>
                    <a:pt x="2" y="8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1"/>
                    <a:pt x="0" y="16"/>
                    <a:pt x="4" y="27"/>
                  </a:cubicBezTo>
                  <a:cubicBezTo>
                    <a:pt x="6" y="32"/>
                    <a:pt x="10" y="35"/>
                    <a:pt x="14" y="36"/>
                  </a:cubicBezTo>
                  <a:cubicBezTo>
                    <a:pt x="20" y="39"/>
                    <a:pt x="26" y="38"/>
                    <a:pt x="26" y="38"/>
                  </a:cubicBezTo>
                  <a:cubicBezTo>
                    <a:pt x="40" y="37"/>
                    <a:pt x="42" y="30"/>
                    <a:pt x="44" y="26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2"/>
                    <a:pt x="46" y="19"/>
                    <a:pt x="46" y="17"/>
                  </a:cubicBezTo>
                  <a:cubicBezTo>
                    <a:pt x="47" y="17"/>
                    <a:pt x="49" y="16"/>
                    <a:pt x="52" y="17"/>
                  </a:cubicBezTo>
                  <a:cubicBezTo>
                    <a:pt x="52" y="20"/>
                    <a:pt x="53" y="22"/>
                    <a:pt x="55" y="26"/>
                  </a:cubicBezTo>
                  <a:cubicBezTo>
                    <a:pt x="55" y="26"/>
                    <a:pt x="55" y="26"/>
                    <a:pt x="55" y="27"/>
                  </a:cubicBezTo>
                  <a:cubicBezTo>
                    <a:pt x="57" y="31"/>
                    <a:pt x="60" y="37"/>
                    <a:pt x="73" y="38"/>
                  </a:cubicBezTo>
                  <a:cubicBezTo>
                    <a:pt x="74" y="38"/>
                    <a:pt x="80" y="38"/>
                    <a:pt x="85" y="35"/>
                  </a:cubicBezTo>
                  <a:cubicBezTo>
                    <a:pt x="90" y="33"/>
                    <a:pt x="93" y="30"/>
                    <a:pt x="94" y="26"/>
                  </a:cubicBezTo>
                  <a:close/>
                  <a:moveTo>
                    <a:pt x="26" y="34"/>
                  </a:moveTo>
                  <a:cubicBezTo>
                    <a:pt x="26" y="34"/>
                    <a:pt x="20" y="35"/>
                    <a:pt x="16" y="33"/>
                  </a:cubicBezTo>
                  <a:cubicBezTo>
                    <a:pt x="12" y="31"/>
                    <a:pt x="10" y="29"/>
                    <a:pt x="8" y="26"/>
                  </a:cubicBezTo>
                  <a:cubicBezTo>
                    <a:pt x="5" y="18"/>
                    <a:pt x="5" y="14"/>
                    <a:pt x="5" y="12"/>
                  </a:cubicBezTo>
                  <a:cubicBezTo>
                    <a:pt x="8" y="10"/>
                    <a:pt x="22" y="6"/>
                    <a:pt x="37" y="11"/>
                  </a:cubicBezTo>
                  <a:cubicBezTo>
                    <a:pt x="39" y="12"/>
                    <a:pt x="41" y="13"/>
                    <a:pt x="42" y="13"/>
                  </a:cubicBezTo>
                  <a:cubicBezTo>
                    <a:pt x="42" y="15"/>
                    <a:pt x="42" y="19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8" y="28"/>
                    <a:pt x="37" y="33"/>
                    <a:pt x="26" y="34"/>
                  </a:cubicBezTo>
                  <a:close/>
                  <a:moveTo>
                    <a:pt x="83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2" y="33"/>
                    <a:pt x="60" y="29"/>
                    <a:pt x="59" y="25"/>
                  </a:cubicBezTo>
                  <a:cubicBezTo>
                    <a:pt x="59" y="25"/>
                    <a:pt x="59" y="24"/>
                    <a:pt x="58" y="24"/>
                  </a:cubicBezTo>
                  <a:cubicBezTo>
                    <a:pt x="56" y="20"/>
                    <a:pt x="56" y="16"/>
                    <a:pt x="56" y="14"/>
                  </a:cubicBezTo>
                  <a:cubicBezTo>
                    <a:pt x="57" y="13"/>
                    <a:pt x="59" y="13"/>
                    <a:pt x="60" y="12"/>
                  </a:cubicBezTo>
                  <a:cubicBezTo>
                    <a:pt x="75" y="5"/>
                    <a:pt x="89" y="9"/>
                    <a:pt x="93" y="10"/>
                  </a:cubicBezTo>
                  <a:cubicBezTo>
                    <a:pt x="93" y="12"/>
                    <a:pt x="93" y="16"/>
                    <a:pt x="90" y="24"/>
                  </a:cubicBezTo>
                  <a:cubicBezTo>
                    <a:pt x="89" y="28"/>
                    <a:pt x="87" y="30"/>
                    <a:pt x="83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3" name="Freeform 287">
              <a:extLst>
                <a:ext uri="{FF2B5EF4-FFF2-40B4-BE49-F238E27FC236}">
                  <a16:creationId xmlns:a16="http://schemas.microsoft.com/office/drawing/2014/main" id="{1938FF16-DC1A-4860-9284-1488054D9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5588" y="1458913"/>
              <a:ext cx="157163" cy="112713"/>
            </a:xfrm>
            <a:custGeom>
              <a:avLst/>
              <a:gdLst>
                <a:gd name="T0" fmla="*/ 0 w 42"/>
                <a:gd name="T1" fmla="*/ 4 h 30"/>
                <a:gd name="T2" fmla="*/ 42 w 42"/>
                <a:gd name="T3" fmla="*/ 0 h 30"/>
                <a:gd name="T4" fmla="*/ 0 w 42"/>
                <a:gd name="T5" fmla="*/ 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0">
                  <a:moveTo>
                    <a:pt x="0" y="4"/>
                  </a:moveTo>
                  <a:cubicBezTo>
                    <a:pt x="0" y="4"/>
                    <a:pt x="25" y="30"/>
                    <a:pt x="42" y="0"/>
                  </a:cubicBezTo>
                  <a:cubicBezTo>
                    <a:pt x="42" y="0"/>
                    <a:pt x="28" y="15"/>
                    <a:pt x="0" y="4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4" name="Rectangle 288">
              <a:extLst>
                <a:ext uri="{FF2B5EF4-FFF2-40B4-BE49-F238E27FC236}">
                  <a16:creationId xmlns:a16="http://schemas.microsoft.com/office/drawing/2014/main" id="{A5A2F672-9DBF-41F4-9FA1-D2E7AE810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6" y="2701926"/>
              <a:ext cx="495300" cy="300038"/>
            </a:xfrm>
            <a:prstGeom prst="rect">
              <a:avLst/>
            </a:pr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5" name="Freeform 289">
              <a:extLst>
                <a:ext uri="{FF2B5EF4-FFF2-40B4-BE49-F238E27FC236}">
                  <a16:creationId xmlns:a16="http://schemas.microsoft.com/office/drawing/2014/main" id="{2A674457-5405-4970-8C6D-07A8BED4A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9126" y="2597151"/>
              <a:ext cx="203200" cy="146050"/>
            </a:xfrm>
            <a:custGeom>
              <a:avLst/>
              <a:gdLst>
                <a:gd name="T0" fmla="*/ 12 w 54"/>
                <a:gd name="T1" fmla="*/ 39 h 39"/>
                <a:gd name="T2" fmla="*/ 12 w 54"/>
                <a:gd name="T3" fmla="*/ 13 h 39"/>
                <a:gd name="T4" fmla="*/ 13 w 54"/>
                <a:gd name="T5" fmla="*/ 12 h 39"/>
                <a:gd name="T6" fmla="*/ 42 w 54"/>
                <a:gd name="T7" fmla="*/ 12 h 39"/>
                <a:gd name="T8" fmla="*/ 43 w 54"/>
                <a:gd name="T9" fmla="*/ 13 h 39"/>
                <a:gd name="T10" fmla="*/ 43 w 54"/>
                <a:gd name="T11" fmla="*/ 39 h 39"/>
                <a:gd name="T12" fmla="*/ 54 w 54"/>
                <a:gd name="T13" fmla="*/ 39 h 39"/>
                <a:gd name="T14" fmla="*/ 54 w 54"/>
                <a:gd name="T15" fmla="*/ 13 h 39"/>
                <a:gd name="T16" fmla="*/ 42 w 54"/>
                <a:gd name="T17" fmla="*/ 0 h 39"/>
                <a:gd name="T18" fmla="*/ 13 w 54"/>
                <a:gd name="T19" fmla="*/ 0 h 39"/>
                <a:gd name="T20" fmla="*/ 0 w 54"/>
                <a:gd name="T21" fmla="*/ 13 h 39"/>
                <a:gd name="T22" fmla="*/ 0 w 54"/>
                <a:gd name="T23" fmla="*/ 39 h 39"/>
                <a:gd name="T24" fmla="*/ 12 w 54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" h="39">
                  <a:moveTo>
                    <a:pt x="12" y="39"/>
                  </a:moveTo>
                  <a:cubicBezTo>
                    <a:pt x="12" y="13"/>
                    <a:pt x="12" y="13"/>
                    <a:pt x="12" y="13"/>
                  </a:cubicBezTo>
                  <a:cubicBezTo>
                    <a:pt x="12" y="12"/>
                    <a:pt x="12" y="12"/>
                    <a:pt x="1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3" y="12"/>
                    <a:pt x="43" y="13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6"/>
                    <a:pt x="49" y="0"/>
                    <a:pt x="4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39"/>
                    <a:pt x="0" y="39"/>
                    <a:pt x="0" y="39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6" name="Rectangle 290">
              <a:extLst>
                <a:ext uri="{FF2B5EF4-FFF2-40B4-BE49-F238E27FC236}">
                  <a16:creationId xmlns:a16="http://schemas.microsoft.com/office/drawing/2014/main" id="{E92A487D-A868-4A18-932A-95C6DBF99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6" y="2701926"/>
              <a:ext cx="495300" cy="109538"/>
            </a:xfrm>
            <a:prstGeom prst="rect">
              <a:avLst/>
            </a:prstGeom>
            <a:solidFill>
              <a:srgbClr val="854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7" name="Rectangle 291">
              <a:extLst>
                <a:ext uri="{FF2B5EF4-FFF2-40B4-BE49-F238E27FC236}">
                  <a16:creationId xmlns:a16="http://schemas.microsoft.com/office/drawing/2014/main" id="{4CAFA47F-048D-4A37-ABBE-FA17398E6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2784476"/>
              <a:ext cx="66675" cy="6826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8" name="Freeform 292">
              <a:extLst>
                <a:ext uri="{FF2B5EF4-FFF2-40B4-BE49-F238E27FC236}">
                  <a16:creationId xmlns:a16="http://schemas.microsoft.com/office/drawing/2014/main" id="{BD3A4CB3-B742-4F32-BD3C-B87B107D0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1" y="2503488"/>
              <a:ext cx="165100" cy="187325"/>
            </a:xfrm>
            <a:custGeom>
              <a:avLst/>
              <a:gdLst>
                <a:gd name="T0" fmla="*/ 42 w 44"/>
                <a:gd name="T1" fmla="*/ 25 h 50"/>
                <a:gd name="T2" fmla="*/ 17 w 44"/>
                <a:gd name="T3" fmla="*/ 11 h 50"/>
                <a:gd name="T4" fmla="*/ 12 w 44"/>
                <a:gd name="T5" fmla="*/ 20 h 50"/>
                <a:gd name="T6" fmla="*/ 1 w 44"/>
                <a:gd name="T7" fmla="*/ 44 h 50"/>
                <a:gd name="T8" fmla="*/ 1 w 44"/>
                <a:gd name="T9" fmla="*/ 46 h 50"/>
                <a:gd name="T10" fmla="*/ 14 w 44"/>
                <a:gd name="T11" fmla="*/ 40 h 50"/>
                <a:gd name="T12" fmla="*/ 17 w 44"/>
                <a:gd name="T13" fmla="*/ 47 h 50"/>
                <a:gd name="T14" fmla="*/ 23 w 44"/>
                <a:gd name="T15" fmla="*/ 45 h 50"/>
                <a:gd name="T16" fmla="*/ 32 w 44"/>
                <a:gd name="T17" fmla="*/ 44 h 50"/>
                <a:gd name="T18" fmla="*/ 38 w 44"/>
                <a:gd name="T19" fmla="*/ 46 h 50"/>
                <a:gd name="T20" fmla="*/ 42 w 44"/>
                <a:gd name="T21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50">
                  <a:moveTo>
                    <a:pt x="42" y="25"/>
                  </a:moveTo>
                  <a:cubicBezTo>
                    <a:pt x="41" y="12"/>
                    <a:pt x="27" y="0"/>
                    <a:pt x="17" y="11"/>
                  </a:cubicBezTo>
                  <a:cubicBezTo>
                    <a:pt x="14" y="13"/>
                    <a:pt x="13" y="17"/>
                    <a:pt x="12" y="20"/>
                  </a:cubicBezTo>
                  <a:cubicBezTo>
                    <a:pt x="9" y="29"/>
                    <a:pt x="9" y="39"/>
                    <a:pt x="1" y="44"/>
                  </a:cubicBezTo>
                  <a:cubicBezTo>
                    <a:pt x="0" y="44"/>
                    <a:pt x="0" y="46"/>
                    <a:pt x="1" y="46"/>
                  </a:cubicBezTo>
                  <a:cubicBezTo>
                    <a:pt x="7" y="47"/>
                    <a:pt x="11" y="44"/>
                    <a:pt x="14" y="40"/>
                  </a:cubicBezTo>
                  <a:cubicBezTo>
                    <a:pt x="14" y="43"/>
                    <a:pt x="15" y="46"/>
                    <a:pt x="17" y="47"/>
                  </a:cubicBezTo>
                  <a:cubicBezTo>
                    <a:pt x="20" y="50"/>
                    <a:pt x="22" y="48"/>
                    <a:pt x="23" y="45"/>
                  </a:cubicBezTo>
                  <a:cubicBezTo>
                    <a:pt x="25" y="49"/>
                    <a:pt x="30" y="48"/>
                    <a:pt x="32" y="44"/>
                  </a:cubicBezTo>
                  <a:cubicBezTo>
                    <a:pt x="33" y="46"/>
                    <a:pt x="35" y="48"/>
                    <a:pt x="38" y="46"/>
                  </a:cubicBezTo>
                  <a:cubicBezTo>
                    <a:pt x="44" y="44"/>
                    <a:pt x="43" y="30"/>
                    <a:pt x="42" y="25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9" name="Freeform 293">
              <a:extLst>
                <a:ext uri="{FF2B5EF4-FFF2-40B4-BE49-F238E27FC236}">
                  <a16:creationId xmlns:a16="http://schemas.microsoft.com/office/drawing/2014/main" id="{EB3D0AF4-1ED0-4D2E-BBED-187D4802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4513" y="1709738"/>
              <a:ext cx="274638" cy="854075"/>
            </a:xfrm>
            <a:custGeom>
              <a:avLst/>
              <a:gdLst>
                <a:gd name="T0" fmla="*/ 68 w 73"/>
                <a:gd name="T1" fmla="*/ 227 h 227"/>
                <a:gd name="T2" fmla="*/ 12 w 73"/>
                <a:gd name="T3" fmla="*/ 0 h 227"/>
                <a:gd name="T4" fmla="*/ 1 w 73"/>
                <a:gd name="T5" fmla="*/ 72 h 227"/>
                <a:gd name="T6" fmla="*/ 34 w 73"/>
                <a:gd name="T7" fmla="*/ 227 h 227"/>
                <a:gd name="T8" fmla="*/ 68 w 73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227">
                  <a:moveTo>
                    <a:pt x="68" y="227"/>
                  </a:moveTo>
                  <a:cubicBezTo>
                    <a:pt x="73" y="49"/>
                    <a:pt x="12" y="0"/>
                    <a:pt x="12" y="0"/>
                  </a:cubicBezTo>
                  <a:cubicBezTo>
                    <a:pt x="0" y="13"/>
                    <a:pt x="1" y="72"/>
                    <a:pt x="1" y="72"/>
                  </a:cubicBezTo>
                  <a:cubicBezTo>
                    <a:pt x="20" y="97"/>
                    <a:pt x="30" y="192"/>
                    <a:pt x="34" y="227"/>
                  </a:cubicBezTo>
                  <a:lnTo>
                    <a:pt x="68" y="227"/>
                  </a:ln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0" name="Freeform 294">
              <a:extLst>
                <a:ext uri="{FF2B5EF4-FFF2-40B4-BE49-F238E27FC236}">
                  <a16:creationId xmlns:a16="http://schemas.microsoft.com/office/drawing/2014/main" id="{6D5F538E-F3AC-40DC-BFA4-4E184DB21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63" y="1176338"/>
              <a:ext cx="466725" cy="758825"/>
            </a:xfrm>
            <a:custGeom>
              <a:avLst/>
              <a:gdLst>
                <a:gd name="T0" fmla="*/ 114 w 124"/>
                <a:gd name="T1" fmla="*/ 144 h 202"/>
                <a:gd name="T2" fmla="*/ 53 w 124"/>
                <a:gd name="T3" fmla="*/ 92 h 202"/>
                <a:gd name="T4" fmla="*/ 44 w 124"/>
                <a:gd name="T5" fmla="*/ 0 h 202"/>
                <a:gd name="T6" fmla="*/ 7 w 124"/>
                <a:gd name="T7" fmla="*/ 0 h 202"/>
                <a:gd name="T8" fmla="*/ 17 w 124"/>
                <a:gd name="T9" fmla="*/ 118 h 202"/>
                <a:gd name="T10" fmla="*/ 118 w 124"/>
                <a:gd name="T11" fmla="*/ 202 h 202"/>
                <a:gd name="T12" fmla="*/ 114 w 124"/>
                <a:gd name="T13" fmla="*/ 144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4" h="202">
                  <a:moveTo>
                    <a:pt x="114" y="144"/>
                  </a:moveTo>
                  <a:cubicBezTo>
                    <a:pt x="114" y="144"/>
                    <a:pt x="61" y="115"/>
                    <a:pt x="53" y="92"/>
                  </a:cubicBezTo>
                  <a:cubicBezTo>
                    <a:pt x="46" y="71"/>
                    <a:pt x="44" y="12"/>
                    <a:pt x="4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18"/>
                    <a:pt x="0" y="87"/>
                    <a:pt x="17" y="118"/>
                  </a:cubicBezTo>
                  <a:cubicBezTo>
                    <a:pt x="38" y="155"/>
                    <a:pt x="118" y="202"/>
                    <a:pt x="118" y="202"/>
                  </a:cubicBezTo>
                  <a:cubicBezTo>
                    <a:pt x="118" y="202"/>
                    <a:pt x="124" y="165"/>
                    <a:pt x="114" y="144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693" name="Group 692">
            <a:extLst>
              <a:ext uri="{FF2B5EF4-FFF2-40B4-BE49-F238E27FC236}">
                <a16:creationId xmlns:a16="http://schemas.microsoft.com/office/drawing/2014/main" id="{0169F0AA-B0C1-4BEE-8FC1-89506825ACFA}"/>
              </a:ext>
            </a:extLst>
          </p:cNvPr>
          <p:cNvGrpSpPr/>
          <p:nvPr/>
        </p:nvGrpSpPr>
        <p:grpSpPr>
          <a:xfrm>
            <a:off x="1042458" y="403485"/>
            <a:ext cx="1023938" cy="2584450"/>
            <a:chOff x="3973513" y="1030288"/>
            <a:chExt cx="1023938" cy="2584450"/>
          </a:xfrm>
        </p:grpSpPr>
        <p:sp>
          <p:nvSpPr>
            <p:cNvPr id="381" name="Freeform 295">
              <a:extLst>
                <a:ext uri="{FF2B5EF4-FFF2-40B4-BE49-F238E27FC236}">
                  <a16:creationId xmlns:a16="http://schemas.microsoft.com/office/drawing/2014/main" id="{06EC561D-E588-46D5-91EC-A352334A2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588" y="3348038"/>
              <a:ext cx="173038" cy="217488"/>
            </a:xfrm>
            <a:custGeom>
              <a:avLst/>
              <a:gdLst>
                <a:gd name="T0" fmla="*/ 46 w 46"/>
                <a:gd name="T1" fmla="*/ 58 h 58"/>
                <a:gd name="T2" fmla="*/ 0 w 46"/>
                <a:gd name="T3" fmla="*/ 53 h 58"/>
                <a:gd name="T4" fmla="*/ 4 w 46"/>
                <a:gd name="T5" fmla="*/ 31 h 58"/>
                <a:gd name="T6" fmla="*/ 4 w 46"/>
                <a:gd name="T7" fmla="*/ 7 h 58"/>
                <a:gd name="T8" fmla="*/ 34 w 46"/>
                <a:gd name="T9" fmla="*/ 7 h 58"/>
                <a:gd name="T10" fmla="*/ 38 w 46"/>
                <a:gd name="T11" fmla="*/ 31 h 58"/>
                <a:gd name="T12" fmla="*/ 46 w 46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58">
                  <a:moveTo>
                    <a:pt x="46" y="58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2" y="50"/>
                    <a:pt x="3" y="39"/>
                    <a:pt x="4" y="31"/>
                  </a:cubicBezTo>
                  <a:cubicBezTo>
                    <a:pt x="5" y="21"/>
                    <a:pt x="4" y="7"/>
                    <a:pt x="4" y="7"/>
                  </a:cubicBezTo>
                  <a:cubicBezTo>
                    <a:pt x="4" y="7"/>
                    <a:pt x="34" y="0"/>
                    <a:pt x="34" y="7"/>
                  </a:cubicBezTo>
                  <a:cubicBezTo>
                    <a:pt x="34" y="15"/>
                    <a:pt x="36" y="24"/>
                    <a:pt x="38" y="31"/>
                  </a:cubicBezTo>
                  <a:cubicBezTo>
                    <a:pt x="41" y="44"/>
                    <a:pt x="46" y="58"/>
                    <a:pt x="46" y="58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2" name="Freeform 296">
              <a:extLst>
                <a:ext uri="{FF2B5EF4-FFF2-40B4-BE49-F238E27FC236}">
                  <a16:creationId xmlns:a16="http://schemas.microsoft.com/office/drawing/2014/main" id="{914BC899-73B9-4A91-9E0E-7CC324BE9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38" y="3498851"/>
              <a:ext cx="192088" cy="96838"/>
            </a:xfrm>
            <a:custGeom>
              <a:avLst/>
              <a:gdLst>
                <a:gd name="T0" fmla="*/ 51 w 51"/>
                <a:gd name="T1" fmla="*/ 21 h 26"/>
                <a:gd name="T2" fmla="*/ 51 w 51"/>
                <a:gd name="T3" fmla="*/ 20 h 26"/>
                <a:gd name="T4" fmla="*/ 50 w 51"/>
                <a:gd name="T5" fmla="*/ 26 h 26"/>
                <a:gd name="T6" fmla="*/ 2 w 51"/>
                <a:gd name="T7" fmla="*/ 26 h 26"/>
                <a:gd name="T8" fmla="*/ 0 w 51"/>
                <a:gd name="T9" fmla="*/ 20 h 26"/>
                <a:gd name="T10" fmla="*/ 0 w 51"/>
                <a:gd name="T11" fmla="*/ 21 h 26"/>
                <a:gd name="T12" fmla="*/ 26 w 51"/>
                <a:gd name="T13" fmla="*/ 0 h 26"/>
                <a:gd name="T14" fmla="*/ 51 w 51"/>
                <a:gd name="T15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26">
                  <a:moveTo>
                    <a:pt x="51" y="21"/>
                  </a:moveTo>
                  <a:cubicBezTo>
                    <a:pt x="51" y="22"/>
                    <a:pt x="51" y="20"/>
                    <a:pt x="51" y="20"/>
                  </a:cubicBezTo>
                  <a:cubicBezTo>
                    <a:pt x="51" y="23"/>
                    <a:pt x="51" y="22"/>
                    <a:pt x="50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2"/>
                    <a:pt x="0" y="23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0" y="9"/>
                    <a:pt x="11" y="0"/>
                    <a:pt x="26" y="0"/>
                  </a:cubicBezTo>
                  <a:cubicBezTo>
                    <a:pt x="40" y="0"/>
                    <a:pt x="51" y="10"/>
                    <a:pt x="51" y="2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3" name="Freeform 297">
              <a:extLst>
                <a:ext uri="{FF2B5EF4-FFF2-40B4-BE49-F238E27FC236}">
                  <a16:creationId xmlns:a16="http://schemas.microsoft.com/office/drawing/2014/main" id="{5280ACB7-E212-4CC9-AFEF-CF5ECC20C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876" y="3348038"/>
              <a:ext cx="128588" cy="123825"/>
            </a:xfrm>
            <a:custGeom>
              <a:avLst/>
              <a:gdLst>
                <a:gd name="T0" fmla="*/ 0 w 34"/>
                <a:gd name="T1" fmla="*/ 33 h 33"/>
                <a:gd name="T2" fmla="*/ 0 w 34"/>
                <a:gd name="T3" fmla="*/ 7 h 33"/>
                <a:gd name="T4" fmla="*/ 30 w 34"/>
                <a:gd name="T5" fmla="*/ 7 h 33"/>
                <a:gd name="T6" fmla="*/ 34 w 34"/>
                <a:gd name="T7" fmla="*/ 33 h 33"/>
                <a:gd name="T8" fmla="*/ 0 w 34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3">
                  <a:moveTo>
                    <a:pt x="0" y="33"/>
                  </a:moveTo>
                  <a:cubicBezTo>
                    <a:pt x="1" y="22"/>
                    <a:pt x="0" y="7"/>
                    <a:pt x="0" y="7"/>
                  </a:cubicBezTo>
                  <a:cubicBezTo>
                    <a:pt x="0" y="7"/>
                    <a:pt x="30" y="0"/>
                    <a:pt x="30" y="7"/>
                  </a:cubicBezTo>
                  <a:cubicBezTo>
                    <a:pt x="30" y="15"/>
                    <a:pt x="32" y="22"/>
                    <a:pt x="34" y="33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4" name="Freeform 298">
              <a:extLst>
                <a:ext uri="{FF2B5EF4-FFF2-40B4-BE49-F238E27FC236}">
                  <a16:creationId xmlns:a16="http://schemas.microsoft.com/office/drawing/2014/main" id="{170602A8-B956-4398-BAE2-85E73B2E8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38" y="3573463"/>
              <a:ext cx="192088" cy="14288"/>
            </a:xfrm>
            <a:custGeom>
              <a:avLst/>
              <a:gdLst>
                <a:gd name="T0" fmla="*/ 51 w 51"/>
                <a:gd name="T1" fmla="*/ 0 h 4"/>
                <a:gd name="T2" fmla="*/ 50 w 51"/>
                <a:gd name="T3" fmla="*/ 4 h 4"/>
                <a:gd name="T4" fmla="*/ 2 w 51"/>
                <a:gd name="T5" fmla="*/ 4 h 4"/>
                <a:gd name="T6" fmla="*/ 0 w 51"/>
                <a:gd name="T7" fmla="*/ 0 h 4"/>
                <a:gd name="T8" fmla="*/ 51 w 51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">
                  <a:moveTo>
                    <a:pt x="51" y="0"/>
                  </a:moveTo>
                  <a:cubicBezTo>
                    <a:pt x="51" y="0"/>
                    <a:pt x="51" y="4"/>
                    <a:pt x="5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0"/>
                    <a:pt x="0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5" name="Freeform 299">
              <a:extLst>
                <a:ext uri="{FF2B5EF4-FFF2-40B4-BE49-F238E27FC236}">
                  <a16:creationId xmlns:a16="http://schemas.microsoft.com/office/drawing/2014/main" id="{184E12B0-3235-4AB3-8A70-26E7A3BBC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801" y="3494088"/>
              <a:ext cx="63500" cy="26988"/>
            </a:xfrm>
            <a:custGeom>
              <a:avLst/>
              <a:gdLst>
                <a:gd name="T0" fmla="*/ 16 w 17"/>
                <a:gd name="T1" fmla="*/ 5 h 7"/>
                <a:gd name="T2" fmla="*/ 0 w 17"/>
                <a:gd name="T3" fmla="*/ 5 h 7"/>
                <a:gd name="T4" fmla="*/ 1 w 17"/>
                <a:gd name="T5" fmla="*/ 7 h 7"/>
                <a:gd name="T6" fmla="*/ 8 w 17"/>
                <a:gd name="T7" fmla="*/ 5 h 7"/>
                <a:gd name="T8" fmla="*/ 16 w 17"/>
                <a:gd name="T9" fmla="*/ 7 h 7"/>
                <a:gd name="T10" fmla="*/ 16 w 17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7">
                  <a:moveTo>
                    <a:pt x="16" y="5"/>
                  </a:moveTo>
                  <a:cubicBezTo>
                    <a:pt x="13" y="0"/>
                    <a:pt x="4" y="2"/>
                    <a:pt x="0" y="5"/>
                  </a:cubicBezTo>
                  <a:cubicBezTo>
                    <a:pt x="0" y="6"/>
                    <a:pt x="0" y="7"/>
                    <a:pt x="1" y="7"/>
                  </a:cubicBezTo>
                  <a:cubicBezTo>
                    <a:pt x="4" y="6"/>
                    <a:pt x="6" y="5"/>
                    <a:pt x="8" y="5"/>
                  </a:cubicBezTo>
                  <a:cubicBezTo>
                    <a:pt x="11" y="5"/>
                    <a:pt x="13" y="6"/>
                    <a:pt x="16" y="7"/>
                  </a:cubicBezTo>
                  <a:cubicBezTo>
                    <a:pt x="16" y="7"/>
                    <a:pt x="17" y="6"/>
                    <a:pt x="16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6" name="Freeform 300">
              <a:extLst>
                <a:ext uri="{FF2B5EF4-FFF2-40B4-BE49-F238E27FC236}">
                  <a16:creationId xmlns:a16="http://schemas.microsoft.com/office/drawing/2014/main" id="{0A4D2871-0DCC-44EF-8DA2-82FAF0066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038" y="3521076"/>
              <a:ext cx="65088" cy="22225"/>
            </a:xfrm>
            <a:custGeom>
              <a:avLst/>
              <a:gdLst>
                <a:gd name="T0" fmla="*/ 16 w 17"/>
                <a:gd name="T1" fmla="*/ 3 h 6"/>
                <a:gd name="T2" fmla="*/ 1 w 17"/>
                <a:gd name="T3" fmla="*/ 4 h 6"/>
                <a:gd name="T4" fmla="*/ 1 w 17"/>
                <a:gd name="T5" fmla="*/ 5 h 6"/>
                <a:gd name="T6" fmla="*/ 9 w 17"/>
                <a:gd name="T7" fmla="*/ 4 h 6"/>
                <a:gd name="T8" fmla="*/ 16 w 17"/>
                <a:gd name="T9" fmla="*/ 5 h 6"/>
                <a:gd name="T10" fmla="*/ 16 w 17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6" y="3"/>
                  </a:moveTo>
                  <a:cubicBezTo>
                    <a:pt x="12" y="1"/>
                    <a:pt x="4" y="0"/>
                    <a:pt x="1" y="4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4" y="4"/>
                    <a:pt x="6" y="4"/>
                    <a:pt x="9" y="4"/>
                  </a:cubicBezTo>
                  <a:cubicBezTo>
                    <a:pt x="11" y="4"/>
                    <a:pt x="13" y="6"/>
                    <a:pt x="16" y="5"/>
                  </a:cubicBezTo>
                  <a:cubicBezTo>
                    <a:pt x="17" y="5"/>
                    <a:pt x="17" y="4"/>
                    <a:pt x="16" y="3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7" name="Freeform 301">
              <a:extLst>
                <a:ext uri="{FF2B5EF4-FFF2-40B4-BE49-F238E27FC236}">
                  <a16:creationId xmlns:a16="http://schemas.microsoft.com/office/drawing/2014/main" id="{676266B7-E0AD-4EA7-A67D-F29AB8154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076" y="3392488"/>
              <a:ext cx="301625" cy="222250"/>
            </a:xfrm>
            <a:custGeom>
              <a:avLst/>
              <a:gdLst>
                <a:gd name="T0" fmla="*/ 80 w 80"/>
                <a:gd name="T1" fmla="*/ 49 h 59"/>
                <a:gd name="T2" fmla="*/ 78 w 80"/>
                <a:gd name="T3" fmla="*/ 55 h 59"/>
                <a:gd name="T4" fmla="*/ 1 w 80"/>
                <a:gd name="T5" fmla="*/ 56 h 59"/>
                <a:gd name="T6" fmla="*/ 1 w 80"/>
                <a:gd name="T7" fmla="*/ 54 h 59"/>
                <a:gd name="T8" fmla="*/ 2 w 80"/>
                <a:gd name="T9" fmla="*/ 51 h 59"/>
                <a:gd name="T10" fmla="*/ 31 w 80"/>
                <a:gd name="T11" fmla="*/ 37 h 59"/>
                <a:gd name="T12" fmla="*/ 39 w 80"/>
                <a:gd name="T13" fmla="*/ 33 h 59"/>
                <a:gd name="T14" fmla="*/ 45 w 80"/>
                <a:gd name="T15" fmla="*/ 24 h 59"/>
                <a:gd name="T16" fmla="*/ 48 w 80"/>
                <a:gd name="T17" fmla="*/ 0 h 59"/>
                <a:gd name="T18" fmla="*/ 78 w 80"/>
                <a:gd name="T19" fmla="*/ 0 h 59"/>
                <a:gd name="T20" fmla="*/ 80 w 80"/>
                <a:gd name="T21" fmla="*/ 24 h 59"/>
                <a:gd name="T22" fmla="*/ 80 w 80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59">
                  <a:moveTo>
                    <a:pt x="80" y="49"/>
                  </a:moveTo>
                  <a:cubicBezTo>
                    <a:pt x="79" y="52"/>
                    <a:pt x="79" y="54"/>
                    <a:pt x="78" y="55"/>
                  </a:cubicBezTo>
                  <a:cubicBezTo>
                    <a:pt x="78" y="55"/>
                    <a:pt x="6" y="59"/>
                    <a:pt x="1" y="56"/>
                  </a:cubicBezTo>
                  <a:cubicBezTo>
                    <a:pt x="0" y="56"/>
                    <a:pt x="0" y="55"/>
                    <a:pt x="1" y="54"/>
                  </a:cubicBezTo>
                  <a:cubicBezTo>
                    <a:pt x="1" y="53"/>
                    <a:pt x="2" y="52"/>
                    <a:pt x="2" y="51"/>
                  </a:cubicBezTo>
                  <a:cubicBezTo>
                    <a:pt x="5" y="45"/>
                    <a:pt x="12" y="36"/>
                    <a:pt x="31" y="37"/>
                  </a:cubicBezTo>
                  <a:cubicBezTo>
                    <a:pt x="35" y="35"/>
                    <a:pt x="37" y="34"/>
                    <a:pt x="39" y="33"/>
                  </a:cubicBezTo>
                  <a:cubicBezTo>
                    <a:pt x="42" y="32"/>
                    <a:pt x="43" y="28"/>
                    <a:pt x="45" y="24"/>
                  </a:cubicBezTo>
                  <a:cubicBezTo>
                    <a:pt x="48" y="15"/>
                    <a:pt x="48" y="2"/>
                    <a:pt x="4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9" y="11"/>
                    <a:pt x="80" y="24"/>
                  </a:cubicBezTo>
                  <a:cubicBezTo>
                    <a:pt x="80" y="33"/>
                    <a:pt x="80" y="42"/>
                    <a:pt x="80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8" name="Freeform 302">
              <a:extLst>
                <a:ext uri="{FF2B5EF4-FFF2-40B4-BE49-F238E27FC236}">
                  <a16:creationId xmlns:a16="http://schemas.microsoft.com/office/drawing/2014/main" id="{3A9D45C6-0628-49DF-A72E-5531F1096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938" y="3392488"/>
              <a:ext cx="131763" cy="90488"/>
            </a:xfrm>
            <a:custGeom>
              <a:avLst/>
              <a:gdLst>
                <a:gd name="T0" fmla="*/ 0 w 35"/>
                <a:gd name="T1" fmla="*/ 24 h 24"/>
                <a:gd name="T2" fmla="*/ 3 w 35"/>
                <a:gd name="T3" fmla="*/ 0 h 24"/>
                <a:gd name="T4" fmla="*/ 33 w 35"/>
                <a:gd name="T5" fmla="*/ 0 h 24"/>
                <a:gd name="T6" fmla="*/ 35 w 35"/>
                <a:gd name="T7" fmla="*/ 24 h 24"/>
                <a:gd name="T8" fmla="*/ 0 w 35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4">
                  <a:moveTo>
                    <a:pt x="0" y="24"/>
                  </a:moveTo>
                  <a:cubicBezTo>
                    <a:pt x="3" y="10"/>
                    <a:pt x="3" y="2"/>
                    <a:pt x="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4" y="10"/>
                    <a:pt x="35" y="24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9" name="Freeform 303">
              <a:extLst>
                <a:ext uri="{FF2B5EF4-FFF2-40B4-BE49-F238E27FC236}">
                  <a16:creationId xmlns:a16="http://schemas.microsoft.com/office/drawing/2014/main" id="{9259F93D-67A4-4CCD-99DE-947BB8A6D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076" y="3576638"/>
              <a:ext cx="301625" cy="38100"/>
            </a:xfrm>
            <a:custGeom>
              <a:avLst/>
              <a:gdLst>
                <a:gd name="T0" fmla="*/ 80 w 80"/>
                <a:gd name="T1" fmla="*/ 0 h 10"/>
                <a:gd name="T2" fmla="*/ 78 w 80"/>
                <a:gd name="T3" fmla="*/ 6 h 10"/>
                <a:gd name="T4" fmla="*/ 1 w 80"/>
                <a:gd name="T5" fmla="*/ 7 h 10"/>
                <a:gd name="T6" fmla="*/ 1 w 80"/>
                <a:gd name="T7" fmla="*/ 5 h 10"/>
                <a:gd name="T8" fmla="*/ 2 w 80"/>
                <a:gd name="T9" fmla="*/ 2 h 10"/>
                <a:gd name="T10" fmla="*/ 80 w 8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10">
                  <a:moveTo>
                    <a:pt x="80" y="0"/>
                  </a:moveTo>
                  <a:cubicBezTo>
                    <a:pt x="79" y="3"/>
                    <a:pt x="79" y="5"/>
                    <a:pt x="78" y="6"/>
                  </a:cubicBezTo>
                  <a:cubicBezTo>
                    <a:pt x="78" y="6"/>
                    <a:pt x="6" y="10"/>
                    <a:pt x="1" y="7"/>
                  </a:cubicBezTo>
                  <a:cubicBezTo>
                    <a:pt x="0" y="7"/>
                    <a:pt x="0" y="6"/>
                    <a:pt x="1" y="5"/>
                  </a:cubicBezTo>
                  <a:cubicBezTo>
                    <a:pt x="1" y="4"/>
                    <a:pt x="2" y="3"/>
                    <a:pt x="2" y="2"/>
                  </a:cubicBezTo>
                  <a:cubicBezTo>
                    <a:pt x="15" y="2"/>
                    <a:pt x="60" y="3"/>
                    <a:pt x="80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0" name="Freeform 304">
              <a:extLst>
                <a:ext uri="{FF2B5EF4-FFF2-40B4-BE49-F238E27FC236}">
                  <a16:creationId xmlns:a16="http://schemas.microsoft.com/office/drawing/2014/main" id="{8F8106EB-E3C5-493D-90B4-3BDB6C681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438" y="3521076"/>
              <a:ext cx="41275" cy="22225"/>
            </a:xfrm>
            <a:custGeom>
              <a:avLst/>
              <a:gdLst>
                <a:gd name="T0" fmla="*/ 11 w 11"/>
                <a:gd name="T1" fmla="*/ 5 h 6"/>
                <a:gd name="T2" fmla="*/ 1 w 11"/>
                <a:gd name="T3" fmla="*/ 2 h 6"/>
                <a:gd name="T4" fmla="*/ 1 w 11"/>
                <a:gd name="T5" fmla="*/ 3 h 6"/>
                <a:gd name="T6" fmla="*/ 5 w 11"/>
                <a:gd name="T7" fmla="*/ 3 h 6"/>
                <a:gd name="T8" fmla="*/ 9 w 11"/>
                <a:gd name="T9" fmla="*/ 6 h 6"/>
                <a:gd name="T10" fmla="*/ 11 w 11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11" y="5"/>
                  </a:moveTo>
                  <a:cubicBezTo>
                    <a:pt x="10" y="1"/>
                    <a:pt x="4" y="0"/>
                    <a:pt x="1" y="2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2" y="3"/>
                    <a:pt x="4" y="3"/>
                    <a:pt x="5" y="3"/>
                  </a:cubicBezTo>
                  <a:cubicBezTo>
                    <a:pt x="7" y="4"/>
                    <a:pt x="7" y="5"/>
                    <a:pt x="9" y="6"/>
                  </a:cubicBezTo>
                  <a:cubicBezTo>
                    <a:pt x="10" y="6"/>
                    <a:pt x="11" y="6"/>
                    <a:pt x="11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1" name="Freeform 305">
              <a:extLst>
                <a:ext uri="{FF2B5EF4-FFF2-40B4-BE49-F238E27FC236}">
                  <a16:creationId xmlns:a16="http://schemas.microsoft.com/office/drawing/2014/main" id="{2A6DFC9C-6D19-4797-8904-DBECC9CA9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6" y="3502026"/>
              <a:ext cx="49213" cy="26988"/>
            </a:xfrm>
            <a:custGeom>
              <a:avLst/>
              <a:gdLst>
                <a:gd name="T0" fmla="*/ 12 w 13"/>
                <a:gd name="T1" fmla="*/ 5 h 7"/>
                <a:gd name="T2" fmla="*/ 6 w 13"/>
                <a:gd name="T3" fmla="*/ 1 h 7"/>
                <a:gd name="T4" fmla="*/ 0 w 13"/>
                <a:gd name="T5" fmla="*/ 4 h 7"/>
                <a:gd name="T6" fmla="*/ 1 w 13"/>
                <a:gd name="T7" fmla="*/ 4 h 7"/>
                <a:gd name="T8" fmla="*/ 4 w 13"/>
                <a:gd name="T9" fmla="*/ 3 h 7"/>
                <a:gd name="T10" fmla="*/ 8 w 13"/>
                <a:gd name="T11" fmla="*/ 5 h 7"/>
                <a:gd name="T12" fmla="*/ 11 w 13"/>
                <a:gd name="T13" fmla="*/ 7 h 7"/>
                <a:gd name="T14" fmla="*/ 12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2" y="5"/>
                  </a:moveTo>
                  <a:cubicBezTo>
                    <a:pt x="11" y="3"/>
                    <a:pt x="9" y="1"/>
                    <a:pt x="6" y="1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3"/>
                    <a:pt x="4" y="3"/>
                  </a:cubicBezTo>
                  <a:cubicBezTo>
                    <a:pt x="6" y="3"/>
                    <a:pt x="7" y="4"/>
                    <a:pt x="8" y="5"/>
                  </a:cubicBezTo>
                  <a:cubicBezTo>
                    <a:pt x="9" y="6"/>
                    <a:pt x="10" y="7"/>
                    <a:pt x="11" y="7"/>
                  </a:cubicBezTo>
                  <a:cubicBezTo>
                    <a:pt x="12" y="7"/>
                    <a:pt x="13" y="6"/>
                    <a:pt x="12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2" name="Freeform 306">
              <a:extLst>
                <a:ext uri="{FF2B5EF4-FFF2-40B4-BE49-F238E27FC236}">
                  <a16:creationId xmlns:a16="http://schemas.microsoft.com/office/drawing/2014/main" id="{8EED1CCA-052C-44EB-9181-1EFF7CAEC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438" y="1668463"/>
              <a:ext cx="506413" cy="657225"/>
            </a:xfrm>
            <a:custGeom>
              <a:avLst/>
              <a:gdLst>
                <a:gd name="T0" fmla="*/ 1 w 135"/>
                <a:gd name="T1" fmla="*/ 13 h 175"/>
                <a:gd name="T2" fmla="*/ 135 w 135"/>
                <a:gd name="T3" fmla="*/ 11 h 175"/>
                <a:gd name="T4" fmla="*/ 115 w 135"/>
                <a:gd name="T5" fmla="*/ 162 h 175"/>
                <a:gd name="T6" fmla="*/ 19 w 135"/>
                <a:gd name="T7" fmla="*/ 162 h 175"/>
                <a:gd name="T8" fmla="*/ 1 w 135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175">
                  <a:moveTo>
                    <a:pt x="1" y="13"/>
                  </a:moveTo>
                  <a:cubicBezTo>
                    <a:pt x="1" y="13"/>
                    <a:pt x="69" y="0"/>
                    <a:pt x="135" y="11"/>
                  </a:cubicBezTo>
                  <a:cubicBezTo>
                    <a:pt x="135" y="11"/>
                    <a:pt x="120" y="136"/>
                    <a:pt x="115" y="162"/>
                  </a:cubicBezTo>
                  <a:cubicBezTo>
                    <a:pt x="115" y="162"/>
                    <a:pt x="63" y="175"/>
                    <a:pt x="19" y="162"/>
                  </a:cubicBezTo>
                  <a:cubicBezTo>
                    <a:pt x="19" y="162"/>
                    <a:pt x="0" y="37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3" name="Freeform 307">
              <a:extLst>
                <a:ext uri="{FF2B5EF4-FFF2-40B4-BE49-F238E27FC236}">
                  <a16:creationId xmlns:a16="http://schemas.microsoft.com/office/drawing/2014/main" id="{43731592-7825-40AC-9A28-1BA72EBA1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476" y="1511301"/>
              <a:ext cx="152400" cy="255588"/>
            </a:xfrm>
            <a:custGeom>
              <a:avLst/>
              <a:gdLst>
                <a:gd name="T0" fmla="*/ 41 w 41"/>
                <a:gd name="T1" fmla="*/ 47 h 68"/>
                <a:gd name="T2" fmla="*/ 20 w 41"/>
                <a:gd name="T3" fmla="*/ 68 h 68"/>
                <a:gd name="T4" fmla="*/ 20 w 41"/>
                <a:gd name="T5" fmla="*/ 68 h 68"/>
                <a:gd name="T6" fmla="*/ 0 w 41"/>
                <a:gd name="T7" fmla="*/ 47 h 68"/>
                <a:gd name="T8" fmla="*/ 0 w 41"/>
                <a:gd name="T9" fmla="*/ 21 h 68"/>
                <a:gd name="T10" fmla="*/ 20 w 41"/>
                <a:gd name="T11" fmla="*/ 0 h 68"/>
                <a:gd name="T12" fmla="*/ 20 w 41"/>
                <a:gd name="T13" fmla="*/ 0 h 68"/>
                <a:gd name="T14" fmla="*/ 41 w 41"/>
                <a:gd name="T15" fmla="*/ 21 h 68"/>
                <a:gd name="T16" fmla="*/ 41 w 41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68">
                  <a:moveTo>
                    <a:pt x="41" y="47"/>
                  </a:moveTo>
                  <a:cubicBezTo>
                    <a:pt x="41" y="59"/>
                    <a:pt x="32" y="68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9" y="68"/>
                    <a:pt x="0" y="59"/>
                    <a:pt x="0" y="4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0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2" y="0"/>
                    <a:pt x="41" y="10"/>
                    <a:pt x="41" y="21"/>
                  </a:cubicBezTo>
                  <a:lnTo>
                    <a:pt x="41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4" name="Oval 308">
              <a:extLst>
                <a:ext uri="{FF2B5EF4-FFF2-40B4-BE49-F238E27FC236}">
                  <a16:creationId xmlns:a16="http://schemas.microsoft.com/office/drawing/2014/main" id="{B52DFABC-0252-44C0-8E7C-F8FE137F4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976" y="1816101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5" name="Oval 309">
              <a:extLst>
                <a:ext uri="{FF2B5EF4-FFF2-40B4-BE49-F238E27FC236}">
                  <a16:creationId xmlns:a16="http://schemas.microsoft.com/office/drawing/2014/main" id="{452E1360-3C2C-41EE-BB22-47A7CBFBD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976" y="1931988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6" name="Oval 310">
              <a:extLst>
                <a:ext uri="{FF2B5EF4-FFF2-40B4-BE49-F238E27FC236}">
                  <a16:creationId xmlns:a16="http://schemas.microsoft.com/office/drawing/2014/main" id="{96D46B7A-4D52-4C12-A032-D14BA1BC2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976" y="2165351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7" name="Oval 311">
              <a:extLst>
                <a:ext uri="{FF2B5EF4-FFF2-40B4-BE49-F238E27FC236}">
                  <a16:creationId xmlns:a16="http://schemas.microsoft.com/office/drawing/2014/main" id="{45C070B0-4FFE-4151-BABD-F6081874D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976" y="2047876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8" name="Freeform 312">
              <a:extLst>
                <a:ext uri="{FF2B5EF4-FFF2-40B4-BE49-F238E27FC236}">
                  <a16:creationId xmlns:a16="http://schemas.microsoft.com/office/drawing/2014/main" id="{E08BF3F8-DE7E-4680-88E9-49AC041F1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388" y="1643063"/>
              <a:ext cx="139700" cy="198438"/>
            </a:xfrm>
            <a:custGeom>
              <a:avLst/>
              <a:gdLst>
                <a:gd name="T0" fmla="*/ 16 w 37"/>
                <a:gd name="T1" fmla="*/ 0 h 53"/>
                <a:gd name="T2" fmla="*/ 0 w 37"/>
                <a:gd name="T3" fmla="*/ 17 h 53"/>
                <a:gd name="T4" fmla="*/ 14 w 37"/>
                <a:gd name="T5" fmla="*/ 53 h 53"/>
                <a:gd name="T6" fmla="*/ 37 w 37"/>
                <a:gd name="T7" fmla="*/ 33 h 53"/>
                <a:gd name="T8" fmla="*/ 16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19" y="14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9" name="Freeform 313">
              <a:extLst>
                <a:ext uri="{FF2B5EF4-FFF2-40B4-BE49-F238E27FC236}">
                  <a16:creationId xmlns:a16="http://schemas.microsoft.com/office/drawing/2014/main" id="{E93806C2-0568-4C4C-A62D-85A8CA673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088" y="1643063"/>
              <a:ext cx="138113" cy="198438"/>
            </a:xfrm>
            <a:custGeom>
              <a:avLst/>
              <a:gdLst>
                <a:gd name="T0" fmla="*/ 21 w 37"/>
                <a:gd name="T1" fmla="*/ 0 h 53"/>
                <a:gd name="T2" fmla="*/ 37 w 37"/>
                <a:gd name="T3" fmla="*/ 17 h 53"/>
                <a:gd name="T4" fmla="*/ 23 w 37"/>
                <a:gd name="T5" fmla="*/ 53 h 53"/>
                <a:gd name="T6" fmla="*/ 0 w 37"/>
                <a:gd name="T7" fmla="*/ 33 h 53"/>
                <a:gd name="T8" fmla="*/ 21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21" y="0"/>
                  </a:moveTo>
                  <a:cubicBezTo>
                    <a:pt x="37" y="17"/>
                    <a:pt x="37" y="17"/>
                    <a:pt x="37" y="17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8" y="14"/>
                    <a:pt x="21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0" name="Freeform 314">
              <a:extLst>
                <a:ext uri="{FF2B5EF4-FFF2-40B4-BE49-F238E27FC236}">
                  <a16:creationId xmlns:a16="http://schemas.microsoft.com/office/drawing/2014/main" id="{DCD37353-B91E-4A76-A3A8-800445B5E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826" y="2259013"/>
              <a:ext cx="415925" cy="1198563"/>
            </a:xfrm>
            <a:custGeom>
              <a:avLst/>
              <a:gdLst>
                <a:gd name="T0" fmla="*/ 109 w 111"/>
                <a:gd name="T1" fmla="*/ 315 h 319"/>
                <a:gd name="T2" fmla="*/ 70 w 111"/>
                <a:gd name="T3" fmla="*/ 315 h 319"/>
                <a:gd name="T4" fmla="*/ 56 w 111"/>
                <a:gd name="T5" fmla="*/ 76 h 319"/>
                <a:gd name="T6" fmla="*/ 52 w 111"/>
                <a:gd name="T7" fmla="*/ 75 h 319"/>
                <a:gd name="T8" fmla="*/ 40 w 111"/>
                <a:gd name="T9" fmla="*/ 319 h 319"/>
                <a:gd name="T10" fmla="*/ 1 w 111"/>
                <a:gd name="T11" fmla="*/ 319 h 319"/>
                <a:gd name="T12" fmla="*/ 5 w 111"/>
                <a:gd name="T13" fmla="*/ 1 h 319"/>
                <a:gd name="T14" fmla="*/ 90 w 111"/>
                <a:gd name="T15" fmla="*/ 0 h 319"/>
                <a:gd name="T16" fmla="*/ 101 w 111"/>
                <a:gd name="T17" fmla="*/ 0 h 319"/>
                <a:gd name="T18" fmla="*/ 103 w 111"/>
                <a:gd name="T19" fmla="*/ 15 h 319"/>
                <a:gd name="T20" fmla="*/ 109 w 111"/>
                <a:gd name="T21" fmla="*/ 315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1" h="319">
                  <a:moveTo>
                    <a:pt x="109" y="315"/>
                  </a:moveTo>
                  <a:cubicBezTo>
                    <a:pt x="70" y="315"/>
                    <a:pt x="70" y="315"/>
                    <a:pt x="70" y="315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4" y="76"/>
                    <a:pt x="53" y="76"/>
                    <a:pt x="52" y="75"/>
                  </a:cubicBezTo>
                  <a:cubicBezTo>
                    <a:pt x="40" y="319"/>
                    <a:pt x="40" y="319"/>
                    <a:pt x="40" y="319"/>
                  </a:cubicBezTo>
                  <a:cubicBezTo>
                    <a:pt x="1" y="319"/>
                    <a:pt x="1" y="319"/>
                    <a:pt x="1" y="319"/>
                  </a:cubicBezTo>
                  <a:cubicBezTo>
                    <a:pt x="0" y="220"/>
                    <a:pt x="6" y="4"/>
                    <a:pt x="5" y="1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2" y="8"/>
                    <a:pt x="102" y="9"/>
                    <a:pt x="103" y="15"/>
                  </a:cubicBezTo>
                  <a:cubicBezTo>
                    <a:pt x="111" y="86"/>
                    <a:pt x="110" y="286"/>
                    <a:pt x="109" y="315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1" name="Freeform 315">
              <a:extLst>
                <a:ext uri="{FF2B5EF4-FFF2-40B4-BE49-F238E27FC236}">
                  <a16:creationId xmlns:a16="http://schemas.microsoft.com/office/drawing/2014/main" id="{2F14FD5A-8DFB-4131-BDB0-96DCE8AD0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63" y="2278063"/>
              <a:ext cx="47625" cy="52388"/>
            </a:xfrm>
            <a:custGeom>
              <a:avLst/>
              <a:gdLst>
                <a:gd name="T0" fmla="*/ 13 w 13"/>
                <a:gd name="T1" fmla="*/ 14 h 14"/>
                <a:gd name="T2" fmla="*/ 1 w 13"/>
                <a:gd name="T3" fmla="*/ 14 h 14"/>
                <a:gd name="T4" fmla="*/ 0 w 13"/>
                <a:gd name="T5" fmla="*/ 0 h 14"/>
                <a:gd name="T6" fmla="*/ 11 w 13"/>
                <a:gd name="T7" fmla="*/ 0 h 14"/>
                <a:gd name="T8" fmla="*/ 13 w 1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0"/>
                    <a:pt x="0" y="5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4"/>
                    <a:pt x="12" y="9"/>
                    <a:pt x="13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2" name="Freeform 316">
              <a:extLst>
                <a:ext uri="{FF2B5EF4-FFF2-40B4-BE49-F238E27FC236}">
                  <a16:creationId xmlns:a16="http://schemas.microsoft.com/office/drawing/2014/main" id="{B71C7234-42A0-429C-9DB6-5E5DB316E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713" y="2278063"/>
              <a:ext cx="187325" cy="55563"/>
            </a:xfrm>
            <a:custGeom>
              <a:avLst/>
              <a:gdLst>
                <a:gd name="T0" fmla="*/ 49 w 50"/>
                <a:gd name="T1" fmla="*/ 0 h 15"/>
                <a:gd name="T2" fmla="*/ 0 w 50"/>
                <a:gd name="T3" fmla="*/ 0 h 15"/>
                <a:gd name="T4" fmla="*/ 0 w 50"/>
                <a:gd name="T5" fmla="*/ 15 h 15"/>
                <a:gd name="T6" fmla="*/ 50 w 50"/>
                <a:gd name="T7" fmla="*/ 14 h 15"/>
                <a:gd name="T8" fmla="*/ 49 w 5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5">
                  <a:moveTo>
                    <a:pt x="4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0"/>
                    <a:pt x="0" y="15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0"/>
                    <a:pt x="49" y="5"/>
                    <a:pt x="49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3" name="Freeform 317">
              <a:extLst>
                <a:ext uri="{FF2B5EF4-FFF2-40B4-BE49-F238E27FC236}">
                  <a16:creationId xmlns:a16="http://schemas.microsoft.com/office/drawing/2014/main" id="{988CD265-D235-4475-9C35-5C4EF98ED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3876" y="2278063"/>
              <a:ext cx="55563" cy="60325"/>
            </a:xfrm>
            <a:custGeom>
              <a:avLst/>
              <a:gdLst>
                <a:gd name="T0" fmla="*/ 14 w 15"/>
                <a:gd name="T1" fmla="*/ 0 h 16"/>
                <a:gd name="T2" fmla="*/ 0 w 15"/>
                <a:gd name="T3" fmla="*/ 0 h 16"/>
                <a:gd name="T4" fmla="*/ 0 w 15"/>
                <a:gd name="T5" fmla="*/ 16 h 16"/>
                <a:gd name="T6" fmla="*/ 15 w 15"/>
                <a:gd name="T7" fmla="*/ 16 h 16"/>
                <a:gd name="T8" fmla="*/ 14 w 15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1"/>
                    <a:pt x="14" y="5"/>
                    <a:pt x="14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4" name="Rectangle 318">
              <a:extLst>
                <a:ext uri="{FF2B5EF4-FFF2-40B4-BE49-F238E27FC236}">
                  <a16:creationId xmlns:a16="http://schemas.microsoft.com/office/drawing/2014/main" id="{7AFFF9DE-C2A5-4C36-B861-9CBB19A2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751" y="2247901"/>
              <a:ext cx="82550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5" name="Freeform 319">
              <a:extLst>
                <a:ext uri="{FF2B5EF4-FFF2-40B4-BE49-F238E27FC236}">
                  <a16:creationId xmlns:a16="http://schemas.microsoft.com/office/drawing/2014/main" id="{D60B2F09-445C-4D79-9128-D74B109B0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001" y="1135063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70 w 98"/>
                <a:gd name="T3" fmla="*/ 125 h 131"/>
                <a:gd name="T4" fmla="*/ 48 w 98"/>
                <a:gd name="T5" fmla="*/ 129 h 131"/>
                <a:gd name="T6" fmla="*/ 3 w 98"/>
                <a:gd name="T7" fmla="*/ 79 h 131"/>
                <a:gd name="T8" fmla="*/ 4 w 98"/>
                <a:gd name="T9" fmla="*/ 33 h 131"/>
                <a:gd name="T10" fmla="*/ 7 w 98"/>
                <a:gd name="T11" fmla="*/ 25 h 131"/>
                <a:gd name="T12" fmla="*/ 31 w 98"/>
                <a:gd name="T13" fmla="*/ 5 h 131"/>
                <a:gd name="T14" fmla="*/ 62 w 98"/>
                <a:gd name="T15" fmla="*/ 2 h 131"/>
                <a:gd name="T16" fmla="*/ 93 w 98"/>
                <a:gd name="T17" fmla="*/ 28 h 131"/>
                <a:gd name="T18" fmla="*/ 96 w 98"/>
                <a:gd name="T19" fmla="*/ 43 h 131"/>
                <a:gd name="T20" fmla="*/ 98 w 98"/>
                <a:gd name="T21" fmla="*/ 75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6"/>
                    <a:pt x="81" y="119"/>
                    <a:pt x="70" y="125"/>
                  </a:cubicBezTo>
                  <a:cubicBezTo>
                    <a:pt x="58" y="131"/>
                    <a:pt x="48" y="129"/>
                    <a:pt x="48" y="129"/>
                  </a:cubicBezTo>
                  <a:cubicBezTo>
                    <a:pt x="2" y="119"/>
                    <a:pt x="5" y="97"/>
                    <a:pt x="3" y="79"/>
                  </a:cubicBezTo>
                  <a:cubicBezTo>
                    <a:pt x="1" y="70"/>
                    <a:pt x="0" y="53"/>
                    <a:pt x="4" y="33"/>
                  </a:cubicBezTo>
                  <a:cubicBezTo>
                    <a:pt x="5" y="30"/>
                    <a:pt x="6" y="28"/>
                    <a:pt x="7" y="25"/>
                  </a:cubicBezTo>
                  <a:cubicBezTo>
                    <a:pt x="14" y="10"/>
                    <a:pt x="31" y="5"/>
                    <a:pt x="31" y="5"/>
                  </a:cubicBezTo>
                  <a:cubicBezTo>
                    <a:pt x="41" y="1"/>
                    <a:pt x="52" y="0"/>
                    <a:pt x="62" y="2"/>
                  </a:cubicBezTo>
                  <a:cubicBezTo>
                    <a:pt x="77" y="5"/>
                    <a:pt x="89" y="13"/>
                    <a:pt x="93" y="28"/>
                  </a:cubicBezTo>
                  <a:cubicBezTo>
                    <a:pt x="94" y="33"/>
                    <a:pt x="95" y="38"/>
                    <a:pt x="96" y="43"/>
                  </a:cubicBezTo>
                  <a:cubicBezTo>
                    <a:pt x="97" y="54"/>
                    <a:pt x="98" y="64"/>
                    <a:pt x="98" y="75"/>
                  </a:cubicBezTo>
                  <a:cubicBezTo>
                    <a:pt x="98" y="80"/>
                    <a:pt x="98" y="85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6" name="Freeform 320">
              <a:extLst>
                <a:ext uri="{FF2B5EF4-FFF2-40B4-BE49-F238E27FC236}">
                  <a16:creationId xmlns:a16="http://schemas.microsoft.com/office/drawing/2014/main" id="{559947A9-3F8A-470B-A4FB-DE8ECFAB8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813" y="1289051"/>
              <a:ext cx="93663" cy="169863"/>
            </a:xfrm>
            <a:custGeom>
              <a:avLst/>
              <a:gdLst>
                <a:gd name="T0" fmla="*/ 10 w 25"/>
                <a:gd name="T1" fmla="*/ 3 h 45"/>
                <a:gd name="T2" fmla="*/ 7 w 25"/>
                <a:gd name="T3" fmla="*/ 12 h 45"/>
                <a:gd name="T4" fmla="*/ 8 w 25"/>
                <a:gd name="T5" fmla="*/ 36 h 45"/>
                <a:gd name="T6" fmla="*/ 3 w 25"/>
                <a:gd name="T7" fmla="*/ 38 h 45"/>
                <a:gd name="T8" fmla="*/ 12 w 25"/>
                <a:gd name="T9" fmla="*/ 44 h 45"/>
                <a:gd name="T10" fmla="*/ 19 w 25"/>
                <a:gd name="T11" fmla="*/ 42 h 45"/>
                <a:gd name="T12" fmla="*/ 23 w 25"/>
                <a:gd name="T13" fmla="*/ 34 h 45"/>
                <a:gd name="T14" fmla="*/ 17 w 25"/>
                <a:gd name="T15" fmla="*/ 36 h 45"/>
                <a:gd name="T16" fmla="*/ 10 w 25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5">
                  <a:moveTo>
                    <a:pt x="10" y="3"/>
                  </a:moveTo>
                  <a:cubicBezTo>
                    <a:pt x="10" y="3"/>
                    <a:pt x="7" y="0"/>
                    <a:pt x="7" y="12"/>
                  </a:cubicBezTo>
                  <a:cubicBezTo>
                    <a:pt x="7" y="24"/>
                    <a:pt x="8" y="36"/>
                    <a:pt x="8" y="36"/>
                  </a:cubicBezTo>
                  <a:cubicBezTo>
                    <a:pt x="8" y="36"/>
                    <a:pt x="0" y="32"/>
                    <a:pt x="3" y="38"/>
                  </a:cubicBezTo>
                  <a:cubicBezTo>
                    <a:pt x="5" y="42"/>
                    <a:pt x="8" y="44"/>
                    <a:pt x="12" y="44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5" y="35"/>
                    <a:pt x="23" y="34"/>
                  </a:cubicBezTo>
                  <a:cubicBezTo>
                    <a:pt x="22" y="33"/>
                    <a:pt x="18" y="35"/>
                    <a:pt x="17" y="36"/>
                  </a:cubicBezTo>
                  <a:cubicBezTo>
                    <a:pt x="17" y="36"/>
                    <a:pt x="16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7" name="Freeform 321">
              <a:extLst>
                <a:ext uri="{FF2B5EF4-FFF2-40B4-BE49-F238E27FC236}">
                  <a16:creationId xmlns:a16="http://schemas.microsoft.com/office/drawing/2014/main" id="{BBF496B0-EB68-49FE-91F6-F3EC5D836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1" y="1252538"/>
              <a:ext cx="100013" cy="60325"/>
            </a:xfrm>
            <a:custGeom>
              <a:avLst/>
              <a:gdLst>
                <a:gd name="T0" fmla="*/ 0 w 27"/>
                <a:gd name="T1" fmla="*/ 4 h 16"/>
                <a:gd name="T2" fmla="*/ 27 w 27"/>
                <a:gd name="T3" fmla="*/ 16 h 16"/>
                <a:gd name="T4" fmla="*/ 0 w 27"/>
                <a:gd name="T5" fmla="*/ 12 h 16"/>
                <a:gd name="T6" fmla="*/ 0 w 27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6">
                  <a:moveTo>
                    <a:pt x="0" y="4"/>
                  </a:moveTo>
                  <a:cubicBezTo>
                    <a:pt x="0" y="4"/>
                    <a:pt x="21" y="0"/>
                    <a:pt x="27" y="16"/>
                  </a:cubicBezTo>
                  <a:cubicBezTo>
                    <a:pt x="27" y="16"/>
                    <a:pt x="4" y="9"/>
                    <a:pt x="0" y="1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8" name="Freeform 322">
              <a:extLst>
                <a:ext uri="{FF2B5EF4-FFF2-40B4-BE49-F238E27FC236}">
                  <a16:creationId xmlns:a16="http://schemas.microsoft.com/office/drawing/2014/main" id="{C0B3133D-4478-4C90-9382-14A67507D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276" y="1255713"/>
              <a:ext cx="104775" cy="57150"/>
            </a:xfrm>
            <a:custGeom>
              <a:avLst/>
              <a:gdLst>
                <a:gd name="T0" fmla="*/ 28 w 28"/>
                <a:gd name="T1" fmla="*/ 5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5"/>
                  </a:moveTo>
                  <a:cubicBezTo>
                    <a:pt x="28" y="5"/>
                    <a:pt x="7" y="0"/>
                    <a:pt x="0" y="15"/>
                  </a:cubicBezTo>
                  <a:cubicBezTo>
                    <a:pt x="0" y="15"/>
                    <a:pt x="24" y="9"/>
                    <a:pt x="28" y="13"/>
                  </a:cubicBezTo>
                  <a:lnTo>
                    <a:pt x="28" y="5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9" name="Freeform 323">
              <a:extLst>
                <a:ext uri="{FF2B5EF4-FFF2-40B4-BE49-F238E27FC236}">
                  <a16:creationId xmlns:a16="http://schemas.microsoft.com/office/drawing/2014/main" id="{66221BEF-A81D-41EB-B413-48D5E9629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151" y="1319213"/>
              <a:ext cx="93663" cy="87313"/>
            </a:xfrm>
            <a:custGeom>
              <a:avLst/>
              <a:gdLst>
                <a:gd name="T0" fmla="*/ 1 w 25"/>
                <a:gd name="T1" fmla="*/ 12 h 23"/>
                <a:gd name="T2" fmla="*/ 14 w 25"/>
                <a:gd name="T3" fmla="*/ 22 h 23"/>
                <a:gd name="T4" fmla="*/ 25 w 25"/>
                <a:gd name="T5" fmla="*/ 11 h 23"/>
                <a:gd name="T6" fmla="*/ 12 w 25"/>
                <a:gd name="T7" fmla="*/ 1 h 23"/>
                <a:gd name="T8" fmla="*/ 1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2"/>
                  </a:moveTo>
                  <a:cubicBezTo>
                    <a:pt x="1" y="18"/>
                    <a:pt x="7" y="23"/>
                    <a:pt x="14" y="22"/>
                  </a:cubicBezTo>
                  <a:cubicBezTo>
                    <a:pt x="20" y="22"/>
                    <a:pt x="25" y="17"/>
                    <a:pt x="25" y="11"/>
                  </a:cubicBezTo>
                  <a:cubicBezTo>
                    <a:pt x="24" y="5"/>
                    <a:pt x="19" y="0"/>
                    <a:pt x="12" y="1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0" name="Freeform 324">
              <a:extLst>
                <a:ext uri="{FF2B5EF4-FFF2-40B4-BE49-F238E27FC236}">
                  <a16:creationId xmlns:a16="http://schemas.microsoft.com/office/drawing/2014/main" id="{8FC564DF-49B5-4231-8F50-4A5C9ADE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613" y="1323976"/>
              <a:ext cx="60325" cy="74613"/>
            </a:xfrm>
            <a:custGeom>
              <a:avLst/>
              <a:gdLst>
                <a:gd name="T0" fmla="*/ 16 w 16"/>
                <a:gd name="T1" fmla="*/ 10 h 20"/>
                <a:gd name="T2" fmla="*/ 9 w 16"/>
                <a:gd name="T3" fmla="*/ 20 h 20"/>
                <a:gd name="T4" fmla="*/ 1 w 16"/>
                <a:gd name="T5" fmla="*/ 11 h 20"/>
                <a:gd name="T6" fmla="*/ 8 w 16"/>
                <a:gd name="T7" fmla="*/ 1 h 20"/>
                <a:gd name="T8" fmla="*/ 16 w 16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6" y="10"/>
                  </a:moveTo>
                  <a:cubicBezTo>
                    <a:pt x="16" y="15"/>
                    <a:pt x="13" y="20"/>
                    <a:pt x="9" y="20"/>
                  </a:cubicBezTo>
                  <a:cubicBezTo>
                    <a:pt x="5" y="20"/>
                    <a:pt x="1" y="16"/>
                    <a:pt x="1" y="11"/>
                  </a:cubicBezTo>
                  <a:cubicBezTo>
                    <a:pt x="0" y="5"/>
                    <a:pt x="4" y="1"/>
                    <a:pt x="8" y="1"/>
                  </a:cubicBezTo>
                  <a:cubicBezTo>
                    <a:pt x="12" y="0"/>
                    <a:pt x="15" y="4"/>
                    <a:pt x="16" y="10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1" name="Freeform 325">
              <a:extLst>
                <a:ext uri="{FF2B5EF4-FFF2-40B4-BE49-F238E27FC236}">
                  <a16:creationId xmlns:a16="http://schemas.microsoft.com/office/drawing/2014/main" id="{683BB9CA-0040-4DCE-A613-A40F0C7FD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313" y="1335088"/>
              <a:ext cx="41275" cy="52388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8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1"/>
                    <a:pt x="9" y="14"/>
                    <a:pt x="6" y="14"/>
                  </a:cubicBezTo>
                  <a:cubicBezTo>
                    <a:pt x="3" y="14"/>
                    <a:pt x="0" y="11"/>
                    <a:pt x="0" y="8"/>
                  </a:cubicBez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0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2" name="Freeform 326">
              <a:extLst>
                <a:ext uri="{FF2B5EF4-FFF2-40B4-BE49-F238E27FC236}">
                  <a16:creationId xmlns:a16="http://schemas.microsoft.com/office/drawing/2014/main" id="{87E80F3F-7DD4-4C65-BB4B-3D314C093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776" y="1330326"/>
              <a:ext cx="23813" cy="15875"/>
            </a:xfrm>
            <a:custGeom>
              <a:avLst/>
              <a:gdLst>
                <a:gd name="T0" fmla="*/ 6 w 6"/>
                <a:gd name="T1" fmla="*/ 1 h 4"/>
                <a:gd name="T2" fmla="*/ 3 w 6"/>
                <a:gd name="T3" fmla="*/ 3 h 4"/>
                <a:gd name="T4" fmla="*/ 0 w 6"/>
                <a:gd name="T5" fmla="*/ 2 h 4"/>
                <a:gd name="T6" fmla="*/ 3 w 6"/>
                <a:gd name="T7" fmla="*/ 0 h 4"/>
                <a:gd name="T8" fmla="*/ 6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1"/>
                  </a:moveTo>
                  <a:cubicBezTo>
                    <a:pt x="6" y="2"/>
                    <a:pt x="4" y="3"/>
                    <a:pt x="3" y="3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0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3" name="Freeform 327">
              <a:extLst>
                <a:ext uri="{FF2B5EF4-FFF2-40B4-BE49-F238E27FC236}">
                  <a16:creationId xmlns:a16="http://schemas.microsoft.com/office/drawing/2014/main" id="{DC5BA60F-82B0-42A9-8640-25DB8C9E6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38" y="1316038"/>
              <a:ext cx="93663" cy="85725"/>
            </a:xfrm>
            <a:custGeom>
              <a:avLst/>
              <a:gdLst>
                <a:gd name="T0" fmla="*/ 1 w 25"/>
                <a:gd name="T1" fmla="*/ 12 h 23"/>
                <a:gd name="T2" fmla="*/ 13 w 25"/>
                <a:gd name="T3" fmla="*/ 22 h 23"/>
                <a:gd name="T4" fmla="*/ 25 w 25"/>
                <a:gd name="T5" fmla="*/ 10 h 23"/>
                <a:gd name="T6" fmla="*/ 12 w 25"/>
                <a:gd name="T7" fmla="*/ 0 h 23"/>
                <a:gd name="T8" fmla="*/ 1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2"/>
                  </a:moveTo>
                  <a:cubicBezTo>
                    <a:pt x="1" y="18"/>
                    <a:pt x="7" y="23"/>
                    <a:pt x="13" y="22"/>
                  </a:cubicBezTo>
                  <a:cubicBezTo>
                    <a:pt x="20" y="22"/>
                    <a:pt x="25" y="17"/>
                    <a:pt x="25" y="10"/>
                  </a:cubicBezTo>
                  <a:cubicBezTo>
                    <a:pt x="24" y="4"/>
                    <a:pt x="19" y="0"/>
                    <a:pt x="12" y="0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4" name="Freeform 328">
              <a:extLst>
                <a:ext uri="{FF2B5EF4-FFF2-40B4-BE49-F238E27FC236}">
                  <a16:creationId xmlns:a16="http://schemas.microsoft.com/office/drawing/2014/main" id="{11408C4A-9A6D-4AF6-9545-D6935A1B4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413" y="1319213"/>
              <a:ext cx="55563" cy="76200"/>
            </a:xfrm>
            <a:custGeom>
              <a:avLst/>
              <a:gdLst>
                <a:gd name="T0" fmla="*/ 15 w 15"/>
                <a:gd name="T1" fmla="*/ 9 h 20"/>
                <a:gd name="T2" fmla="*/ 8 w 15"/>
                <a:gd name="T3" fmla="*/ 20 h 20"/>
                <a:gd name="T4" fmla="*/ 0 w 15"/>
                <a:gd name="T5" fmla="*/ 10 h 20"/>
                <a:gd name="T6" fmla="*/ 7 w 15"/>
                <a:gd name="T7" fmla="*/ 0 h 20"/>
                <a:gd name="T8" fmla="*/ 15 w 15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5" y="9"/>
                  </a:moveTo>
                  <a:cubicBezTo>
                    <a:pt x="15" y="15"/>
                    <a:pt x="12" y="19"/>
                    <a:pt x="8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5"/>
                    <a:pt x="3" y="1"/>
                    <a:pt x="7" y="0"/>
                  </a:cubicBezTo>
                  <a:cubicBezTo>
                    <a:pt x="11" y="0"/>
                    <a:pt x="15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5" name="Freeform 329">
              <a:extLst>
                <a:ext uri="{FF2B5EF4-FFF2-40B4-BE49-F238E27FC236}">
                  <a16:creationId xmlns:a16="http://schemas.microsoft.com/office/drawing/2014/main" id="{3374DD6D-87E4-4F36-A972-A79AD246B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763" y="1330326"/>
              <a:ext cx="41275" cy="53975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0"/>
                    <a:pt x="9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4"/>
                    <a:pt x="2" y="0"/>
                    <a:pt x="5" y="0"/>
                  </a:cubicBezTo>
                  <a:cubicBezTo>
                    <a:pt x="8" y="0"/>
                    <a:pt x="11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6" name="Freeform 330">
              <a:extLst>
                <a:ext uri="{FF2B5EF4-FFF2-40B4-BE49-F238E27FC236}">
                  <a16:creationId xmlns:a16="http://schemas.microsoft.com/office/drawing/2014/main" id="{9968003E-E4B8-4EF3-9140-3243B8EE3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813" y="1323976"/>
              <a:ext cx="22225" cy="14288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0 w 6"/>
                <a:gd name="T5" fmla="*/ 2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4"/>
                    <a:pt x="3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1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7" name="Freeform 331">
              <a:extLst>
                <a:ext uri="{FF2B5EF4-FFF2-40B4-BE49-F238E27FC236}">
                  <a16:creationId xmlns:a16="http://schemas.microsoft.com/office/drawing/2014/main" id="{1839EC42-242C-49A6-9474-CD43BEFC2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1030288"/>
              <a:ext cx="401638" cy="233363"/>
            </a:xfrm>
            <a:custGeom>
              <a:avLst/>
              <a:gdLst>
                <a:gd name="T0" fmla="*/ 106 w 107"/>
                <a:gd name="T1" fmla="*/ 23 h 62"/>
                <a:gd name="T2" fmla="*/ 94 w 107"/>
                <a:gd name="T3" fmla="*/ 31 h 62"/>
                <a:gd name="T4" fmla="*/ 101 w 107"/>
                <a:gd name="T5" fmla="*/ 16 h 62"/>
                <a:gd name="T6" fmla="*/ 101 w 107"/>
                <a:gd name="T7" fmla="*/ 15 h 62"/>
                <a:gd name="T8" fmla="*/ 99 w 107"/>
                <a:gd name="T9" fmla="*/ 17 h 62"/>
                <a:gd name="T10" fmla="*/ 85 w 107"/>
                <a:gd name="T11" fmla="*/ 19 h 62"/>
                <a:gd name="T12" fmla="*/ 65 w 107"/>
                <a:gd name="T13" fmla="*/ 7 h 62"/>
                <a:gd name="T14" fmla="*/ 40 w 107"/>
                <a:gd name="T15" fmla="*/ 0 h 62"/>
                <a:gd name="T16" fmla="*/ 27 w 107"/>
                <a:gd name="T17" fmla="*/ 3 h 62"/>
                <a:gd name="T18" fmla="*/ 0 w 107"/>
                <a:gd name="T19" fmla="*/ 26 h 62"/>
                <a:gd name="T20" fmla="*/ 0 w 107"/>
                <a:gd name="T21" fmla="*/ 31 h 62"/>
                <a:gd name="T22" fmla="*/ 0 w 107"/>
                <a:gd name="T23" fmla="*/ 36 h 62"/>
                <a:gd name="T24" fmla="*/ 1 w 107"/>
                <a:gd name="T25" fmla="*/ 37 h 62"/>
                <a:gd name="T26" fmla="*/ 1 w 107"/>
                <a:gd name="T27" fmla="*/ 37 h 62"/>
                <a:gd name="T28" fmla="*/ 1 w 107"/>
                <a:gd name="T29" fmla="*/ 36 h 62"/>
                <a:gd name="T30" fmla="*/ 18 w 107"/>
                <a:gd name="T31" fmla="*/ 51 h 62"/>
                <a:gd name="T32" fmla="*/ 61 w 107"/>
                <a:gd name="T33" fmla="*/ 58 h 62"/>
                <a:gd name="T34" fmla="*/ 103 w 107"/>
                <a:gd name="T35" fmla="*/ 30 h 62"/>
                <a:gd name="T36" fmla="*/ 107 w 107"/>
                <a:gd name="T37" fmla="*/ 23 h 62"/>
                <a:gd name="T38" fmla="*/ 106 w 107"/>
                <a:gd name="T39" fmla="*/ 2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7" h="62">
                  <a:moveTo>
                    <a:pt x="106" y="23"/>
                  </a:moveTo>
                  <a:cubicBezTo>
                    <a:pt x="104" y="27"/>
                    <a:pt x="99" y="30"/>
                    <a:pt x="94" y="31"/>
                  </a:cubicBezTo>
                  <a:cubicBezTo>
                    <a:pt x="98" y="27"/>
                    <a:pt x="102" y="21"/>
                    <a:pt x="101" y="16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0" y="16"/>
                    <a:pt x="99" y="16"/>
                    <a:pt x="99" y="17"/>
                  </a:cubicBezTo>
                  <a:cubicBezTo>
                    <a:pt x="95" y="20"/>
                    <a:pt x="89" y="20"/>
                    <a:pt x="85" y="19"/>
                  </a:cubicBezTo>
                  <a:cubicBezTo>
                    <a:pt x="78" y="16"/>
                    <a:pt x="71" y="11"/>
                    <a:pt x="65" y="7"/>
                  </a:cubicBezTo>
                  <a:cubicBezTo>
                    <a:pt x="57" y="2"/>
                    <a:pt x="49" y="0"/>
                    <a:pt x="40" y="0"/>
                  </a:cubicBezTo>
                  <a:cubicBezTo>
                    <a:pt x="36" y="0"/>
                    <a:pt x="31" y="1"/>
                    <a:pt x="27" y="3"/>
                  </a:cubicBezTo>
                  <a:cubicBezTo>
                    <a:pt x="16" y="7"/>
                    <a:pt x="3" y="14"/>
                    <a:pt x="0" y="26"/>
                  </a:cubicBezTo>
                  <a:cubicBezTo>
                    <a:pt x="0" y="28"/>
                    <a:pt x="0" y="30"/>
                    <a:pt x="0" y="31"/>
                  </a:cubicBezTo>
                  <a:cubicBezTo>
                    <a:pt x="0" y="32"/>
                    <a:pt x="1" y="36"/>
                    <a:pt x="0" y="36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6"/>
                    <a:pt x="1" y="36"/>
                  </a:cubicBezTo>
                  <a:cubicBezTo>
                    <a:pt x="6" y="32"/>
                    <a:pt x="15" y="48"/>
                    <a:pt x="18" y="51"/>
                  </a:cubicBezTo>
                  <a:cubicBezTo>
                    <a:pt x="30" y="61"/>
                    <a:pt x="47" y="62"/>
                    <a:pt x="61" y="58"/>
                  </a:cubicBezTo>
                  <a:cubicBezTo>
                    <a:pt x="77" y="54"/>
                    <a:pt x="94" y="43"/>
                    <a:pt x="103" y="30"/>
                  </a:cubicBezTo>
                  <a:cubicBezTo>
                    <a:pt x="105" y="28"/>
                    <a:pt x="106" y="26"/>
                    <a:pt x="107" y="23"/>
                  </a:cubicBezTo>
                  <a:cubicBezTo>
                    <a:pt x="107" y="23"/>
                    <a:pt x="107" y="22"/>
                    <a:pt x="106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8" name="Freeform 332">
              <a:extLst>
                <a:ext uri="{FF2B5EF4-FFF2-40B4-BE49-F238E27FC236}">
                  <a16:creationId xmlns:a16="http://schemas.microsoft.com/office/drawing/2014/main" id="{ADA43B40-10C0-460C-95BE-1A87E9AD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51" y="1258888"/>
              <a:ext cx="104775" cy="173038"/>
            </a:xfrm>
            <a:custGeom>
              <a:avLst/>
              <a:gdLst>
                <a:gd name="T0" fmla="*/ 3 w 28"/>
                <a:gd name="T1" fmla="*/ 22 h 46"/>
                <a:gd name="T2" fmla="*/ 22 w 28"/>
                <a:gd name="T3" fmla="*/ 17 h 46"/>
                <a:gd name="T4" fmla="*/ 8 w 28"/>
                <a:gd name="T5" fmla="*/ 45 h 46"/>
                <a:gd name="T6" fmla="*/ 3 w 28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3" y="22"/>
                  </a:moveTo>
                  <a:cubicBezTo>
                    <a:pt x="3" y="22"/>
                    <a:pt x="13" y="0"/>
                    <a:pt x="22" y="17"/>
                  </a:cubicBezTo>
                  <a:cubicBezTo>
                    <a:pt x="28" y="32"/>
                    <a:pt x="17" y="46"/>
                    <a:pt x="8" y="45"/>
                  </a:cubicBezTo>
                  <a:cubicBezTo>
                    <a:pt x="0" y="44"/>
                    <a:pt x="3" y="22"/>
                    <a:pt x="3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9" name="Freeform 333">
              <a:extLst>
                <a:ext uri="{FF2B5EF4-FFF2-40B4-BE49-F238E27FC236}">
                  <a16:creationId xmlns:a16="http://schemas.microsoft.com/office/drawing/2014/main" id="{59BC5C4E-0784-4664-87D1-C7F102D2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013" y="1301751"/>
              <a:ext cx="66675" cy="100013"/>
            </a:xfrm>
            <a:custGeom>
              <a:avLst/>
              <a:gdLst>
                <a:gd name="T0" fmla="*/ 3 w 18"/>
                <a:gd name="T1" fmla="*/ 15 h 27"/>
                <a:gd name="T2" fmla="*/ 14 w 18"/>
                <a:gd name="T3" fmla="*/ 5 h 27"/>
                <a:gd name="T4" fmla="*/ 18 w 18"/>
                <a:gd name="T5" fmla="*/ 18 h 27"/>
                <a:gd name="T6" fmla="*/ 10 w 18"/>
                <a:gd name="T7" fmla="*/ 15 h 27"/>
                <a:gd name="T8" fmla="*/ 5 w 18"/>
                <a:gd name="T9" fmla="*/ 25 h 27"/>
                <a:gd name="T10" fmla="*/ 3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3" y="15"/>
                  </a:moveTo>
                  <a:cubicBezTo>
                    <a:pt x="3" y="15"/>
                    <a:pt x="10" y="0"/>
                    <a:pt x="14" y="5"/>
                  </a:cubicBezTo>
                  <a:cubicBezTo>
                    <a:pt x="18" y="11"/>
                    <a:pt x="18" y="18"/>
                    <a:pt x="18" y="18"/>
                  </a:cubicBezTo>
                  <a:cubicBezTo>
                    <a:pt x="18" y="18"/>
                    <a:pt x="15" y="10"/>
                    <a:pt x="10" y="15"/>
                  </a:cubicBezTo>
                  <a:cubicBezTo>
                    <a:pt x="10" y="15"/>
                    <a:pt x="17" y="27"/>
                    <a:pt x="5" y="25"/>
                  </a:cubicBezTo>
                  <a:cubicBezTo>
                    <a:pt x="5" y="25"/>
                    <a:pt x="0" y="21"/>
                    <a:pt x="3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0" name="Freeform 334">
              <a:extLst>
                <a:ext uri="{FF2B5EF4-FFF2-40B4-BE49-F238E27FC236}">
                  <a16:creationId xmlns:a16="http://schemas.microsoft.com/office/drawing/2014/main" id="{C12B49BC-262E-47A8-863B-7D172C4D4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513" y="1147763"/>
              <a:ext cx="165100" cy="220663"/>
            </a:xfrm>
            <a:custGeom>
              <a:avLst/>
              <a:gdLst>
                <a:gd name="T0" fmla="*/ 43 w 44"/>
                <a:gd name="T1" fmla="*/ 4 h 59"/>
                <a:gd name="T2" fmla="*/ 36 w 44"/>
                <a:gd name="T3" fmla="*/ 32 h 59"/>
                <a:gd name="T4" fmla="*/ 28 w 44"/>
                <a:gd name="T5" fmla="*/ 59 h 59"/>
                <a:gd name="T6" fmla="*/ 32 w 44"/>
                <a:gd name="T7" fmla="*/ 2 h 59"/>
                <a:gd name="T8" fmla="*/ 43 w 44"/>
                <a:gd name="T9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59">
                  <a:moveTo>
                    <a:pt x="43" y="4"/>
                  </a:moveTo>
                  <a:cubicBezTo>
                    <a:pt x="43" y="4"/>
                    <a:pt x="44" y="23"/>
                    <a:pt x="36" y="32"/>
                  </a:cubicBezTo>
                  <a:cubicBezTo>
                    <a:pt x="29" y="41"/>
                    <a:pt x="28" y="59"/>
                    <a:pt x="28" y="59"/>
                  </a:cubicBezTo>
                  <a:cubicBezTo>
                    <a:pt x="28" y="59"/>
                    <a:pt x="0" y="23"/>
                    <a:pt x="32" y="2"/>
                  </a:cubicBezTo>
                  <a:cubicBezTo>
                    <a:pt x="32" y="2"/>
                    <a:pt x="38" y="0"/>
                    <a:pt x="43" y="4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1" name="Freeform 335">
              <a:extLst>
                <a:ext uri="{FF2B5EF4-FFF2-40B4-BE49-F238E27FC236}">
                  <a16:creationId xmlns:a16="http://schemas.microsoft.com/office/drawing/2014/main" id="{0B5C576B-2AF6-418E-BF4B-38C24FFBF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688" y="1128713"/>
              <a:ext cx="138113" cy="220663"/>
            </a:xfrm>
            <a:custGeom>
              <a:avLst/>
              <a:gdLst>
                <a:gd name="T0" fmla="*/ 3 w 37"/>
                <a:gd name="T1" fmla="*/ 17 h 59"/>
                <a:gd name="T2" fmla="*/ 19 w 37"/>
                <a:gd name="T3" fmla="*/ 59 h 59"/>
                <a:gd name="T4" fmla="*/ 20 w 37"/>
                <a:gd name="T5" fmla="*/ 8 h 59"/>
                <a:gd name="T6" fmla="*/ 3 w 37"/>
                <a:gd name="T7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3" y="17"/>
                  </a:moveTo>
                  <a:cubicBezTo>
                    <a:pt x="3" y="17"/>
                    <a:pt x="16" y="34"/>
                    <a:pt x="19" y="59"/>
                  </a:cubicBezTo>
                  <a:cubicBezTo>
                    <a:pt x="19" y="59"/>
                    <a:pt x="37" y="32"/>
                    <a:pt x="20" y="8"/>
                  </a:cubicBezTo>
                  <a:cubicBezTo>
                    <a:pt x="20" y="8"/>
                    <a:pt x="0" y="0"/>
                    <a:pt x="3" y="17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2" name="Freeform 336">
              <a:extLst>
                <a:ext uri="{FF2B5EF4-FFF2-40B4-BE49-F238E27FC236}">
                  <a16:creationId xmlns:a16="http://schemas.microsoft.com/office/drawing/2014/main" id="{6D28F81B-4A85-46D6-867D-BEA421813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388" y="1271588"/>
              <a:ext cx="104775" cy="171450"/>
            </a:xfrm>
            <a:custGeom>
              <a:avLst/>
              <a:gdLst>
                <a:gd name="T0" fmla="*/ 25 w 28"/>
                <a:gd name="T1" fmla="*/ 23 h 46"/>
                <a:gd name="T2" fmla="*/ 6 w 28"/>
                <a:gd name="T3" fmla="*/ 18 h 46"/>
                <a:gd name="T4" fmla="*/ 19 w 28"/>
                <a:gd name="T5" fmla="*/ 45 h 46"/>
                <a:gd name="T6" fmla="*/ 25 w 28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25" y="23"/>
                  </a:moveTo>
                  <a:cubicBezTo>
                    <a:pt x="25" y="23"/>
                    <a:pt x="14" y="0"/>
                    <a:pt x="6" y="18"/>
                  </a:cubicBezTo>
                  <a:cubicBezTo>
                    <a:pt x="0" y="32"/>
                    <a:pt x="11" y="46"/>
                    <a:pt x="19" y="45"/>
                  </a:cubicBezTo>
                  <a:cubicBezTo>
                    <a:pt x="28" y="44"/>
                    <a:pt x="25" y="23"/>
                    <a:pt x="25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3" name="Freeform 337">
              <a:extLst>
                <a:ext uri="{FF2B5EF4-FFF2-40B4-BE49-F238E27FC236}">
                  <a16:creationId xmlns:a16="http://schemas.microsoft.com/office/drawing/2014/main" id="{E2ED1FA4-E8D8-4EA4-840F-3EF5CA70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726" y="1316038"/>
              <a:ext cx="68263" cy="101600"/>
            </a:xfrm>
            <a:custGeom>
              <a:avLst/>
              <a:gdLst>
                <a:gd name="T0" fmla="*/ 15 w 18"/>
                <a:gd name="T1" fmla="*/ 14 h 27"/>
                <a:gd name="T2" fmla="*/ 4 w 18"/>
                <a:gd name="T3" fmla="*/ 5 h 27"/>
                <a:gd name="T4" fmla="*/ 0 w 18"/>
                <a:gd name="T5" fmla="*/ 17 h 27"/>
                <a:gd name="T6" fmla="*/ 8 w 18"/>
                <a:gd name="T7" fmla="*/ 15 h 27"/>
                <a:gd name="T8" fmla="*/ 13 w 18"/>
                <a:gd name="T9" fmla="*/ 24 h 27"/>
                <a:gd name="T10" fmla="*/ 15 w 18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5" y="14"/>
                  </a:moveTo>
                  <a:cubicBezTo>
                    <a:pt x="15" y="14"/>
                    <a:pt x="7" y="0"/>
                    <a:pt x="4" y="5"/>
                  </a:cubicBezTo>
                  <a:cubicBezTo>
                    <a:pt x="0" y="10"/>
                    <a:pt x="0" y="17"/>
                    <a:pt x="0" y="17"/>
                  </a:cubicBezTo>
                  <a:cubicBezTo>
                    <a:pt x="0" y="17"/>
                    <a:pt x="3" y="10"/>
                    <a:pt x="8" y="15"/>
                  </a:cubicBezTo>
                  <a:cubicBezTo>
                    <a:pt x="8" y="15"/>
                    <a:pt x="1" y="27"/>
                    <a:pt x="13" y="24"/>
                  </a:cubicBezTo>
                  <a:cubicBezTo>
                    <a:pt x="13" y="24"/>
                    <a:pt x="18" y="21"/>
                    <a:pt x="15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6" name="Freeform 340">
              <a:extLst>
                <a:ext uri="{FF2B5EF4-FFF2-40B4-BE49-F238E27FC236}">
                  <a16:creationId xmlns:a16="http://schemas.microsoft.com/office/drawing/2014/main" id="{9EEB8DCD-705F-4E19-AC9E-048E44B1A4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9113" y="1285876"/>
              <a:ext cx="371475" cy="146050"/>
            </a:xfrm>
            <a:custGeom>
              <a:avLst/>
              <a:gdLst>
                <a:gd name="T0" fmla="*/ 95 w 99"/>
                <a:gd name="T1" fmla="*/ 26 h 39"/>
                <a:gd name="T2" fmla="*/ 97 w 99"/>
                <a:gd name="T3" fmla="*/ 8 h 39"/>
                <a:gd name="T4" fmla="*/ 97 w 99"/>
                <a:gd name="T5" fmla="*/ 7 h 39"/>
                <a:gd name="T6" fmla="*/ 96 w 99"/>
                <a:gd name="T7" fmla="*/ 7 h 39"/>
                <a:gd name="T8" fmla="*/ 59 w 99"/>
                <a:gd name="T9" fmla="*/ 8 h 39"/>
                <a:gd name="T10" fmla="*/ 53 w 99"/>
                <a:gd name="T11" fmla="*/ 11 h 39"/>
                <a:gd name="T12" fmla="*/ 53 w 99"/>
                <a:gd name="T13" fmla="*/ 11 h 39"/>
                <a:gd name="T14" fmla="*/ 46 w 99"/>
                <a:gd name="T15" fmla="*/ 11 h 39"/>
                <a:gd name="T16" fmla="*/ 46 w 99"/>
                <a:gd name="T17" fmla="*/ 11 h 39"/>
                <a:gd name="T18" fmla="*/ 45 w 99"/>
                <a:gd name="T19" fmla="*/ 10 h 39"/>
                <a:gd name="T20" fmla="*/ 39 w 99"/>
                <a:gd name="T21" fmla="*/ 8 h 39"/>
                <a:gd name="T22" fmla="*/ 2 w 99"/>
                <a:gd name="T23" fmla="*/ 9 h 39"/>
                <a:gd name="T24" fmla="*/ 1 w 99"/>
                <a:gd name="T25" fmla="*/ 9 h 39"/>
                <a:gd name="T26" fmla="*/ 1 w 99"/>
                <a:gd name="T27" fmla="*/ 10 h 39"/>
                <a:gd name="T28" fmla="*/ 5 w 99"/>
                <a:gd name="T29" fmla="*/ 27 h 39"/>
                <a:gd name="T30" fmla="*/ 15 w 99"/>
                <a:gd name="T31" fmla="*/ 36 h 39"/>
                <a:gd name="T32" fmla="*/ 26 w 99"/>
                <a:gd name="T33" fmla="*/ 38 h 39"/>
                <a:gd name="T34" fmla="*/ 44 w 99"/>
                <a:gd name="T35" fmla="*/ 26 h 39"/>
                <a:gd name="T36" fmla="*/ 44 w 99"/>
                <a:gd name="T37" fmla="*/ 25 h 39"/>
                <a:gd name="T38" fmla="*/ 46 w 99"/>
                <a:gd name="T39" fmla="*/ 17 h 39"/>
                <a:gd name="T40" fmla="*/ 52 w 99"/>
                <a:gd name="T41" fmla="*/ 17 h 39"/>
                <a:gd name="T42" fmla="*/ 55 w 99"/>
                <a:gd name="T43" fmla="*/ 26 h 39"/>
                <a:gd name="T44" fmla="*/ 55 w 99"/>
                <a:gd name="T45" fmla="*/ 27 h 39"/>
                <a:gd name="T46" fmla="*/ 74 w 99"/>
                <a:gd name="T47" fmla="*/ 38 h 39"/>
                <a:gd name="T48" fmla="*/ 85 w 99"/>
                <a:gd name="T49" fmla="*/ 35 h 39"/>
                <a:gd name="T50" fmla="*/ 95 w 99"/>
                <a:gd name="T51" fmla="*/ 26 h 39"/>
                <a:gd name="T52" fmla="*/ 26 w 99"/>
                <a:gd name="T53" fmla="*/ 34 h 39"/>
                <a:gd name="T54" fmla="*/ 16 w 99"/>
                <a:gd name="T55" fmla="*/ 33 h 39"/>
                <a:gd name="T56" fmla="*/ 9 w 99"/>
                <a:gd name="T57" fmla="*/ 26 h 39"/>
                <a:gd name="T58" fmla="*/ 5 w 99"/>
                <a:gd name="T59" fmla="*/ 12 h 39"/>
                <a:gd name="T60" fmla="*/ 38 w 99"/>
                <a:gd name="T61" fmla="*/ 11 h 39"/>
                <a:gd name="T62" fmla="*/ 42 w 99"/>
                <a:gd name="T63" fmla="*/ 13 h 39"/>
                <a:gd name="T64" fmla="*/ 40 w 99"/>
                <a:gd name="T65" fmla="*/ 24 h 39"/>
                <a:gd name="T66" fmla="*/ 40 w 99"/>
                <a:gd name="T67" fmla="*/ 24 h 39"/>
                <a:gd name="T68" fmla="*/ 26 w 99"/>
                <a:gd name="T69" fmla="*/ 34 h 39"/>
                <a:gd name="T70" fmla="*/ 84 w 99"/>
                <a:gd name="T71" fmla="*/ 32 h 39"/>
                <a:gd name="T72" fmla="*/ 74 w 99"/>
                <a:gd name="T73" fmla="*/ 34 h 39"/>
                <a:gd name="T74" fmla="*/ 59 w 99"/>
                <a:gd name="T75" fmla="*/ 25 h 39"/>
                <a:gd name="T76" fmla="*/ 59 w 99"/>
                <a:gd name="T77" fmla="*/ 24 h 39"/>
                <a:gd name="T78" fmla="*/ 56 w 99"/>
                <a:gd name="T79" fmla="*/ 14 h 39"/>
                <a:gd name="T80" fmla="*/ 61 w 99"/>
                <a:gd name="T81" fmla="*/ 12 h 39"/>
                <a:gd name="T82" fmla="*/ 94 w 99"/>
                <a:gd name="T83" fmla="*/ 10 h 39"/>
                <a:gd name="T84" fmla="*/ 91 w 99"/>
                <a:gd name="T85" fmla="*/ 24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5" y="26"/>
                  </a:moveTo>
                  <a:cubicBezTo>
                    <a:pt x="99" y="14"/>
                    <a:pt x="98" y="9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6"/>
                    <a:pt x="78" y="0"/>
                    <a:pt x="59" y="8"/>
                  </a:cubicBezTo>
                  <a:cubicBezTo>
                    <a:pt x="57" y="9"/>
                    <a:pt x="55" y="10"/>
                    <a:pt x="53" y="11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3" y="9"/>
                    <a:pt x="41" y="8"/>
                    <a:pt x="39" y="8"/>
                  </a:cubicBezTo>
                  <a:cubicBezTo>
                    <a:pt x="20" y="0"/>
                    <a:pt x="3" y="8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0" y="16"/>
                    <a:pt x="5" y="27"/>
                  </a:cubicBezTo>
                  <a:cubicBezTo>
                    <a:pt x="7" y="32"/>
                    <a:pt x="10" y="35"/>
                    <a:pt x="15" y="36"/>
                  </a:cubicBezTo>
                  <a:cubicBezTo>
                    <a:pt x="20" y="39"/>
                    <a:pt x="26" y="38"/>
                    <a:pt x="26" y="38"/>
                  </a:cubicBezTo>
                  <a:cubicBezTo>
                    <a:pt x="40" y="37"/>
                    <a:pt x="42" y="30"/>
                    <a:pt x="44" y="26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2"/>
                    <a:pt x="46" y="19"/>
                    <a:pt x="46" y="17"/>
                  </a:cubicBezTo>
                  <a:cubicBezTo>
                    <a:pt x="48" y="17"/>
                    <a:pt x="50" y="16"/>
                    <a:pt x="52" y="17"/>
                  </a:cubicBezTo>
                  <a:cubicBezTo>
                    <a:pt x="53" y="20"/>
                    <a:pt x="54" y="22"/>
                    <a:pt x="55" y="26"/>
                  </a:cubicBezTo>
                  <a:cubicBezTo>
                    <a:pt x="55" y="26"/>
                    <a:pt x="55" y="26"/>
                    <a:pt x="55" y="27"/>
                  </a:cubicBezTo>
                  <a:cubicBezTo>
                    <a:pt x="57" y="31"/>
                    <a:pt x="60" y="37"/>
                    <a:pt x="74" y="38"/>
                  </a:cubicBezTo>
                  <a:cubicBezTo>
                    <a:pt x="74" y="38"/>
                    <a:pt x="80" y="38"/>
                    <a:pt x="85" y="35"/>
                  </a:cubicBezTo>
                  <a:cubicBezTo>
                    <a:pt x="90" y="33"/>
                    <a:pt x="93" y="30"/>
                    <a:pt x="95" y="26"/>
                  </a:cubicBezTo>
                  <a:close/>
                  <a:moveTo>
                    <a:pt x="26" y="34"/>
                  </a:moveTo>
                  <a:cubicBezTo>
                    <a:pt x="26" y="34"/>
                    <a:pt x="21" y="35"/>
                    <a:pt x="16" y="33"/>
                  </a:cubicBezTo>
                  <a:cubicBezTo>
                    <a:pt x="12" y="31"/>
                    <a:pt x="10" y="29"/>
                    <a:pt x="9" y="26"/>
                  </a:cubicBezTo>
                  <a:cubicBezTo>
                    <a:pt x="5" y="18"/>
                    <a:pt x="5" y="14"/>
                    <a:pt x="5" y="12"/>
                  </a:cubicBezTo>
                  <a:cubicBezTo>
                    <a:pt x="9" y="10"/>
                    <a:pt x="23" y="6"/>
                    <a:pt x="38" y="11"/>
                  </a:cubicBezTo>
                  <a:cubicBezTo>
                    <a:pt x="39" y="12"/>
                    <a:pt x="41" y="13"/>
                    <a:pt x="42" y="13"/>
                  </a:cubicBezTo>
                  <a:cubicBezTo>
                    <a:pt x="42" y="15"/>
                    <a:pt x="42" y="19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8"/>
                    <a:pt x="37" y="33"/>
                    <a:pt x="26" y="34"/>
                  </a:cubicBezTo>
                  <a:close/>
                  <a:moveTo>
                    <a:pt x="84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3" y="33"/>
                    <a:pt x="61" y="29"/>
                    <a:pt x="59" y="25"/>
                  </a:cubicBezTo>
                  <a:cubicBezTo>
                    <a:pt x="59" y="25"/>
                    <a:pt x="59" y="24"/>
                    <a:pt x="59" y="24"/>
                  </a:cubicBezTo>
                  <a:cubicBezTo>
                    <a:pt x="57" y="20"/>
                    <a:pt x="56" y="16"/>
                    <a:pt x="56" y="14"/>
                  </a:cubicBezTo>
                  <a:cubicBezTo>
                    <a:pt x="58" y="13"/>
                    <a:pt x="59" y="13"/>
                    <a:pt x="61" y="12"/>
                  </a:cubicBezTo>
                  <a:cubicBezTo>
                    <a:pt x="75" y="5"/>
                    <a:pt x="90" y="9"/>
                    <a:pt x="94" y="10"/>
                  </a:cubicBezTo>
                  <a:cubicBezTo>
                    <a:pt x="94" y="12"/>
                    <a:pt x="93" y="16"/>
                    <a:pt x="91" y="24"/>
                  </a:cubicBezTo>
                  <a:cubicBezTo>
                    <a:pt x="90" y="28"/>
                    <a:pt x="87" y="30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7" name="Freeform 341">
              <a:extLst>
                <a:ext uri="{FF2B5EF4-FFF2-40B4-BE49-F238E27FC236}">
                  <a16:creationId xmlns:a16="http://schemas.microsoft.com/office/drawing/2014/main" id="{C8EEDAD4-3DCD-46A2-B939-482CAE555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713" y="1458913"/>
              <a:ext cx="157163" cy="112713"/>
            </a:xfrm>
            <a:custGeom>
              <a:avLst/>
              <a:gdLst>
                <a:gd name="T0" fmla="*/ 0 w 42"/>
                <a:gd name="T1" fmla="*/ 4 h 30"/>
                <a:gd name="T2" fmla="*/ 42 w 42"/>
                <a:gd name="T3" fmla="*/ 0 h 30"/>
                <a:gd name="T4" fmla="*/ 0 w 42"/>
                <a:gd name="T5" fmla="*/ 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0">
                  <a:moveTo>
                    <a:pt x="0" y="4"/>
                  </a:moveTo>
                  <a:cubicBezTo>
                    <a:pt x="0" y="4"/>
                    <a:pt x="26" y="30"/>
                    <a:pt x="42" y="0"/>
                  </a:cubicBezTo>
                  <a:cubicBezTo>
                    <a:pt x="42" y="0"/>
                    <a:pt x="28" y="15"/>
                    <a:pt x="0" y="4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8" name="Freeform 342">
              <a:extLst>
                <a:ext uri="{FF2B5EF4-FFF2-40B4-BE49-F238E27FC236}">
                  <a16:creationId xmlns:a16="http://schemas.microsoft.com/office/drawing/2014/main" id="{A090CBB1-3403-4051-8E05-BBE34E46A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8063" y="2514601"/>
              <a:ext cx="173038" cy="228600"/>
            </a:xfrm>
            <a:custGeom>
              <a:avLst/>
              <a:gdLst>
                <a:gd name="T0" fmla="*/ 34 w 46"/>
                <a:gd name="T1" fmla="*/ 7 h 61"/>
                <a:gd name="T2" fmla="*/ 34 w 46"/>
                <a:gd name="T3" fmla="*/ 3 h 61"/>
                <a:gd name="T4" fmla="*/ 17 w 46"/>
                <a:gd name="T5" fmla="*/ 0 h 61"/>
                <a:gd name="T6" fmla="*/ 17 w 46"/>
                <a:gd name="T7" fmla="*/ 7 h 61"/>
                <a:gd name="T8" fmla="*/ 8 w 46"/>
                <a:gd name="T9" fmla="*/ 21 h 61"/>
                <a:gd name="T10" fmla="*/ 0 w 46"/>
                <a:gd name="T11" fmla="*/ 36 h 61"/>
                <a:gd name="T12" fmla="*/ 12 w 46"/>
                <a:gd name="T13" fmla="*/ 28 h 61"/>
                <a:gd name="T14" fmla="*/ 16 w 46"/>
                <a:gd name="T15" fmla="*/ 25 h 61"/>
                <a:gd name="T16" fmla="*/ 16 w 46"/>
                <a:gd name="T17" fmla="*/ 28 h 61"/>
                <a:gd name="T18" fmla="*/ 16 w 46"/>
                <a:gd name="T19" fmla="*/ 29 h 61"/>
                <a:gd name="T20" fmla="*/ 12 w 46"/>
                <a:gd name="T21" fmla="*/ 43 h 61"/>
                <a:gd name="T22" fmla="*/ 13 w 46"/>
                <a:gd name="T23" fmla="*/ 50 h 61"/>
                <a:gd name="T24" fmla="*/ 14 w 46"/>
                <a:gd name="T25" fmla="*/ 51 h 61"/>
                <a:gd name="T26" fmla="*/ 19 w 46"/>
                <a:gd name="T27" fmla="*/ 42 h 61"/>
                <a:gd name="T28" fmla="*/ 20 w 46"/>
                <a:gd name="T29" fmla="*/ 36 h 61"/>
                <a:gd name="T30" fmla="*/ 19 w 46"/>
                <a:gd name="T31" fmla="*/ 47 h 61"/>
                <a:gd name="T32" fmla="*/ 19 w 46"/>
                <a:gd name="T33" fmla="*/ 58 h 61"/>
                <a:gd name="T34" fmla="*/ 23 w 46"/>
                <a:gd name="T35" fmla="*/ 57 h 61"/>
                <a:gd name="T36" fmla="*/ 23 w 46"/>
                <a:gd name="T37" fmla="*/ 58 h 61"/>
                <a:gd name="T38" fmla="*/ 25 w 46"/>
                <a:gd name="T39" fmla="*/ 59 h 61"/>
                <a:gd name="T40" fmla="*/ 34 w 46"/>
                <a:gd name="T41" fmla="*/ 28 h 61"/>
                <a:gd name="T42" fmla="*/ 38 w 46"/>
                <a:gd name="T43" fmla="*/ 48 h 61"/>
                <a:gd name="T44" fmla="*/ 39 w 46"/>
                <a:gd name="T45" fmla="*/ 48 h 61"/>
                <a:gd name="T46" fmla="*/ 41 w 46"/>
                <a:gd name="T47" fmla="*/ 23 h 61"/>
                <a:gd name="T48" fmla="*/ 34 w 46"/>
                <a:gd name="T49" fmla="*/ 7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" h="61">
                  <a:moveTo>
                    <a:pt x="34" y="7"/>
                  </a:moveTo>
                  <a:cubicBezTo>
                    <a:pt x="34" y="5"/>
                    <a:pt x="34" y="4"/>
                    <a:pt x="34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2"/>
                    <a:pt x="17" y="5"/>
                    <a:pt x="17" y="7"/>
                  </a:cubicBezTo>
                  <a:cubicBezTo>
                    <a:pt x="13" y="9"/>
                    <a:pt x="9" y="14"/>
                    <a:pt x="8" y="21"/>
                  </a:cubicBezTo>
                  <a:cubicBezTo>
                    <a:pt x="8" y="27"/>
                    <a:pt x="0" y="33"/>
                    <a:pt x="0" y="36"/>
                  </a:cubicBezTo>
                  <a:cubicBezTo>
                    <a:pt x="5" y="39"/>
                    <a:pt x="9" y="34"/>
                    <a:pt x="12" y="28"/>
                  </a:cubicBezTo>
                  <a:cubicBezTo>
                    <a:pt x="14" y="26"/>
                    <a:pt x="15" y="25"/>
                    <a:pt x="16" y="25"/>
                  </a:cubicBezTo>
                  <a:cubicBezTo>
                    <a:pt x="16" y="27"/>
                    <a:pt x="16" y="28"/>
                    <a:pt x="16" y="28"/>
                  </a:cubicBezTo>
                  <a:cubicBezTo>
                    <a:pt x="16" y="28"/>
                    <a:pt x="16" y="28"/>
                    <a:pt x="16" y="29"/>
                  </a:cubicBezTo>
                  <a:cubicBezTo>
                    <a:pt x="14" y="33"/>
                    <a:pt x="13" y="38"/>
                    <a:pt x="12" y="43"/>
                  </a:cubicBezTo>
                  <a:cubicBezTo>
                    <a:pt x="12" y="46"/>
                    <a:pt x="12" y="48"/>
                    <a:pt x="13" y="50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7" y="49"/>
                    <a:pt x="18" y="45"/>
                    <a:pt x="19" y="42"/>
                  </a:cubicBezTo>
                  <a:cubicBezTo>
                    <a:pt x="19" y="40"/>
                    <a:pt x="20" y="38"/>
                    <a:pt x="20" y="36"/>
                  </a:cubicBezTo>
                  <a:cubicBezTo>
                    <a:pt x="20" y="40"/>
                    <a:pt x="20" y="44"/>
                    <a:pt x="19" y="47"/>
                  </a:cubicBezTo>
                  <a:cubicBezTo>
                    <a:pt x="18" y="50"/>
                    <a:pt x="17" y="54"/>
                    <a:pt x="19" y="58"/>
                  </a:cubicBezTo>
                  <a:cubicBezTo>
                    <a:pt x="20" y="61"/>
                    <a:pt x="22" y="59"/>
                    <a:pt x="23" y="57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3" y="59"/>
                    <a:pt x="24" y="60"/>
                    <a:pt x="25" y="59"/>
                  </a:cubicBezTo>
                  <a:cubicBezTo>
                    <a:pt x="35" y="54"/>
                    <a:pt x="36" y="38"/>
                    <a:pt x="34" y="28"/>
                  </a:cubicBezTo>
                  <a:cubicBezTo>
                    <a:pt x="42" y="33"/>
                    <a:pt x="35" y="42"/>
                    <a:pt x="38" y="48"/>
                  </a:cubicBezTo>
                  <a:cubicBezTo>
                    <a:pt x="38" y="48"/>
                    <a:pt x="39" y="49"/>
                    <a:pt x="39" y="48"/>
                  </a:cubicBezTo>
                  <a:cubicBezTo>
                    <a:pt x="46" y="44"/>
                    <a:pt x="43" y="30"/>
                    <a:pt x="41" y="23"/>
                  </a:cubicBezTo>
                  <a:cubicBezTo>
                    <a:pt x="39" y="18"/>
                    <a:pt x="35" y="12"/>
                    <a:pt x="34" y="7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9" name="Freeform 343">
              <a:extLst>
                <a:ext uri="{FF2B5EF4-FFF2-40B4-BE49-F238E27FC236}">
                  <a16:creationId xmlns:a16="http://schemas.microsoft.com/office/drawing/2014/main" id="{C9674D38-1852-4024-A94F-BFA0D9814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638" y="1709738"/>
              <a:ext cx="277813" cy="854075"/>
            </a:xfrm>
            <a:custGeom>
              <a:avLst/>
              <a:gdLst>
                <a:gd name="T0" fmla="*/ 68 w 74"/>
                <a:gd name="T1" fmla="*/ 227 h 227"/>
                <a:gd name="T2" fmla="*/ 13 w 74"/>
                <a:gd name="T3" fmla="*/ 0 h 227"/>
                <a:gd name="T4" fmla="*/ 2 w 74"/>
                <a:gd name="T5" fmla="*/ 72 h 227"/>
                <a:gd name="T6" fmla="*/ 34 w 74"/>
                <a:gd name="T7" fmla="*/ 227 h 227"/>
                <a:gd name="T8" fmla="*/ 68 w 74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227">
                  <a:moveTo>
                    <a:pt x="68" y="227"/>
                  </a:moveTo>
                  <a:cubicBezTo>
                    <a:pt x="74" y="49"/>
                    <a:pt x="13" y="0"/>
                    <a:pt x="13" y="0"/>
                  </a:cubicBezTo>
                  <a:cubicBezTo>
                    <a:pt x="0" y="13"/>
                    <a:pt x="2" y="72"/>
                    <a:pt x="2" y="72"/>
                  </a:cubicBezTo>
                  <a:cubicBezTo>
                    <a:pt x="20" y="97"/>
                    <a:pt x="31" y="192"/>
                    <a:pt x="34" y="227"/>
                  </a:cubicBezTo>
                  <a:lnTo>
                    <a:pt x="68" y="227"/>
                  </a:ln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0" name="Freeform 344">
              <a:extLst>
                <a:ext uri="{FF2B5EF4-FFF2-40B4-BE49-F238E27FC236}">
                  <a16:creationId xmlns:a16="http://schemas.microsoft.com/office/drawing/2014/main" id="{E7BA4B1F-CD38-4293-ABE6-6334271B0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888" y="2011363"/>
              <a:ext cx="180975" cy="85725"/>
            </a:xfrm>
            <a:custGeom>
              <a:avLst/>
              <a:gdLst>
                <a:gd name="T0" fmla="*/ 48 w 48"/>
                <a:gd name="T1" fmla="*/ 23 h 23"/>
                <a:gd name="T2" fmla="*/ 0 w 48"/>
                <a:gd name="T3" fmla="*/ 5 h 23"/>
                <a:gd name="T4" fmla="*/ 3 w 48"/>
                <a:gd name="T5" fmla="*/ 2 h 23"/>
                <a:gd name="T6" fmla="*/ 20 w 48"/>
                <a:gd name="T7" fmla="*/ 3 h 23"/>
                <a:gd name="T8" fmla="*/ 27 w 48"/>
                <a:gd name="T9" fmla="*/ 5 h 23"/>
                <a:gd name="T10" fmla="*/ 35 w 48"/>
                <a:gd name="T11" fmla="*/ 8 h 23"/>
                <a:gd name="T12" fmla="*/ 48 w 48"/>
                <a:gd name="T13" fmla="*/ 19 h 23"/>
                <a:gd name="T14" fmla="*/ 48 w 48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23">
                  <a:moveTo>
                    <a:pt x="48" y="23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3"/>
                    <a:pt x="2" y="3"/>
                    <a:pt x="3" y="2"/>
                  </a:cubicBezTo>
                  <a:cubicBezTo>
                    <a:pt x="7" y="0"/>
                    <a:pt x="13" y="1"/>
                    <a:pt x="20" y="3"/>
                  </a:cubicBezTo>
                  <a:cubicBezTo>
                    <a:pt x="22" y="3"/>
                    <a:pt x="25" y="4"/>
                    <a:pt x="27" y="5"/>
                  </a:cubicBezTo>
                  <a:cubicBezTo>
                    <a:pt x="30" y="6"/>
                    <a:pt x="32" y="7"/>
                    <a:pt x="35" y="8"/>
                  </a:cubicBezTo>
                  <a:cubicBezTo>
                    <a:pt x="41" y="11"/>
                    <a:pt x="46" y="15"/>
                    <a:pt x="48" y="19"/>
                  </a:cubicBezTo>
                  <a:cubicBezTo>
                    <a:pt x="48" y="20"/>
                    <a:pt x="48" y="21"/>
                    <a:pt x="48" y="23"/>
                  </a:cubicBezTo>
                  <a:close/>
                </a:path>
              </a:pathLst>
            </a:custGeom>
            <a:solidFill>
              <a:srgbClr val="BCC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1" name="Freeform 345">
              <a:extLst>
                <a:ext uri="{FF2B5EF4-FFF2-40B4-BE49-F238E27FC236}">
                  <a16:creationId xmlns:a16="http://schemas.microsoft.com/office/drawing/2014/main" id="{676FACA3-CBCA-4D77-9336-A44B42A4C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1976438"/>
              <a:ext cx="82550" cy="95250"/>
            </a:xfrm>
            <a:custGeom>
              <a:avLst/>
              <a:gdLst>
                <a:gd name="T0" fmla="*/ 21 w 22"/>
                <a:gd name="T1" fmla="*/ 7 h 25"/>
                <a:gd name="T2" fmla="*/ 18 w 22"/>
                <a:gd name="T3" fmla="*/ 2 h 25"/>
                <a:gd name="T4" fmla="*/ 13 w 22"/>
                <a:gd name="T5" fmla="*/ 0 h 25"/>
                <a:gd name="T6" fmla="*/ 8 w 22"/>
                <a:gd name="T7" fmla="*/ 2 h 25"/>
                <a:gd name="T8" fmla="*/ 7 w 22"/>
                <a:gd name="T9" fmla="*/ 1 h 25"/>
                <a:gd name="T10" fmla="*/ 0 w 22"/>
                <a:gd name="T11" fmla="*/ 20 h 25"/>
                <a:gd name="T12" fmla="*/ 15 w 22"/>
                <a:gd name="T13" fmla="*/ 25 h 25"/>
                <a:gd name="T14" fmla="*/ 22 w 22"/>
                <a:gd name="T15" fmla="*/ 7 h 25"/>
                <a:gd name="T16" fmla="*/ 21 w 22"/>
                <a:gd name="T17" fmla="*/ 7 h 25"/>
                <a:gd name="T18" fmla="*/ 14 w 22"/>
                <a:gd name="T19" fmla="*/ 5 h 25"/>
                <a:gd name="T20" fmla="*/ 16 w 22"/>
                <a:gd name="T21" fmla="*/ 9 h 25"/>
                <a:gd name="T22" fmla="*/ 12 w 22"/>
                <a:gd name="T23" fmla="*/ 11 h 25"/>
                <a:gd name="T24" fmla="*/ 10 w 22"/>
                <a:gd name="T25" fmla="*/ 7 h 25"/>
                <a:gd name="T26" fmla="*/ 14 w 22"/>
                <a:gd name="T27" fmla="*/ 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5">
                  <a:moveTo>
                    <a:pt x="21" y="7"/>
                  </a:moveTo>
                  <a:cubicBezTo>
                    <a:pt x="19" y="6"/>
                    <a:pt x="17" y="4"/>
                    <a:pt x="18" y="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2"/>
                    <a:pt x="10" y="3"/>
                    <a:pt x="8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1" y="7"/>
                    <a:pt x="21" y="7"/>
                  </a:cubicBezTo>
                  <a:close/>
                  <a:moveTo>
                    <a:pt x="14" y="5"/>
                  </a:moveTo>
                  <a:cubicBezTo>
                    <a:pt x="16" y="5"/>
                    <a:pt x="17" y="7"/>
                    <a:pt x="16" y="9"/>
                  </a:cubicBezTo>
                  <a:cubicBezTo>
                    <a:pt x="15" y="11"/>
                    <a:pt x="13" y="12"/>
                    <a:pt x="12" y="11"/>
                  </a:cubicBezTo>
                  <a:cubicBezTo>
                    <a:pt x="10" y="10"/>
                    <a:pt x="9" y="8"/>
                    <a:pt x="10" y="7"/>
                  </a:cubicBezTo>
                  <a:cubicBezTo>
                    <a:pt x="10" y="5"/>
                    <a:pt x="12" y="4"/>
                    <a:pt x="14" y="5"/>
                  </a:cubicBezTo>
                  <a:close/>
                </a:path>
              </a:pathLst>
            </a:custGeom>
            <a:solidFill>
              <a:srgbClr val="BCC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2" name="Freeform 346">
              <a:extLst>
                <a:ext uri="{FF2B5EF4-FFF2-40B4-BE49-F238E27FC236}">
                  <a16:creationId xmlns:a16="http://schemas.microsoft.com/office/drawing/2014/main" id="{4AD63913-4F63-43BD-9EC2-B3D9D498C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1995488"/>
              <a:ext cx="423863" cy="481013"/>
            </a:xfrm>
            <a:custGeom>
              <a:avLst/>
              <a:gdLst>
                <a:gd name="T0" fmla="*/ 77 w 113"/>
                <a:gd name="T1" fmla="*/ 126 h 128"/>
                <a:gd name="T2" fmla="*/ 73 w 113"/>
                <a:gd name="T3" fmla="*/ 127 h 128"/>
                <a:gd name="T4" fmla="*/ 2 w 113"/>
                <a:gd name="T5" fmla="*/ 101 h 128"/>
                <a:gd name="T6" fmla="*/ 0 w 113"/>
                <a:gd name="T7" fmla="*/ 96 h 128"/>
                <a:gd name="T8" fmla="*/ 36 w 113"/>
                <a:gd name="T9" fmla="*/ 2 h 128"/>
                <a:gd name="T10" fmla="*/ 40 w 113"/>
                <a:gd name="T11" fmla="*/ 1 h 128"/>
                <a:gd name="T12" fmla="*/ 111 w 113"/>
                <a:gd name="T13" fmla="*/ 27 h 128"/>
                <a:gd name="T14" fmla="*/ 112 w 113"/>
                <a:gd name="T15" fmla="*/ 32 h 128"/>
                <a:gd name="T16" fmla="*/ 77 w 113"/>
                <a:gd name="T17" fmla="*/ 12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28">
                  <a:moveTo>
                    <a:pt x="77" y="126"/>
                  </a:moveTo>
                  <a:cubicBezTo>
                    <a:pt x="76" y="127"/>
                    <a:pt x="74" y="128"/>
                    <a:pt x="73" y="127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0" y="100"/>
                    <a:pt x="0" y="98"/>
                    <a:pt x="0" y="96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37" y="1"/>
                    <a:pt x="38" y="0"/>
                    <a:pt x="40" y="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2" y="28"/>
                    <a:pt x="113" y="30"/>
                    <a:pt x="112" y="32"/>
                  </a:cubicBezTo>
                  <a:lnTo>
                    <a:pt x="77" y="126"/>
                  </a:lnTo>
                  <a:close/>
                </a:path>
              </a:pathLst>
            </a:custGeom>
            <a:solidFill>
              <a:srgbClr val="B340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3" name="Freeform 347">
              <a:extLst>
                <a:ext uri="{FF2B5EF4-FFF2-40B4-BE49-F238E27FC236}">
                  <a16:creationId xmlns:a16="http://schemas.microsoft.com/office/drawing/2014/main" id="{24D1A6DC-57CC-43B6-B72D-75088B683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788" y="2225676"/>
              <a:ext cx="225425" cy="195263"/>
            </a:xfrm>
            <a:custGeom>
              <a:avLst/>
              <a:gdLst>
                <a:gd name="T0" fmla="*/ 48 w 60"/>
                <a:gd name="T1" fmla="*/ 1 h 52"/>
                <a:gd name="T2" fmla="*/ 27 w 60"/>
                <a:gd name="T3" fmla="*/ 6 h 52"/>
                <a:gd name="T4" fmla="*/ 12 w 60"/>
                <a:gd name="T5" fmla="*/ 9 h 52"/>
                <a:gd name="T6" fmla="*/ 7 w 60"/>
                <a:gd name="T7" fmla="*/ 17 h 52"/>
                <a:gd name="T8" fmla="*/ 5 w 60"/>
                <a:gd name="T9" fmla="*/ 27 h 52"/>
                <a:gd name="T10" fmla="*/ 5 w 60"/>
                <a:gd name="T11" fmla="*/ 28 h 52"/>
                <a:gd name="T12" fmla="*/ 5 w 60"/>
                <a:gd name="T13" fmla="*/ 28 h 52"/>
                <a:gd name="T14" fmla="*/ 8 w 60"/>
                <a:gd name="T15" fmla="*/ 31 h 52"/>
                <a:gd name="T16" fmla="*/ 9 w 60"/>
                <a:gd name="T17" fmla="*/ 31 h 52"/>
                <a:gd name="T18" fmla="*/ 34 w 60"/>
                <a:gd name="T19" fmla="*/ 51 h 52"/>
                <a:gd name="T20" fmla="*/ 44 w 60"/>
                <a:gd name="T21" fmla="*/ 45 h 52"/>
                <a:gd name="T22" fmla="*/ 52 w 60"/>
                <a:gd name="T23" fmla="*/ 43 h 52"/>
                <a:gd name="T24" fmla="*/ 49 w 60"/>
                <a:gd name="T25" fmla="*/ 35 h 52"/>
                <a:gd name="T26" fmla="*/ 56 w 60"/>
                <a:gd name="T27" fmla="*/ 33 h 52"/>
                <a:gd name="T28" fmla="*/ 53 w 60"/>
                <a:gd name="T29" fmla="*/ 26 h 52"/>
                <a:gd name="T30" fmla="*/ 58 w 60"/>
                <a:gd name="T31" fmla="*/ 21 h 52"/>
                <a:gd name="T32" fmla="*/ 51 w 60"/>
                <a:gd name="T33" fmla="*/ 17 h 52"/>
                <a:gd name="T34" fmla="*/ 40 w 60"/>
                <a:gd name="T35" fmla="*/ 14 h 52"/>
                <a:gd name="T36" fmla="*/ 51 w 60"/>
                <a:gd name="T37" fmla="*/ 1 h 52"/>
                <a:gd name="T38" fmla="*/ 48 w 60"/>
                <a:gd name="T39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" h="52">
                  <a:moveTo>
                    <a:pt x="48" y="1"/>
                  </a:moveTo>
                  <a:cubicBezTo>
                    <a:pt x="42" y="7"/>
                    <a:pt x="35" y="5"/>
                    <a:pt x="27" y="6"/>
                  </a:cubicBezTo>
                  <a:cubicBezTo>
                    <a:pt x="22" y="7"/>
                    <a:pt x="15" y="7"/>
                    <a:pt x="12" y="9"/>
                  </a:cubicBezTo>
                  <a:cubicBezTo>
                    <a:pt x="0" y="4"/>
                    <a:pt x="10" y="15"/>
                    <a:pt x="7" y="17"/>
                  </a:cubicBezTo>
                  <a:cubicBezTo>
                    <a:pt x="4" y="20"/>
                    <a:pt x="3" y="24"/>
                    <a:pt x="5" y="27"/>
                  </a:cubicBezTo>
                  <a:cubicBezTo>
                    <a:pt x="5" y="27"/>
                    <a:pt x="5" y="27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6" y="29"/>
                    <a:pt x="7" y="30"/>
                    <a:pt x="8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7" y="39"/>
                    <a:pt x="22" y="49"/>
                    <a:pt x="34" y="51"/>
                  </a:cubicBezTo>
                  <a:cubicBezTo>
                    <a:pt x="40" y="52"/>
                    <a:pt x="46" y="50"/>
                    <a:pt x="44" y="45"/>
                  </a:cubicBezTo>
                  <a:cubicBezTo>
                    <a:pt x="47" y="45"/>
                    <a:pt x="51" y="46"/>
                    <a:pt x="52" y="43"/>
                  </a:cubicBezTo>
                  <a:cubicBezTo>
                    <a:pt x="54" y="40"/>
                    <a:pt x="51" y="37"/>
                    <a:pt x="49" y="35"/>
                  </a:cubicBezTo>
                  <a:cubicBezTo>
                    <a:pt x="51" y="35"/>
                    <a:pt x="55" y="35"/>
                    <a:pt x="56" y="33"/>
                  </a:cubicBezTo>
                  <a:cubicBezTo>
                    <a:pt x="56" y="30"/>
                    <a:pt x="55" y="28"/>
                    <a:pt x="53" y="26"/>
                  </a:cubicBezTo>
                  <a:cubicBezTo>
                    <a:pt x="56" y="26"/>
                    <a:pt x="60" y="24"/>
                    <a:pt x="58" y="21"/>
                  </a:cubicBezTo>
                  <a:cubicBezTo>
                    <a:pt x="56" y="18"/>
                    <a:pt x="54" y="18"/>
                    <a:pt x="51" y="17"/>
                  </a:cubicBezTo>
                  <a:cubicBezTo>
                    <a:pt x="47" y="16"/>
                    <a:pt x="43" y="15"/>
                    <a:pt x="40" y="14"/>
                  </a:cubicBezTo>
                  <a:cubicBezTo>
                    <a:pt x="46" y="12"/>
                    <a:pt x="51" y="10"/>
                    <a:pt x="51" y="1"/>
                  </a:cubicBezTo>
                  <a:cubicBezTo>
                    <a:pt x="51" y="0"/>
                    <a:pt x="49" y="0"/>
                    <a:pt x="48" y="1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4" name="Freeform 348">
              <a:extLst>
                <a:ext uri="{FF2B5EF4-FFF2-40B4-BE49-F238E27FC236}">
                  <a16:creationId xmlns:a16="http://schemas.microsoft.com/office/drawing/2014/main" id="{0EC99EEF-95A5-4A08-866A-B6933B94B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513" y="1717676"/>
              <a:ext cx="382588" cy="665163"/>
            </a:xfrm>
            <a:custGeom>
              <a:avLst/>
              <a:gdLst>
                <a:gd name="T0" fmla="*/ 102 w 102"/>
                <a:gd name="T1" fmla="*/ 135 h 177"/>
                <a:gd name="T2" fmla="*/ 53 w 102"/>
                <a:gd name="T3" fmla="*/ 109 h 177"/>
                <a:gd name="T4" fmla="*/ 90 w 102"/>
                <a:gd name="T5" fmla="*/ 48 h 177"/>
                <a:gd name="T6" fmla="*/ 78 w 102"/>
                <a:gd name="T7" fmla="*/ 0 h 177"/>
                <a:gd name="T8" fmla="*/ 7 w 102"/>
                <a:gd name="T9" fmla="*/ 104 h 177"/>
                <a:gd name="T10" fmla="*/ 84 w 102"/>
                <a:gd name="T11" fmla="*/ 177 h 177"/>
                <a:gd name="T12" fmla="*/ 102 w 102"/>
                <a:gd name="T13" fmla="*/ 13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177">
                  <a:moveTo>
                    <a:pt x="102" y="135"/>
                  </a:moveTo>
                  <a:cubicBezTo>
                    <a:pt x="84" y="128"/>
                    <a:pt x="56" y="116"/>
                    <a:pt x="53" y="109"/>
                  </a:cubicBezTo>
                  <a:cubicBezTo>
                    <a:pt x="48" y="98"/>
                    <a:pt x="87" y="63"/>
                    <a:pt x="90" y="48"/>
                  </a:cubicBezTo>
                  <a:cubicBezTo>
                    <a:pt x="93" y="33"/>
                    <a:pt x="78" y="0"/>
                    <a:pt x="78" y="0"/>
                  </a:cubicBezTo>
                  <a:cubicBezTo>
                    <a:pt x="76" y="4"/>
                    <a:pt x="16" y="62"/>
                    <a:pt x="7" y="104"/>
                  </a:cubicBezTo>
                  <a:cubicBezTo>
                    <a:pt x="0" y="139"/>
                    <a:pt x="47" y="164"/>
                    <a:pt x="84" y="177"/>
                  </a:cubicBezTo>
                  <a:cubicBezTo>
                    <a:pt x="91" y="164"/>
                    <a:pt x="97" y="150"/>
                    <a:pt x="102" y="135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695" name="Group 694">
            <a:extLst>
              <a:ext uri="{FF2B5EF4-FFF2-40B4-BE49-F238E27FC236}">
                <a16:creationId xmlns:a16="http://schemas.microsoft.com/office/drawing/2014/main" id="{FAEB50BC-340E-4670-B920-EF34257AE70D}"/>
              </a:ext>
            </a:extLst>
          </p:cNvPr>
          <p:cNvGrpSpPr/>
          <p:nvPr/>
        </p:nvGrpSpPr>
        <p:grpSpPr>
          <a:xfrm>
            <a:off x="9087527" y="3512105"/>
            <a:ext cx="2120899" cy="2579688"/>
            <a:chOff x="5260976" y="1035050"/>
            <a:chExt cx="2120899" cy="2579688"/>
          </a:xfrm>
        </p:grpSpPr>
        <p:sp>
          <p:nvSpPr>
            <p:cNvPr id="435" name="Rectangle 349">
              <a:extLst>
                <a:ext uri="{FF2B5EF4-FFF2-40B4-BE49-F238E27FC236}">
                  <a16:creationId xmlns:a16="http://schemas.microsoft.com/office/drawing/2014/main" id="{9D827386-1E91-42C5-AF6C-41DBCB635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0363" y="2451101"/>
              <a:ext cx="41275" cy="91916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6" name="Rectangle 350">
              <a:extLst>
                <a:ext uri="{FF2B5EF4-FFF2-40B4-BE49-F238E27FC236}">
                  <a16:creationId xmlns:a16="http://schemas.microsoft.com/office/drawing/2014/main" id="{BCC83DC4-780F-4B18-97E7-88F62B11C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413" y="3370263"/>
              <a:ext cx="273050" cy="57150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7" name="Rectangle 351">
              <a:extLst>
                <a:ext uri="{FF2B5EF4-FFF2-40B4-BE49-F238E27FC236}">
                  <a16:creationId xmlns:a16="http://schemas.microsoft.com/office/drawing/2014/main" id="{758427EE-843F-4621-97BD-A08ABE7C8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411538"/>
              <a:ext cx="41275" cy="11271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8" name="Rectangle 352">
              <a:extLst>
                <a:ext uri="{FF2B5EF4-FFF2-40B4-BE49-F238E27FC236}">
                  <a16:creationId xmlns:a16="http://schemas.microsoft.com/office/drawing/2014/main" id="{AED03068-A6C1-448F-A53B-4549E4E93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3411538"/>
              <a:ext cx="57150" cy="11271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9" name="Rectangle 353">
              <a:extLst>
                <a:ext uri="{FF2B5EF4-FFF2-40B4-BE49-F238E27FC236}">
                  <a16:creationId xmlns:a16="http://schemas.microsoft.com/office/drawing/2014/main" id="{93677B4F-A316-441B-9656-79B3E2FAD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6" y="2451101"/>
              <a:ext cx="30163" cy="91916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0" name="Rectangle 354">
              <a:extLst>
                <a:ext uri="{FF2B5EF4-FFF2-40B4-BE49-F238E27FC236}">
                  <a16:creationId xmlns:a16="http://schemas.microsoft.com/office/drawing/2014/main" id="{6CC651A0-7E4E-4EDC-B2FD-E35447DD7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1" y="3370263"/>
              <a:ext cx="288925" cy="57150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1" name="Rectangle 355">
              <a:extLst>
                <a:ext uri="{FF2B5EF4-FFF2-40B4-BE49-F238E27FC236}">
                  <a16:creationId xmlns:a16="http://schemas.microsoft.com/office/drawing/2014/main" id="{3FDB9488-6185-404F-AFEE-3FA78D780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0663" y="3411538"/>
              <a:ext cx="52388" cy="11271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2" name="Rectangle 356">
              <a:extLst>
                <a:ext uri="{FF2B5EF4-FFF2-40B4-BE49-F238E27FC236}">
                  <a16:creationId xmlns:a16="http://schemas.microsoft.com/office/drawing/2014/main" id="{3F6F45B3-791F-4ED1-BA9B-C78A2BC9E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476" y="3411538"/>
              <a:ext cx="66675" cy="11271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3" name="Rectangle 357">
              <a:extLst>
                <a:ext uri="{FF2B5EF4-FFF2-40B4-BE49-F238E27FC236}">
                  <a16:creationId xmlns:a16="http://schemas.microsoft.com/office/drawing/2014/main" id="{A4B852BF-9C8F-4347-9916-9EE00414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413" y="1252538"/>
              <a:ext cx="1497013" cy="1254125"/>
            </a:xfrm>
            <a:prstGeom prst="rect">
              <a:avLst/>
            </a:prstGeom>
            <a:solidFill>
              <a:srgbClr val="969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4" name="Rectangle 358">
              <a:extLst>
                <a:ext uri="{FF2B5EF4-FFF2-40B4-BE49-F238E27FC236}">
                  <a16:creationId xmlns:a16="http://schemas.microsoft.com/office/drawing/2014/main" id="{21B8F16F-6D62-490B-AA54-383024BE3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813" y="1308101"/>
              <a:ext cx="1430338" cy="1143000"/>
            </a:xfrm>
            <a:prstGeom prst="rect">
              <a:avLst/>
            </a:prstGeom>
            <a:solidFill>
              <a:srgbClr val="E0D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5" name="Rectangle 359">
              <a:extLst>
                <a:ext uri="{FF2B5EF4-FFF2-40B4-BE49-F238E27FC236}">
                  <a16:creationId xmlns:a16="http://schemas.microsoft.com/office/drawing/2014/main" id="{73CFDBF1-76C4-4D41-993A-6758330D4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0976" y="1225551"/>
              <a:ext cx="1625600" cy="82550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6" name="Rectangle 360">
              <a:extLst>
                <a:ext uri="{FF2B5EF4-FFF2-40B4-BE49-F238E27FC236}">
                  <a16:creationId xmlns:a16="http://schemas.microsoft.com/office/drawing/2014/main" id="{C5339363-E2B3-4A82-9462-25D90CFF2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0976" y="2435226"/>
              <a:ext cx="1625600" cy="71438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7" name="Rectangle 361">
              <a:extLst>
                <a:ext uri="{FF2B5EF4-FFF2-40B4-BE49-F238E27FC236}">
                  <a16:creationId xmlns:a16="http://schemas.microsoft.com/office/drawing/2014/main" id="{6F8A3692-DAB7-4F12-94E2-8728539FA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6238" y="2713038"/>
              <a:ext cx="1223963" cy="11113"/>
            </a:xfrm>
            <a:prstGeom prst="rect">
              <a:avLst/>
            </a:pr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8" name="Rectangle 362">
              <a:extLst>
                <a:ext uri="{FF2B5EF4-FFF2-40B4-BE49-F238E27FC236}">
                  <a16:creationId xmlns:a16="http://schemas.microsoft.com/office/drawing/2014/main" id="{20DF30E0-C9B8-4132-9216-2F09AD9FD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5463" y="1500188"/>
              <a:ext cx="98425" cy="676275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9" name="Rectangle 363">
              <a:extLst>
                <a:ext uri="{FF2B5EF4-FFF2-40B4-BE49-F238E27FC236}">
                  <a16:creationId xmlns:a16="http://schemas.microsoft.com/office/drawing/2014/main" id="{1FFCCD65-35C9-4F2D-A867-020763044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609726"/>
              <a:ext cx="109538" cy="566738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0" name="Rectangle 364">
              <a:extLst>
                <a:ext uri="{FF2B5EF4-FFF2-40B4-BE49-F238E27FC236}">
                  <a16:creationId xmlns:a16="http://schemas.microsoft.com/office/drawing/2014/main" id="{2B5861E0-F0DC-467A-95CD-C2E8B2E1A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2651" y="1679576"/>
              <a:ext cx="98425" cy="496888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1" name="Rectangle 365">
              <a:extLst>
                <a:ext uri="{FF2B5EF4-FFF2-40B4-BE49-F238E27FC236}">
                  <a16:creationId xmlns:a16="http://schemas.microsoft.com/office/drawing/2014/main" id="{0F5E71C4-3477-47FB-8108-4CE71CA25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7913" y="1804988"/>
              <a:ext cx="82550" cy="371475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2" name="Rectangle 366">
              <a:extLst>
                <a:ext uri="{FF2B5EF4-FFF2-40B4-BE49-F238E27FC236}">
                  <a16:creationId xmlns:a16="http://schemas.microsoft.com/office/drawing/2014/main" id="{C3B8939F-198C-47CA-8197-608EBAC5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8726" y="1651001"/>
              <a:ext cx="123825" cy="525463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3" name="Rectangle 367">
              <a:extLst>
                <a:ext uri="{FF2B5EF4-FFF2-40B4-BE49-F238E27FC236}">
                  <a16:creationId xmlns:a16="http://schemas.microsoft.com/office/drawing/2014/main" id="{E8349316-09D7-43FB-91BF-88FD2CE29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7351" y="2217738"/>
              <a:ext cx="1155700" cy="25400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4" name="Rectangle 368">
              <a:extLst>
                <a:ext uri="{FF2B5EF4-FFF2-40B4-BE49-F238E27FC236}">
                  <a16:creationId xmlns:a16="http://schemas.microsoft.com/office/drawing/2014/main" id="{003B2DE5-3D4D-48CF-9557-E7FD93345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451" y="1489076"/>
              <a:ext cx="22225" cy="852488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5" name="Rectangle 369">
              <a:extLst>
                <a:ext uri="{FF2B5EF4-FFF2-40B4-BE49-F238E27FC236}">
                  <a16:creationId xmlns:a16="http://schemas.microsoft.com/office/drawing/2014/main" id="{583BD062-09BD-4F6E-906B-F667F1572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5976" y="1390651"/>
              <a:ext cx="344488" cy="41275"/>
            </a:xfrm>
            <a:prstGeom prst="rect">
              <a:avLst/>
            </a:prstGeom>
            <a:solidFill>
              <a:srgbClr val="394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6" name="Freeform 370">
              <a:extLst>
                <a:ext uri="{FF2B5EF4-FFF2-40B4-BE49-F238E27FC236}">
                  <a16:creationId xmlns:a16="http://schemas.microsoft.com/office/drawing/2014/main" id="{59F76AFA-4DA0-4A93-A01D-F8A07DC58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6313" y="1962151"/>
              <a:ext cx="255588" cy="209550"/>
            </a:xfrm>
            <a:custGeom>
              <a:avLst/>
              <a:gdLst>
                <a:gd name="T0" fmla="*/ 62 w 68"/>
                <a:gd name="T1" fmla="*/ 28 h 56"/>
                <a:gd name="T2" fmla="*/ 53 w 68"/>
                <a:gd name="T3" fmla="*/ 22 h 56"/>
                <a:gd name="T4" fmla="*/ 40 w 68"/>
                <a:gd name="T5" fmla="*/ 11 h 56"/>
                <a:gd name="T6" fmla="*/ 29 w 68"/>
                <a:gd name="T7" fmla="*/ 0 h 56"/>
                <a:gd name="T8" fmla="*/ 35 w 68"/>
                <a:gd name="T9" fmla="*/ 16 h 56"/>
                <a:gd name="T10" fmla="*/ 5 w 68"/>
                <a:gd name="T11" fmla="*/ 19 h 56"/>
                <a:gd name="T12" fmla="*/ 7 w 68"/>
                <a:gd name="T13" fmla="*/ 28 h 56"/>
                <a:gd name="T14" fmla="*/ 13 w 68"/>
                <a:gd name="T15" fmla="*/ 35 h 56"/>
                <a:gd name="T16" fmla="*/ 9 w 68"/>
                <a:gd name="T17" fmla="*/ 38 h 56"/>
                <a:gd name="T18" fmla="*/ 54 w 68"/>
                <a:gd name="T19" fmla="*/ 49 h 56"/>
                <a:gd name="T20" fmla="*/ 63 w 68"/>
                <a:gd name="T21" fmla="*/ 42 h 56"/>
                <a:gd name="T22" fmla="*/ 62 w 68"/>
                <a:gd name="T23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56">
                  <a:moveTo>
                    <a:pt x="62" y="28"/>
                  </a:moveTo>
                  <a:cubicBezTo>
                    <a:pt x="62" y="28"/>
                    <a:pt x="55" y="26"/>
                    <a:pt x="53" y="22"/>
                  </a:cubicBezTo>
                  <a:cubicBezTo>
                    <a:pt x="51" y="18"/>
                    <a:pt x="49" y="16"/>
                    <a:pt x="40" y="11"/>
                  </a:cubicBezTo>
                  <a:cubicBezTo>
                    <a:pt x="31" y="6"/>
                    <a:pt x="29" y="0"/>
                    <a:pt x="29" y="0"/>
                  </a:cubicBezTo>
                  <a:cubicBezTo>
                    <a:pt x="29" y="0"/>
                    <a:pt x="21" y="7"/>
                    <a:pt x="35" y="16"/>
                  </a:cubicBezTo>
                  <a:cubicBezTo>
                    <a:pt x="43" y="21"/>
                    <a:pt x="14" y="20"/>
                    <a:pt x="5" y="19"/>
                  </a:cubicBezTo>
                  <a:cubicBezTo>
                    <a:pt x="5" y="19"/>
                    <a:pt x="0" y="23"/>
                    <a:pt x="7" y="28"/>
                  </a:cubicBezTo>
                  <a:cubicBezTo>
                    <a:pt x="12" y="31"/>
                    <a:pt x="11" y="32"/>
                    <a:pt x="13" y="35"/>
                  </a:cubicBezTo>
                  <a:cubicBezTo>
                    <a:pt x="9" y="34"/>
                    <a:pt x="5" y="34"/>
                    <a:pt x="9" y="38"/>
                  </a:cubicBezTo>
                  <a:cubicBezTo>
                    <a:pt x="16" y="46"/>
                    <a:pt x="45" y="56"/>
                    <a:pt x="54" y="49"/>
                  </a:cubicBezTo>
                  <a:cubicBezTo>
                    <a:pt x="58" y="48"/>
                    <a:pt x="61" y="45"/>
                    <a:pt x="63" y="42"/>
                  </a:cubicBezTo>
                  <a:cubicBezTo>
                    <a:pt x="68" y="29"/>
                    <a:pt x="62" y="28"/>
                    <a:pt x="62" y="28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7" name="Freeform 371">
              <a:extLst>
                <a:ext uri="{FF2B5EF4-FFF2-40B4-BE49-F238E27FC236}">
                  <a16:creationId xmlns:a16="http://schemas.microsoft.com/office/drawing/2014/main" id="{47AD1F51-C6FF-4C33-BB4D-0B75559FA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8401" y="1717676"/>
              <a:ext cx="484188" cy="541338"/>
            </a:xfrm>
            <a:custGeom>
              <a:avLst/>
              <a:gdLst>
                <a:gd name="T0" fmla="*/ 129 w 129"/>
                <a:gd name="T1" fmla="*/ 48 h 144"/>
                <a:gd name="T2" fmla="*/ 93 w 129"/>
                <a:gd name="T3" fmla="*/ 139 h 144"/>
                <a:gd name="T4" fmla="*/ 0 w 129"/>
                <a:gd name="T5" fmla="*/ 120 h 144"/>
                <a:gd name="T6" fmla="*/ 8 w 129"/>
                <a:gd name="T7" fmla="*/ 86 h 144"/>
                <a:gd name="T8" fmla="*/ 76 w 129"/>
                <a:gd name="T9" fmla="*/ 99 h 144"/>
                <a:gd name="T10" fmla="*/ 112 w 129"/>
                <a:gd name="T11" fmla="*/ 0 h 144"/>
                <a:gd name="T12" fmla="*/ 129 w 129"/>
                <a:gd name="T13" fmla="*/ 48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144">
                  <a:moveTo>
                    <a:pt x="129" y="48"/>
                  </a:moveTo>
                  <a:cubicBezTo>
                    <a:pt x="129" y="48"/>
                    <a:pt x="122" y="113"/>
                    <a:pt x="93" y="139"/>
                  </a:cubicBezTo>
                  <a:cubicBezTo>
                    <a:pt x="87" y="144"/>
                    <a:pt x="0" y="120"/>
                    <a:pt x="0" y="120"/>
                  </a:cubicBezTo>
                  <a:cubicBezTo>
                    <a:pt x="8" y="86"/>
                    <a:pt x="8" y="86"/>
                    <a:pt x="8" y="86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76" y="99"/>
                    <a:pt x="85" y="30"/>
                    <a:pt x="112" y="0"/>
                  </a:cubicBezTo>
                  <a:lnTo>
                    <a:pt x="129" y="48"/>
                  </a:ln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8" name="Freeform 372">
              <a:extLst>
                <a:ext uri="{FF2B5EF4-FFF2-40B4-BE49-F238E27FC236}">
                  <a16:creationId xmlns:a16="http://schemas.microsoft.com/office/drawing/2014/main" id="{E0EA82B4-2F0F-402D-8F52-AEAC504DE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7063" y="3344863"/>
              <a:ext cx="171450" cy="220663"/>
            </a:xfrm>
            <a:custGeom>
              <a:avLst/>
              <a:gdLst>
                <a:gd name="T0" fmla="*/ 46 w 46"/>
                <a:gd name="T1" fmla="*/ 59 h 59"/>
                <a:gd name="T2" fmla="*/ 0 w 46"/>
                <a:gd name="T3" fmla="*/ 54 h 59"/>
                <a:gd name="T4" fmla="*/ 4 w 46"/>
                <a:gd name="T5" fmla="*/ 32 h 59"/>
                <a:gd name="T6" fmla="*/ 4 w 46"/>
                <a:gd name="T7" fmla="*/ 7 h 59"/>
                <a:gd name="T8" fmla="*/ 34 w 46"/>
                <a:gd name="T9" fmla="*/ 7 h 59"/>
                <a:gd name="T10" fmla="*/ 38 w 46"/>
                <a:gd name="T11" fmla="*/ 32 h 59"/>
                <a:gd name="T12" fmla="*/ 46 w 46"/>
                <a:gd name="T1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59">
                  <a:moveTo>
                    <a:pt x="46" y="59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2" y="51"/>
                    <a:pt x="3" y="40"/>
                    <a:pt x="4" y="32"/>
                  </a:cubicBezTo>
                  <a:cubicBezTo>
                    <a:pt x="5" y="21"/>
                    <a:pt x="4" y="7"/>
                    <a:pt x="4" y="7"/>
                  </a:cubicBezTo>
                  <a:cubicBezTo>
                    <a:pt x="4" y="7"/>
                    <a:pt x="34" y="0"/>
                    <a:pt x="34" y="7"/>
                  </a:cubicBezTo>
                  <a:cubicBezTo>
                    <a:pt x="34" y="18"/>
                    <a:pt x="36" y="24"/>
                    <a:pt x="38" y="32"/>
                  </a:cubicBezTo>
                  <a:cubicBezTo>
                    <a:pt x="41" y="44"/>
                    <a:pt x="46" y="59"/>
                    <a:pt x="46" y="5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9" name="Freeform 373">
              <a:extLst>
                <a:ext uri="{FF2B5EF4-FFF2-40B4-BE49-F238E27FC236}">
                  <a16:creationId xmlns:a16="http://schemas.microsoft.com/office/drawing/2014/main" id="{361325C9-3B84-44CD-A9DE-A0BAB363F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8013" y="3498851"/>
              <a:ext cx="190500" cy="93663"/>
            </a:xfrm>
            <a:custGeom>
              <a:avLst/>
              <a:gdLst>
                <a:gd name="T0" fmla="*/ 51 w 51"/>
                <a:gd name="T1" fmla="*/ 21 h 25"/>
                <a:gd name="T2" fmla="*/ 51 w 51"/>
                <a:gd name="T3" fmla="*/ 20 h 25"/>
                <a:gd name="T4" fmla="*/ 49 w 51"/>
                <a:gd name="T5" fmla="*/ 25 h 25"/>
                <a:gd name="T6" fmla="*/ 2 w 51"/>
                <a:gd name="T7" fmla="*/ 25 h 25"/>
                <a:gd name="T8" fmla="*/ 0 w 51"/>
                <a:gd name="T9" fmla="*/ 20 h 25"/>
                <a:gd name="T10" fmla="*/ 0 w 51"/>
                <a:gd name="T11" fmla="*/ 20 h 25"/>
                <a:gd name="T12" fmla="*/ 26 w 51"/>
                <a:gd name="T13" fmla="*/ 0 h 25"/>
                <a:gd name="T14" fmla="*/ 51 w 51"/>
                <a:gd name="T15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25">
                  <a:moveTo>
                    <a:pt x="51" y="21"/>
                  </a:moveTo>
                  <a:cubicBezTo>
                    <a:pt x="51" y="22"/>
                    <a:pt x="51" y="20"/>
                    <a:pt x="51" y="20"/>
                  </a:cubicBezTo>
                  <a:cubicBezTo>
                    <a:pt x="51" y="23"/>
                    <a:pt x="51" y="21"/>
                    <a:pt x="49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1"/>
                    <a:pt x="0" y="23"/>
                    <a:pt x="0" y="20"/>
                  </a:cubicBezTo>
                  <a:cubicBezTo>
                    <a:pt x="0" y="20"/>
                    <a:pt x="0" y="21"/>
                    <a:pt x="0" y="20"/>
                  </a:cubicBezTo>
                  <a:cubicBezTo>
                    <a:pt x="0" y="9"/>
                    <a:pt x="11" y="0"/>
                    <a:pt x="26" y="0"/>
                  </a:cubicBezTo>
                  <a:cubicBezTo>
                    <a:pt x="40" y="0"/>
                    <a:pt x="51" y="10"/>
                    <a:pt x="51" y="2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0" name="Freeform 374">
              <a:extLst>
                <a:ext uri="{FF2B5EF4-FFF2-40B4-BE49-F238E27FC236}">
                  <a16:creationId xmlns:a16="http://schemas.microsoft.com/office/drawing/2014/main" id="{3282757B-170D-4CB8-8391-44A64A4B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1351" y="3344863"/>
              <a:ext cx="128588" cy="138113"/>
            </a:xfrm>
            <a:custGeom>
              <a:avLst/>
              <a:gdLst>
                <a:gd name="T0" fmla="*/ 0 w 34"/>
                <a:gd name="T1" fmla="*/ 37 h 37"/>
                <a:gd name="T2" fmla="*/ 0 w 34"/>
                <a:gd name="T3" fmla="*/ 7 h 37"/>
                <a:gd name="T4" fmla="*/ 30 w 34"/>
                <a:gd name="T5" fmla="*/ 7 h 37"/>
                <a:gd name="T6" fmla="*/ 34 w 34"/>
                <a:gd name="T7" fmla="*/ 37 h 37"/>
                <a:gd name="T8" fmla="*/ 0 w 34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7">
                  <a:moveTo>
                    <a:pt x="0" y="37"/>
                  </a:moveTo>
                  <a:cubicBezTo>
                    <a:pt x="1" y="26"/>
                    <a:pt x="0" y="7"/>
                    <a:pt x="0" y="7"/>
                  </a:cubicBezTo>
                  <a:cubicBezTo>
                    <a:pt x="0" y="7"/>
                    <a:pt x="30" y="0"/>
                    <a:pt x="30" y="7"/>
                  </a:cubicBezTo>
                  <a:cubicBezTo>
                    <a:pt x="30" y="18"/>
                    <a:pt x="32" y="26"/>
                    <a:pt x="34" y="37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1" name="Freeform 375">
              <a:extLst>
                <a:ext uri="{FF2B5EF4-FFF2-40B4-BE49-F238E27FC236}">
                  <a16:creationId xmlns:a16="http://schemas.microsoft.com/office/drawing/2014/main" id="{C8956E86-FF44-4650-BCB8-18136AA4F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8013" y="3573463"/>
              <a:ext cx="190500" cy="11113"/>
            </a:xfrm>
            <a:custGeom>
              <a:avLst/>
              <a:gdLst>
                <a:gd name="T0" fmla="*/ 51 w 51"/>
                <a:gd name="T1" fmla="*/ 0 h 3"/>
                <a:gd name="T2" fmla="*/ 49 w 51"/>
                <a:gd name="T3" fmla="*/ 3 h 3"/>
                <a:gd name="T4" fmla="*/ 2 w 51"/>
                <a:gd name="T5" fmla="*/ 3 h 3"/>
                <a:gd name="T6" fmla="*/ 0 w 51"/>
                <a:gd name="T7" fmla="*/ 0 h 3"/>
                <a:gd name="T8" fmla="*/ 51 w 5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">
                  <a:moveTo>
                    <a:pt x="51" y="0"/>
                  </a:moveTo>
                  <a:cubicBezTo>
                    <a:pt x="51" y="0"/>
                    <a:pt x="51" y="3"/>
                    <a:pt x="4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0"/>
                    <a:pt x="0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2" name="Freeform 376">
              <a:extLst>
                <a:ext uri="{FF2B5EF4-FFF2-40B4-BE49-F238E27FC236}">
                  <a16:creationId xmlns:a16="http://schemas.microsoft.com/office/drawing/2014/main" id="{15D977D4-CAE7-441B-894D-AAE9D61B7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688" y="3494088"/>
              <a:ext cx="65088" cy="26988"/>
            </a:xfrm>
            <a:custGeom>
              <a:avLst/>
              <a:gdLst>
                <a:gd name="T0" fmla="*/ 16 w 17"/>
                <a:gd name="T1" fmla="*/ 5 h 7"/>
                <a:gd name="T2" fmla="*/ 0 w 17"/>
                <a:gd name="T3" fmla="*/ 5 h 7"/>
                <a:gd name="T4" fmla="*/ 1 w 17"/>
                <a:gd name="T5" fmla="*/ 7 h 7"/>
                <a:gd name="T6" fmla="*/ 8 w 17"/>
                <a:gd name="T7" fmla="*/ 5 h 7"/>
                <a:gd name="T8" fmla="*/ 16 w 17"/>
                <a:gd name="T9" fmla="*/ 7 h 7"/>
                <a:gd name="T10" fmla="*/ 16 w 17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7">
                  <a:moveTo>
                    <a:pt x="16" y="5"/>
                  </a:moveTo>
                  <a:cubicBezTo>
                    <a:pt x="13" y="0"/>
                    <a:pt x="4" y="2"/>
                    <a:pt x="0" y="5"/>
                  </a:cubicBezTo>
                  <a:cubicBezTo>
                    <a:pt x="0" y="6"/>
                    <a:pt x="0" y="7"/>
                    <a:pt x="1" y="7"/>
                  </a:cubicBezTo>
                  <a:cubicBezTo>
                    <a:pt x="3" y="6"/>
                    <a:pt x="5" y="5"/>
                    <a:pt x="8" y="5"/>
                  </a:cubicBezTo>
                  <a:cubicBezTo>
                    <a:pt x="11" y="5"/>
                    <a:pt x="13" y="6"/>
                    <a:pt x="16" y="7"/>
                  </a:cubicBezTo>
                  <a:cubicBezTo>
                    <a:pt x="16" y="7"/>
                    <a:pt x="17" y="6"/>
                    <a:pt x="16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3" name="Freeform 377">
              <a:extLst>
                <a:ext uri="{FF2B5EF4-FFF2-40B4-BE49-F238E27FC236}">
                  <a16:creationId xmlns:a16="http://schemas.microsoft.com/office/drawing/2014/main" id="{B97F87E6-83A0-4924-9BA1-52F318BDD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21076"/>
              <a:ext cx="60325" cy="22225"/>
            </a:xfrm>
            <a:custGeom>
              <a:avLst/>
              <a:gdLst>
                <a:gd name="T0" fmla="*/ 16 w 16"/>
                <a:gd name="T1" fmla="*/ 3 h 6"/>
                <a:gd name="T2" fmla="*/ 1 w 16"/>
                <a:gd name="T3" fmla="*/ 4 h 6"/>
                <a:gd name="T4" fmla="*/ 1 w 16"/>
                <a:gd name="T5" fmla="*/ 5 h 6"/>
                <a:gd name="T6" fmla="*/ 9 w 16"/>
                <a:gd name="T7" fmla="*/ 4 h 6"/>
                <a:gd name="T8" fmla="*/ 16 w 16"/>
                <a:gd name="T9" fmla="*/ 5 h 6"/>
                <a:gd name="T10" fmla="*/ 16 w 16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2" y="1"/>
                    <a:pt x="4" y="0"/>
                    <a:pt x="1" y="4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4" y="4"/>
                    <a:pt x="6" y="4"/>
                    <a:pt x="9" y="4"/>
                  </a:cubicBezTo>
                  <a:cubicBezTo>
                    <a:pt x="11" y="4"/>
                    <a:pt x="13" y="6"/>
                    <a:pt x="16" y="5"/>
                  </a:cubicBezTo>
                  <a:cubicBezTo>
                    <a:pt x="16" y="5"/>
                    <a:pt x="16" y="4"/>
                    <a:pt x="16" y="3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4" name="Freeform 378">
              <a:extLst>
                <a:ext uri="{FF2B5EF4-FFF2-40B4-BE49-F238E27FC236}">
                  <a16:creationId xmlns:a16="http://schemas.microsoft.com/office/drawing/2014/main" id="{67A3C755-5C23-44F5-84BB-A84ACE5CA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1" y="3392488"/>
              <a:ext cx="300038" cy="222250"/>
            </a:xfrm>
            <a:custGeom>
              <a:avLst/>
              <a:gdLst>
                <a:gd name="T0" fmla="*/ 80 w 80"/>
                <a:gd name="T1" fmla="*/ 49 h 59"/>
                <a:gd name="T2" fmla="*/ 78 w 80"/>
                <a:gd name="T3" fmla="*/ 55 h 59"/>
                <a:gd name="T4" fmla="*/ 1 w 80"/>
                <a:gd name="T5" fmla="*/ 56 h 59"/>
                <a:gd name="T6" fmla="*/ 1 w 80"/>
                <a:gd name="T7" fmla="*/ 54 h 59"/>
                <a:gd name="T8" fmla="*/ 2 w 80"/>
                <a:gd name="T9" fmla="*/ 51 h 59"/>
                <a:gd name="T10" fmla="*/ 31 w 80"/>
                <a:gd name="T11" fmla="*/ 37 h 59"/>
                <a:gd name="T12" fmla="*/ 39 w 80"/>
                <a:gd name="T13" fmla="*/ 33 h 59"/>
                <a:gd name="T14" fmla="*/ 45 w 80"/>
                <a:gd name="T15" fmla="*/ 24 h 59"/>
                <a:gd name="T16" fmla="*/ 48 w 80"/>
                <a:gd name="T17" fmla="*/ 0 h 59"/>
                <a:gd name="T18" fmla="*/ 78 w 80"/>
                <a:gd name="T19" fmla="*/ 0 h 59"/>
                <a:gd name="T20" fmla="*/ 80 w 80"/>
                <a:gd name="T21" fmla="*/ 24 h 59"/>
                <a:gd name="T22" fmla="*/ 80 w 80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59">
                  <a:moveTo>
                    <a:pt x="80" y="49"/>
                  </a:moveTo>
                  <a:cubicBezTo>
                    <a:pt x="79" y="52"/>
                    <a:pt x="79" y="54"/>
                    <a:pt x="78" y="55"/>
                  </a:cubicBezTo>
                  <a:cubicBezTo>
                    <a:pt x="78" y="55"/>
                    <a:pt x="6" y="59"/>
                    <a:pt x="1" y="56"/>
                  </a:cubicBezTo>
                  <a:cubicBezTo>
                    <a:pt x="0" y="56"/>
                    <a:pt x="0" y="55"/>
                    <a:pt x="1" y="54"/>
                  </a:cubicBezTo>
                  <a:cubicBezTo>
                    <a:pt x="1" y="53"/>
                    <a:pt x="2" y="52"/>
                    <a:pt x="2" y="51"/>
                  </a:cubicBezTo>
                  <a:cubicBezTo>
                    <a:pt x="5" y="45"/>
                    <a:pt x="12" y="36"/>
                    <a:pt x="31" y="37"/>
                  </a:cubicBezTo>
                  <a:cubicBezTo>
                    <a:pt x="35" y="35"/>
                    <a:pt x="37" y="34"/>
                    <a:pt x="39" y="33"/>
                  </a:cubicBezTo>
                  <a:cubicBezTo>
                    <a:pt x="41" y="32"/>
                    <a:pt x="43" y="28"/>
                    <a:pt x="45" y="24"/>
                  </a:cubicBezTo>
                  <a:cubicBezTo>
                    <a:pt x="47" y="15"/>
                    <a:pt x="48" y="2"/>
                    <a:pt x="4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9" y="11"/>
                    <a:pt x="80" y="24"/>
                  </a:cubicBezTo>
                  <a:cubicBezTo>
                    <a:pt x="80" y="33"/>
                    <a:pt x="80" y="42"/>
                    <a:pt x="80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5" name="Freeform 379">
              <a:extLst>
                <a:ext uri="{FF2B5EF4-FFF2-40B4-BE49-F238E27FC236}">
                  <a16:creationId xmlns:a16="http://schemas.microsoft.com/office/drawing/2014/main" id="{DB6D21A7-447E-46AC-A320-61873D0E4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413" y="3397251"/>
              <a:ext cx="130175" cy="96838"/>
            </a:xfrm>
            <a:custGeom>
              <a:avLst/>
              <a:gdLst>
                <a:gd name="T0" fmla="*/ 0 w 35"/>
                <a:gd name="T1" fmla="*/ 26 h 26"/>
                <a:gd name="T2" fmla="*/ 3 w 35"/>
                <a:gd name="T3" fmla="*/ 0 h 26"/>
                <a:gd name="T4" fmla="*/ 33 w 35"/>
                <a:gd name="T5" fmla="*/ 2 h 26"/>
                <a:gd name="T6" fmla="*/ 35 w 35"/>
                <a:gd name="T7" fmla="*/ 26 h 26"/>
                <a:gd name="T8" fmla="*/ 0 w 35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6">
                  <a:moveTo>
                    <a:pt x="0" y="26"/>
                  </a:moveTo>
                  <a:cubicBezTo>
                    <a:pt x="2" y="15"/>
                    <a:pt x="3" y="3"/>
                    <a:pt x="3" y="0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3" y="2"/>
                    <a:pt x="34" y="15"/>
                    <a:pt x="35" y="26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6" name="Freeform 380">
              <a:extLst>
                <a:ext uri="{FF2B5EF4-FFF2-40B4-BE49-F238E27FC236}">
                  <a16:creationId xmlns:a16="http://schemas.microsoft.com/office/drawing/2014/main" id="{4DB775E3-73F7-456F-B1F2-17B090722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1" y="3576638"/>
              <a:ext cx="300038" cy="38100"/>
            </a:xfrm>
            <a:custGeom>
              <a:avLst/>
              <a:gdLst>
                <a:gd name="T0" fmla="*/ 80 w 80"/>
                <a:gd name="T1" fmla="*/ 0 h 10"/>
                <a:gd name="T2" fmla="*/ 78 w 80"/>
                <a:gd name="T3" fmla="*/ 6 h 10"/>
                <a:gd name="T4" fmla="*/ 1 w 80"/>
                <a:gd name="T5" fmla="*/ 7 h 10"/>
                <a:gd name="T6" fmla="*/ 1 w 80"/>
                <a:gd name="T7" fmla="*/ 5 h 10"/>
                <a:gd name="T8" fmla="*/ 2 w 80"/>
                <a:gd name="T9" fmla="*/ 2 h 10"/>
                <a:gd name="T10" fmla="*/ 80 w 8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10">
                  <a:moveTo>
                    <a:pt x="80" y="0"/>
                  </a:moveTo>
                  <a:cubicBezTo>
                    <a:pt x="79" y="3"/>
                    <a:pt x="79" y="5"/>
                    <a:pt x="78" y="6"/>
                  </a:cubicBezTo>
                  <a:cubicBezTo>
                    <a:pt x="78" y="6"/>
                    <a:pt x="6" y="10"/>
                    <a:pt x="1" y="7"/>
                  </a:cubicBezTo>
                  <a:cubicBezTo>
                    <a:pt x="0" y="7"/>
                    <a:pt x="0" y="6"/>
                    <a:pt x="1" y="5"/>
                  </a:cubicBezTo>
                  <a:cubicBezTo>
                    <a:pt x="1" y="4"/>
                    <a:pt x="2" y="3"/>
                    <a:pt x="2" y="2"/>
                  </a:cubicBezTo>
                  <a:cubicBezTo>
                    <a:pt x="15" y="2"/>
                    <a:pt x="60" y="3"/>
                    <a:pt x="80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7" name="Freeform 381">
              <a:extLst>
                <a:ext uri="{FF2B5EF4-FFF2-40B4-BE49-F238E27FC236}">
                  <a16:creationId xmlns:a16="http://schemas.microsoft.com/office/drawing/2014/main" id="{59C446CA-90A9-4760-80D6-F3EAB46CC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4326" y="3521076"/>
              <a:ext cx="41275" cy="22225"/>
            </a:xfrm>
            <a:custGeom>
              <a:avLst/>
              <a:gdLst>
                <a:gd name="T0" fmla="*/ 11 w 11"/>
                <a:gd name="T1" fmla="*/ 4 h 6"/>
                <a:gd name="T2" fmla="*/ 1 w 11"/>
                <a:gd name="T3" fmla="*/ 2 h 6"/>
                <a:gd name="T4" fmla="*/ 1 w 11"/>
                <a:gd name="T5" fmla="*/ 3 h 6"/>
                <a:gd name="T6" fmla="*/ 5 w 11"/>
                <a:gd name="T7" fmla="*/ 3 h 6"/>
                <a:gd name="T8" fmla="*/ 9 w 11"/>
                <a:gd name="T9" fmla="*/ 6 h 6"/>
                <a:gd name="T10" fmla="*/ 11 w 11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11" y="4"/>
                  </a:moveTo>
                  <a:cubicBezTo>
                    <a:pt x="10" y="1"/>
                    <a:pt x="4" y="0"/>
                    <a:pt x="1" y="2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2" y="3"/>
                    <a:pt x="4" y="3"/>
                    <a:pt x="5" y="3"/>
                  </a:cubicBezTo>
                  <a:cubicBezTo>
                    <a:pt x="7" y="4"/>
                    <a:pt x="7" y="5"/>
                    <a:pt x="9" y="6"/>
                  </a:cubicBezTo>
                  <a:cubicBezTo>
                    <a:pt x="9" y="6"/>
                    <a:pt x="11" y="6"/>
                    <a:pt x="11" y="4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8" name="Freeform 382">
              <a:extLst>
                <a:ext uri="{FF2B5EF4-FFF2-40B4-BE49-F238E27FC236}">
                  <a16:creationId xmlns:a16="http://schemas.microsoft.com/office/drawing/2014/main" id="{E9E65974-344B-4953-9A5B-41F77AA7B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9251" y="3502026"/>
              <a:ext cx="47625" cy="26988"/>
            </a:xfrm>
            <a:custGeom>
              <a:avLst/>
              <a:gdLst>
                <a:gd name="T0" fmla="*/ 12 w 13"/>
                <a:gd name="T1" fmla="*/ 5 h 7"/>
                <a:gd name="T2" fmla="*/ 6 w 13"/>
                <a:gd name="T3" fmla="*/ 1 h 7"/>
                <a:gd name="T4" fmla="*/ 0 w 13"/>
                <a:gd name="T5" fmla="*/ 4 h 7"/>
                <a:gd name="T6" fmla="*/ 1 w 13"/>
                <a:gd name="T7" fmla="*/ 4 h 7"/>
                <a:gd name="T8" fmla="*/ 4 w 13"/>
                <a:gd name="T9" fmla="*/ 3 h 7"/>
                <a:gd name="T10" fmla="*/ 8 w 13"/>
                <a:gd name="T11" fmla="*/ 5 h 7"/>
                <a:gd name="T12" fmla="*/ 11 w 13"/>
                <a:gd name="T13" fmla="*/ 7 h 7"/>
                <a:gd name="T14" fmla="*/ 12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2" y="5"/>
                  </a:moveTo>
                  <a:cubicBezTo>
                    <a:pt x="11" y="3"/>
                    <a:pt x="9" y="1"/>
                    <a:pt x="6" y="1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2" y="4"/>
                    <a:pt x="3" y="3"/>
                    <a:pt x="4" y="3"/>
                  </a:cubicBezTo>
                  <a:cubicBezTo>
                    <a:pt x="6" y="3"/>
                    <a:pt x="7" y="4"/>
                    <a:pt x="8" y="5"/>
                  </a:cubicBezTo>
                  <a:cubicBezTo>
                    <a:pt x="9" y="6"/>
                    <a:pt x="10" y="7"/>
                    <a:pt x="11" y="7"/>
                  </a:cubicBezTo>
                  <a:cubicBezTo>
                    <a:pt x="12" y="7"/>
                    <a:pt x="13" y="6"/>
                    <a:pt x="12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9" name="Freeform 383">
              <a:extLst>
                <a:ext uri="{FF2B5EF4-FFF2-40B4-BE49-F238E27FC236}">
                  <a16:creationId xmlns:a16="http://schemas.microsoft.com/office/drawing/2014/main" id="{5E16798D-06EA-4C06-9379-894AB375D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4326" y="1668463"/>
              <a:ext cx="508000" cy="657225"/>
            </a:xfrm>
            <a:custGeom>
              <a:avLst/>
              <a:gdLst>
                <a:gd name="T0" fmla="*/ 1 w 135"/>
                <a:gd name="T1" fmla="*/ 13 h 175"/>
                <a:gd name="T2" fmla="*/ 135 w 135"/>
                <a:gd name="T3" fmla="*/ 11 h 175"/>
                <a:gd name="T4" fmla="*/ 115 w 135"/>
                <a:gd name="T5" fmla="*/ 162 h 175"/>
                <a:gd name="T6" fmla="*/ 19 w 135"/>
                <a:gd name="T7" fmla="*/ 162 h 175"/>
                <a:gd name="T8" fmla="*/ 1 w 135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175">
                  <a:moveTo>
                    <a:pt x="1" y="13"/>
                  </a:moveTo>
                  <a:cubicBezTo>
                    <a:pt x="1" y="13"/>
                    <a:pt x="69" y="0"/>
                    <a:pt x="135" y="11"/>
                  </a:cubicBezTo>
                  <a:cubicBezTo>
                    <a:pt x="135" y="11"/>
                    <a:pt x="120" y="136"/>
                    <a:pt x="115" y="162"/>
                  </a:cubicBezTo>
                  <a:cubicBezTo>
                    <a:pt x="115" y="162"/>
                    <a:pt x="63" y="175"/>
                    <a:pt x="19" y="162"/>
                  </a:cubicBezTo>
                  <a:cubicBezTo>
                    <a:pt x="19" y="162"/>
                    <a:pt x="0" y="37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0" name="Freeform 384">
              <a:extLst>
                <a:ext uri="{FF2B5EF4-FFF2-40B4-BE49-F238E27FC236}">
                  <a16:creationId xmlns:a16="http://schemas.microsoft.com/office/drawing/2014/main" id="{E476DEE7-FA8E-47F1-B6B5-EDCDA508F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1" y="1511301"/>
              <a:ext cx="149225" cy="255588"/>
            </a:xfrm>
            <a:custGeom>
              <a:avLst/>
              <a:gdLst>
                <a:gd name="T0" fmla="*/ 40 w 40"/>
                <a:gd name="T1" fmla="*/ 47 h 68"/>
                <a:gd name="T2" fmla="*/ 20 w 40"/>
                <a:gd name="T3" fmla="*/ 68 h 68"/>
                <a:gd name="T4" fmla="*/ 20 w 40"/>
                <a:gd name="T5" fmla="*/ 68 h 68"/>
                <a:gd name="T6" fmla="*/ 0 w 40"/>
                <a:gd name="T7" fmla="*/ 47 h 68"/>
                <a:gd name="T8" fmla="*/ 0 w 40"/>
                <a:gd name="T9" fmla="*/ 21 h 68"/>
                <a:gd name="T10" fmla="*/ 20 w 40"/>
                <a:gd name="T11" fmla="*/ 0 h 68"/>
                <a:gd name="T12" fmla="*/ 20 w 40"/>
                <a:gd name="T13" fmla="*/ 0 h 68"/>
                <a:gd name="T14" fmla="*/ 40 w 40"/>
                <a:gd name="T15" fmla="*/ 21 h 68"/>
                <a:gd name="T16" fmla="*/ 40 w 40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68">
                  <a:moveTo>
                    <a:pt x="40" y="47"/>
                  </a:moveTo>
                  <a:cubicBezTo>
                    <a:pt x="40" y="59"/>
                    <a:pt x="31" y="68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9" y="68"/>
                    <a:pt x="0" y="59"/>
                    <a:pt x="0" y="4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0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10"/>
                    <a:pt x="40" y="21"/>
                  </a:cubicBezTo>
                  <a:lnTo>
                    <a:pt x="40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1" name="Oval 385">
              <a:extLst>
                <a:ext uri="{FF2B5EF4-FFF2-40B4-BE49-F238E27FC236}">
                  <a16:creationId xmlns:a16="http://schemas.microsoft.com/office/drawing/2014/main" id="{D721E030-CD33-43DD-B03E-5F28A3FB1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0863" y="1816101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2" name="Oval 386">
              <a:extLst>
                <a:ext uri="{FF2B5EF4-FFF2-40B4-BE49-F238E27FC236}">
                  <a16:creationId xmlns:a16="http://schemas.microsoft.com/office/drawing/2014/main" id="{2D6E971B-4F6C-449B-B8AD-89F5E8643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0863" y="1931988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3" name="Oval 387">
              <a:extLst>
                <a:ext uri="{FF2B5EF4-FFF2-40B4-BE49-F238E27FC236}">
                  <a16:creationId xmlns:a16="http://schemas.microsoft.com/office/drawing/2014/main" id="{96DD8DE3-BFBB-4119-80CC-4D9991812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0863" y="2165351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4" name="Oval 388">
              <a:extLst>
                <a:ext uri="{FF2B5EF4-FFF2-40B4-BE49-F238E27FC236}">
                  <a16:creationId xmlns:a16="http://schemas.microsoft.com/office/drawing/2014/main" id="{35ED2AA7-2CCE-493F-93A7-4F0026070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0863" y="2047876"/>
              <a:ext cx="23813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5" name="Freeform 389">
              <a:extLst>
                <a:ext uri="{FF2B5EF4-FFF2-40B4-BE49-F238E27FC236}">
                  <a16:creationId xmlns:a16="http://schemas.microsoft.com/office/drawing/2014/main" id="{669216E3-2D89-4A56-9539-2A4966F2A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1643063"/>
              <a:ext cx="138113" cy="198438"/>
            </a:xfrm>
            <a:custGeom>
              <a:avLst/>
              <a:gdLst>
                <a:gd name="T0" fmla="*/ 16 w 37"/>
                <a:gd name="T1" fmla="*/ 0 h 53"/>
                <a:gd name="T2" fmla="*/ 0 w 37"/>
                <a:gd name="T3" fmla="*/ 17 h 53"/>
                <a:gd name="T4" fmla="*/ 14 w 37"/>
                <a:gd name="T5" fmla="*/ 53 h 53"/>
                <a:gd name="T6" fmla="*/ 37 w 37"/>
                <a:gd name="T7" fmla="*/ 33 h 53"/>
                <a:gd name="T8" fmla="*/ 16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19" y="14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6" name="Freeform 390">
              <a:extLst>
                <a:ext uri="{FF2B5EF4-FFF2-40B4-BE49-F238E27FC236}">
                  <a16:creationId xmlns:a16="http://schemas.microsoft.com/office/drawing/2014/main" id="{5F2114A2-7B27-4917-9435-DE085E340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1976" y="1643063"/>
              <a:ext cx="139700" cy="198438"/>
            </a:xfrm>
            <a:custGeom>
              <a:avLst/>
              <a:gdLst>
                <a:gd name="T0" fmla="*/ 21 w 37"/>
                <a:gd name="T1" fmla="*/ 0 h 53"/>
                <a:gd name="T2" fmla="*/ 37 w 37"/>
                <a:gd name="T3" fmla="*/ 17 h 53"/>
                <a:gd name="T4" fmla="*/ 23 w 37"/>
                <a:gd name="T5" fmla="*/ 53 h 53"/>
                <a:gd name="T6" fmla="*/ 0 w 37"/>
                <a:gd name="T7" fmla="*/ 33 h 53"/>
                <a:gd name="T8" fmla="*/ 21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21" y="0"/>
                  </a:moveTo>
                  <a:cubicBezTo>
                    <a:pt x="37" y="17"/>
                    <a:pt x="37" y="17"/>
                    <a:pt x="37" y="17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8" y="14"/>
                    <a:pt x="21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7" name="Freeform 391">
              <a:extLst>
                <a:ext uri="{FF2B5EF4-FFF2-40B4-BE49-F238E27FC236}">
                  <a16:creationId xmlns:a16="http://schemas.microsoft.com/office/drawing/2014/main" id="{5F3586BB-7ECA-4CAD-AB63-FBBA09AAB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6713" y="2270126"/>
              <a:ext cx="417513" cy="1198563"/>
            </a:xfrm>
            <a:custGeom>
              <a:avLst/>
              <a:gdLst>
                <a:gd name="T0" fmla="*/ 109 w 111"/>
                <a:gd name="T1" fmla="*/ 315 h 319"/>
                <a:gd name="T2" fmla="*/ 70 w 111"/>
                <a:gd name="T3" fmla="*/ 315 h 319"/>
                <a:gd name="T4" fmla="*/ 56 w 111"/>
                <a:gd name="T5" fmla="*/ 74 h 319"/>
                <a:gd name="T6" fmla="*/ 52 w 111"/>
                <a:gd name="T7" fmla="*/ 74 h 319"/>
                <a:gd name="T8" fmla="*/ 40 w 111"/>
                <a:gd name="T9" fmla="*/ 319 h 319"/>
                <a:gd name="T10" fmla="*/ 0 w 111"/>
                <a:gd name="T11" fmla="*/ 319 h 319"/>
                <a:gd name="T12" fmla="*/ 5 w 111"/>
                <a:gd name="T13" fmla="*/ 1 h 319"/>
                <a:gd name="T14" fmla="*/ 90 w 111"/>
                <a:gd name="T15" fmla="*/ 0 h 319"/>
                <a:gd name="T16" fmla="*/ 101 w 111"/>
                <a:gd name="T17" fmla="*/ 0 h 319"/>
                <a:gd name="T18" fmla="*/ 103 w 111"/>
                <a:gd name="T19" fmla="*/ 15 h 319"/>
                <a:gd name="T20" fmla="*/ 109 w 111"/>
                <a:gd name="T21" fmla="*/ 315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1" h="319">
                  <a:moveTo>
                    <a:pt x="109" y="315"/>
                  </a:moveTo>
                  <a:cubicBezTo>
                    <a:pt x="70" y="315"/>
                    <a:pt x="70" y="315"/>
                    <a:pt x="70" y="315"/>
                  </a:cubicBezTo>
                  <a:cubicBezTo>
                    <a:pt x="56" y="74"/>
                    <a:pt x="56" y="74"/>
                    <a:pt x="56" y="74"/>
                  </a:cubicBezTo>
                  <a:cubicBezTo>
                    <a:pt x="54" y="74"/>
                    <a:pt x="53" y="75"/>
                    <a:pt x="52" y="74"/>
                  </a:cubicBezTo>
                  <a:cubicBezTo>
                    <a:pt x="40" y="319"/>
                    <a:pt x="40" y="319"/>
                    <a:pt x="40" y="319"/>
                  </a:cubicBezTo>
                  <a:cubicBezTo>
                    <a:pt x="0" y="319"/>
                    <a:pt x="0" y="319"/>
                    <a:pt x="0" y="319"/>
                  </a:cubicBezTo>
                  <a:cubicBezTo>
                    <a:pt x="0" y="220"/>
                    <a:pt x="6" y="4"/>
                    <a:pt x="5" y="1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2" y="8"/>
                    <a:pt x="102" y="9"/>
                    <a:pt x="103" y="15"/>
                  </a:cubicBezTo>
                  <a:cubicBezTo>
                    <a:pt x="111" y="85"/>
                    <a:pt x="110" y="282"/>
                    <a:pt x="109" y="315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8" name="Freeform 392">
              <a:extLst>
                <a:ext uri="{FF2B5EF4-FFF2-40B4-BE49-F238E27FC236}">
                  <a16:creationId xmlns:a16="http://schemas.microsoft.com/office/drawing/2014/main" id="{438890A9-46F0-4CB7-B992-073DFBCB4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4851" y="2278063"/>
              <a:ext cx="49213" cy="52388"/>
            </a:xfrm>
            <a:custGeom>
              <a:avLst/>
              <a:gdLst>
                <a:gd name="T0" fmla="*/ 13 w 13"/>
                <a:gd name="T1" fmla="*/ 14 h 14"/>
                <a:gd name="T2" fmla="*/ 1 w 13"/>
                <a:gd name="T3" fmla="*/ 14 h 14"/>
                <a:gd name="T4" fmla="*/ 0 w 13"/>
                <a:gd name="T5" fmla="*/ 0 h 14"/>
                <a:gd name="T6" fmla="*/ 11 w 13"/>
                <a:gd name="T7" fmla="*/ 0 h 14"/>
                <a:gd name="T8" fmla="*/ 13 w 1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0"/>
                    <a:pt x="0" y="5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4"/>
                    <a:pt x="12" y="9"/>
                    <a:pt x="13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9" name="Freeform 393">
              <a:extLst>
                <a:ext uri="{FF2B5EF4-FFF2-40B4-BE49-F238E27FC236}">
                  <a16:creationId xmlns:a16="http://schemas.microsoft.com/office/drawing/2014/main" id="{05462C96-2AA3-4DEF-829E-465720DA3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4188" y="2281238"/>
              <a:ext cx="187325" cy="57150"/>
            </a:xfrm>
            <a:custGeom>
              <a:avLst/>
              <a:gdLst>
                <a:gd name="T0" fmla="*/ 49 w 50"/>
                <a:gd name="T1" fmla="*/ 0 h 15"/>
                <a:gd name="T2" fmla="*/ 0 w 50"/>
                <a:gd name="T3" fmla="*/ 0 h 15"/>
                <a:gd name="T4" fmla="*/ 0 w 50"/>
                <a:gd name="T5" fmla="*/ 15 h 15"/>
                <a:gd name="T6" fmla="*/ 50 w 50"/>
                <a:gd name="T7" fmla="*/ 15 h 15"/>
                <a:gd name="T8" fmla="*/ 49 w 5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5">
                  <a:moveTo>
                    <a:pt x="4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0"/>
                    <a:pt x="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0"/>
                    <a:pt x="49" y="5"/>
                    <a:pt x="49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0" name="Freeform 394">
              <a:extLst>
                <a:ext uri="{FF2B5EF4-FFF2-40B4-BE49-F238E27FC236}">
                  <a16:creationId xmlns:a16="http://schemas.microsoft.com/office/drawing/2014/main" id="{8C8E8BA8-81F7-4922-953F-A1F3E2DD5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763" y="2281238"/>
              <a:ext cx="57150" cy="60325"/>
            </a:xfrm>
            <a:custGeom>
              <a:avLst/>
              <a:gdLst>
                <a:gd name="T0" fmla="*/ 14 w 15"/>
                <a:gd name="T1" fmla="*/ 0 h 16"/>
                <a:gd name="T2" fmla="*/ 0 w 15"/>
                <a:gd name="T3" fmla="*/ 0 h 16"/>
                <a:gd name="T4" fmla="*/ 0 w 15"/>
                <a:gd name="T5" fmla="*/ 16 h 16"/>
                <a:gd name="T6" fmla="*/ 15 w 15"/>
                <a:gd name="T7" fmla="*/ 16 h 16"/>
                <a:gd name="T8" fmla="*/ 14 w 15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1"/>
                    <a:pt x="14" y="5"/>
                    <a:pt x="14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1" name="Rectangle 395">
              <a:extLst>
                <a:ext uri="{FF2B5EF4-FFF2-40B4-BE49-F238E27FC236}">
                  <a16:creationId xmlns:a16="http://schemas.microsoft.com/office/drawing/2014/main" id="{DD1C7279-67D3-41C0-9BDC-761245EFF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576" y="2259013"/>
              <a:ext cx="96838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2" name="Freeform 396">
              <a:extLst>
                <a:ext uri="{FF2B5EF4-FFF2-40B4-BE49-F238E27FC236}">
                  <a16:creationId xmlns:a16="http://schemas.microsoft.com/office/drawing/2014/main" id="{1629DC6E-2C2A-42D2-854D-FA2E01859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476" y="1135063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69 w 98"/>
                <a:gd name="T3" fmla="*/ 125 h 131"/>
                <a:gd name="T4" fmla="*/ 48 w 98"/>
                <a:gd name="T5" fmla="*/ 129 h 131"/>
                <a:gd name="T6" fmla="*/ 3 w 98"/>
                <a:gd name="T7" fmla="*/ 79 h 131"/>
                <a:gd name="T8" fmla="*/ 4 w 98"/>
                <a:gd name="T9" fmla="*/ 33 h 131"/>
                <a:gd name="T10" fmla="*/ 7 w 98"/>
                <a:gd name="T11" fmla="*/ 25 h 131"/>
                <a:gd name="T12" fmla="*/ 30 w 98"/>
                <a:gd name="T13" fmla="*/ 5 h 131"/>
                <a:gd name="T14" fmla="*/ 62 w 98"/>
                <a:gd name="T15" fmla="*/ 2 h 131"/>
                <a:gd name="T16" fmla="*/ 93 w 98"/>
                <a:gd name="T17" fmla="*/ 28 h 131"/>
                <a:gd name="T18" fmla="*/ 96 w 98"/>
                <a:gd name="T19" fmla="*/ 43 h 131"/>
                <a:gd name="T20" fmla="*/ 98 w 98"/>
                <a:gd name="T21" fmla="*/ 75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6"/>
                    <a:pt x="81" y="119"/>
                    <a:pt x="69" y="125"/>
                  </a:cubicBezTo>
                  <a:cubicBezTo>
                    <a:pt x="58" y="131"/>
                    <a:pt x="48" y="129"/>
                    <a:pt x="48" y="129"/>
                  </a:cubicBezTo>
                  <a:cubicBezTo>
                    <a:pt x="2" y="119"/>
                    <a:pt x="5" y="97"/>
                    <a:pt x="3" y="79"/>
                  </a:cubicBezTo>
                  <a:cubicBezTo>
                    <a:pt x="1" y="70"/>
                    <a:pt x="0" y="53"/>
                    <a:pt x="4" y="33"/>
                  </a:cubicBezTo>
                  <a:cubicBezTo>
                    <a:pt x="5" y="30"/>
                    <a:pt x="5" y="28"/>
                    <a:pt x="7" y="25"/>
                  </a:cubicBezTo>
                  <a:cubicBezTo>
                    <a:pt x="14" y="10"/>
                    <a:pt x="30" y="5"/>
                    <a:pt x="30" y="5"/>
                  </a:cubicBezTo>
                  <a:cubicBezTo>
                    <a:pt x="40" y="1"/>
                    <a:pt x="52" y="0"/>
                    <a:pt x="62" y="2"/>
                  </a:cubicBezTo>
                  <a:cubicBezTo>
                    <a:pt x="77" y="5"/>
                    <a:pt x="89" y="13"/>
                    <a:pt x="93" y="28"/>
                  </a:cubicBezTo>
                  <a:cubicBezTo>
                    <a:pt x="94" y="33"/>
                    <a:pt x="95" y="38"/>
                    <a:pt x="96" y="43"/>
                  </a:cubicBezTo>
                  <a:cubicBezTo>
                    <a:pt x="97" y="54"/>
                    <a:pt x="98" y="64"/>
                    <a:pt x="98" y="75"/>
                  </a:cubicBezTo>
                  <a:cubicBezTo>
                    <a:pt x="98" y="80"/>
                    <a:pt x="98" y="85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3" name="Freeform 397">
              <a:extLst>
                <a:ext uri="{FF2B5EF4-FFF2-40B4-BE49-F238E27FC236}">
                  <a16:creationId xmlns:a16="http://schemas.microsoft.com/office/drawing/2014/main" id="{2276DECB-D97D-4351-AA86-E5B478A1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701" y="1289051"/>
              <a:ext cx="95250" cy="169863"/>
            </a:xfrm>
            <a:custGeom>
              <a:avLst/>
              <a:gdLst>
                <a:gd name="T0" fmla="*/ 10 w 25"/>
                <a:gd name="T1" fmla="*/ 3 h 45"/>
                <a:gd name="T2" fmla="*/ 7 w 25"/>
                <a:gd name="T3" fmla="*/ 12 h 45"/>
                <a:gd name="T4" fmla="*/ 8 w 25"/>
                <a:gd name="T5" fmla="*/ 36 h 45"/>
                <a:gd name="T6" fmla="*/ 3 w 25"/>
                <a:gd name="T7" fmla="*/ 38 h 45"/>
                <a:gd name="T8" fmla="*/ 12 w 25"/>
                <a:gd name="T9" fmla="*/ 44 h 45"/>
                <a:gd name="T10" fmla="*/ 19 w 25"/>
                <a:gd name="T11" fmla="*/ 42 h 45"/>
                <a:gd name="T12" fmla="*/ 23 w 25"/>
                <a:gd name="T13" fmla="*/ 34 h 45"/>
                <a:gd name="T14" fmla="*/ 17 w 25"/>
                <a:gd name="T15" fmla="*/ 36 h 45"/>
                <a:gd name="T16" fmla="*/ 10 w 25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5">
                  <a:moveTo>
                    <a:pt x="10" y="3"/>
                  </a:moveTo>
                  <a:cubicBezTo>
                    <a:pt x="10" y="3"/>
                    <a:pt x="7" y="0"/>
                    <a:pt x="7" y="12"/>
                  </a:cubicBezTo>
                  <a:cubicBezTo>
                    <a:pt x="7" y="24"/>
                    <a:pt x="8" y="36"/>
                    <a:pt x="8" y="36"/>
                  </a:cubicBezTo>
                  <a:cubicBezTo>
                    <a:pt x="8" y="36"/>
                    <a:pt x="0" y="32"/>
                    <a:pt x="3" y="38"/>
                  </a:cubicBezTo>
                  <a:cubicBezTo>
                    <a:pt x="5" y="42"/>
                    <a:pt x="8" y="44"/>
                    <a:pt x="12" y="44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5" y="35"/>
                    <a:pt x="23" y="34"/>
                  </a:cubicBezTo>
                  <a:cubicBezTo>
                    <a:pt x="22" y="33"/>
                    <a:pt x="18" y="35"/>
                    <a:pt x="17" y="36"/>
                  </a:cubicBezTo>
                  <a:cubicBezTo>
                    <a:pt x="17" y="36"/>
                    <a:pt x="16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4" name="Freeform 398">
              <a:extLst>
                <a:ext uri="{FF2B5EF4-FFF2-40B4-BE49-F238E27FC236}">
                  <a16:creationId xmlns:a16="http://schemas.microsoft.com/office/drawing/2014/main" id="{E648E33F-AA35-427B-A7D7-D87267872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8013" y="1252538"/>
              <a:ext cx="104775" cy="60325"/>
            </a:xfrm>
            <a:custGeom>
              <a:avLst/>
              <a:gdLst>
                <a:gd name="T0" fmla="*/ 1 w 28"/>
                <a:gd name="T1" fmla="*/ 4 h 16"/>
                <a:gd name="T2" fmla="*/ 28 w 28"/>
                <a:gd name="T3" fmla="*/ 16 h 16"/>
                <a:gd name="T4" fmla="*/ 0 w 28"/>
                <a:gd name="T5" fmla="*/ 12 h 16"/>
                <a:gd name="T6" fmla="*/ 1 w 28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6">
                  <a:moveTo>
                    <a:pt x="1" y="4"/>
                  </a:moveTo>
                  <a:cubicBezTo>
                    <a:pt x="1" y="4"/>
                    <a:pt x="22" y="0"/>
                    <a:pt x="28" y="16"/>
                  </a:cubicBezTo>
                  <a:cubicBezTo>
                    <a:pt x="28" y="16"/>
                    <a:pt x="5" y="9"/>
                    <a:pt x="0" y="12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5" name="Freeform 399">
              <a:extLst>
                <a:ext uri="{FF2B5EF4-FFF2-40B4-BE49-F238E27FC236}">
                  <a16:creationId xmlns:a16="http://schemas.microsoft.com/office/drawing/2014/main" id="{72DD01C3-90D3-438F-A87C-D00A0105C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2751" y="1255713"/>
              <a:ext cx="104775" cy="57150"/>
            </a:xfrm>
            <a:custGeom>
              <a:avLst/>
              <a:gdLst>
                <a:gd name="T0" fmla="*/ 28 w 28"/>
                <a:gd name="T1" fmla="*/ 5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5"/>
                  </a:moveTo>
                  <a:cubicBezTo>
                    <a:pt x="28" y="5"/>
                    <a:pt x="7" y="0"/>
                    <a:pt x="0" y="15"/>
                  </a:cubicBezTo>
                  <a:cubicBezTo>
                    <a:pt x="0" y="15"/>
                    <a:pt x="23" y="9"/>
                    <a:pt x="28" y="13"/>
                  </a:cubicBezTo>
                  <a:lnTo>
                    <a:pt x="28" y="5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6" name="Freeform 400">
              <a:extLst>
                <a:ext uri="{FF2B5EF4-FFF2-40B4-BE49-F238E27FC236}">
                  <a16:creationId xmlns:a16="http://schemas.microsoft.com/office/drawing/2014/main" id="{05229582-8D80-43A7-8D6B-15D5F5D86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7038" y="1319213"/>
              <a:ext cx="93663" cy="87313"/>
            </a:xfrm>
            <a:custGeom>
              <a:avLst/>
              <a:gdLst>
                <a:gd name="T0" fmla="*/ 1 w 25"/>
                <a:gd name="T1" fmla="*/ 12 h 23"/>
                <a:gd name="T2" fmla="*/ 13 w 25"/>
                <a:gd name="T3" fmla="*/ 22 h 23"/>
                <a:gd name="T4" fmla="*/ 25 w 25"/>
                <a:gd name="T5" fmla="*/ 11 h 23"/>
                <a:gd name="T6" fmla="*/ 12 w 25"/>
                <a:gd name="T7" fmla="*/ 1 h 23"/>
                <a:gd name="T8" fmla="*/ 1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2"/>
                  </a:moveTo>
                  <a:cubicBezTo>
                    <a:pt x="1" y="18"/>
                    <a:pt x="7" y="23"/>
                    <a:pt x="13" y="22"/>
                  </a:cubicBezTo>
                  <a:cubicBezTo>
                    <a:pt x="20" y="22"/>
                    <a:pt x="25" y="17"/>
                    <a:pt x="25" y="11"/>
                  </a:cubicBezTo>
                  <a:cubicBezTo>
                    <a:pt x="24" y="5"/>
                    <a:pt x="19" y="0"/>
                    <a:pt x="12" y="1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7" name="Freeform 401">
              <a:extLst>
                <a:ext uri="{FF2B5EF4-FFF2-40B4-BE49-F238E27FC236}">
                  <a16:creationId xmlns:a16="http://schemas.microsoft.com/office/drawing/2014/main" id="{0D620123-E23A-4353-9F0C-D5BDAAFAB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088" y="1323976"/>
              <a:ext cx="60325" cy="74613"/>
            </a:xfrm>
            <a:custGeom>
              <a:avLst/>
              <a:gdLst>
                <a:gd name="T0" fmla="*/ 16 w 16"/>
                <a:gd name="T1" fmla="*/ 10 h 20"/>
                <a:gd name="T2" fmla="*/ 9 w 16"/>
                <a:gd name="T3" fmla="*/ 20 h 20"/>
                <a:gd name="T4" fmla="*/ 1 w 16"/>
                <a:gd name="T5" fmla="*/ 11 h 20"/>
                <a:gd name="T6" fmla="*/ 8 w 16"/>
                <a:gd name="T7" fmla="*/ 1 h 20"/>
                <a:gd name="T8" fmla="*/ 16 w 16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6" y="10"/>
                  </a:moveTo>
                  <a:cubicBezTo>
                    <a:pt x="16" y="15"/>
                    <a:pt x="13" y="20"/>
                    <a:pt x="9" y="20"/>
                  </a:cubicBezTo>
                  <a:cubicBezTo>
                    <a:pt x="5" y="20"/>
                    <a:pt x="1" y="16"/>
                    <a:pt x="1" y="11"/>
                  </a:cubicBezTo>
                  <a:cubicBezTo>
                    <a:pt x="0" y="5"/>
                    <a:pt x="3" y="1"/>
                    <a:pt x="8" y="1"/>
                  </a:cubicBezTo>
                  <a:cubicBezTo>
                    <a:pt x="12" y="0"/>
                    <a:pt x="15" y="4"/>
                    <a:pt x="16" y="10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8" name="Freeform 402">
              <a:extLst>
                <a:ext uri="{FF2B5EF4-FFF2-40B4-BE49-F238E27FC236}">
                  <a16:creationId xmlns:a16="http://schemas.microsoft.com/office/drawing/2014/main" id="{AE4071D0-8ECA-45A3-8F77-1C2CB7690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201" y="1335088"/>
              <a:ext cx="41275" cy="52388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8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1"/>
                    <a:pt x="9" y="14"/>
                    <a:pt x="6" y="14"/>
                  </a:cubicBezTo>
                  <a:cubicBezTo>
                    <a:pt x="3" y="14"/>
                    <a:pt x="0" y="11"/>
                    <a:pt x="0" y="8"/>
                  </a:cubicBez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0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9" name="Freeform 403">
              <a:extLst>
                <a:ext uri="{FF2B5EF4-FFF2-40B4-BE49-F238E27FC236}">
                  <a16:creationId xmlns:a16="http://schemas.microsoft.com/office/drawing/2014/main" id="{F3F20971-405C-45B3-9826-1B0D5A114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6251" y="1330326"/>
              <a:ext cx="22225" cy="15875"/>
            </a:xfrm>
            <a:custGeom>
              <a:avLst/>
              <a:gdLst>
                <a:gd name="T0" fmla="*/ 5 w 6"/>
                <a:gd name="T1" fmla="*/ 1 h 4"/>
                <a:gd name="T2" fmla="*/ 3 w 6"/>
                <a:gd name="T3" fmla="*/ 3 h 4"/>
                <a:gd name="T4" fmla="*/ 0 w 6"/>
                <a:gd name="T5" fmla="*/ 2 h 4"/>
                <a:gd name="T6" fmla="*/ 3 w 6"/>
                <a:gd name="T7" fmla="*/ 0 h 4"/>
                <a:gd name="T8" fmla="*/ 5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5" y="1"/>
                  </a:moveTo>
                  <a:cubicBezTo>
                    <a:pt x="6" y="2"/>
                    <a:pt x="4" y="3"/>
                    <a:pt x="3" y="3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0" name="Freeform 404">
              <a:extLst>
                <a:ext uri="{FF2B5EF4-FFF2-40B4-BE49-F238E27FC236}">
                  <a16:creationId xmlns:a16="http://schemas.microsoft.com/office/drawing/2014/main" id="{85474963-CE0F-460F-B187-9817C727B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8013" y="1316038"/>
              <a:ext cx="93663" cy="85725"/>
            </a:xfrm>
            <a:custGeom>
              <a:avLst/>
              <a:gdLst>
                <a:gd name="T0" fmla="*/ 1 w 25"/>
                <a:gd name="T1" fmla="*/ 12 h 23"/>
                <a:gd name="T2" fmla="*/ 13 w 25"/>
                <a:gd name="T3" fmla="*/ 22 h 23"/>
                <a:gd name="T4" fmla="*/ 25 w 25"/>
                <a:gd name="T5" fmla="*/ 10 h 23"/>
                <a:gd name="T6" fmla="*/ 12 w 25"/>
                <a:gd name="T7" fmla="*/ 0 h 23"/>
                <a:gd name="T8" fmla="*/ 1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2"/>
                  </a:moveTo>
                  <a:cubicBezTo>
                    <a:pt x="1" y="18"/>
                    <a:pt x="7" y="23"/>
                    <a:pt x="13" y="22"/>
                  </a:cubicBezTo>
                  <a:cubicBezTo>
                    <a:pt x="20" y="22"/>
                    <a:pt x="25" y="17"/>
                    <a:pt x="25" y="10"/>
                  </a:cubicBezTo>
                  <a:cubicBezTo>
                    <a:pt x="24" y="4"/>
                    <a:pt x="19" y="0"/>
                    <a:pt x="12" y="0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1" name="Freeform 405">
              <a:extLst>
                <a:ext uri="{FF2B5EF4-FFF2-40B4-BE49-F238E27FC236}">
                  <a16:creationId xmlns:a16="http://schemas.microsoft.com/office/drawing/2014/main" id="{142FBB75-C346-4DD2-A040-50D3D9390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2301" y="1319213"/>
              <a:ext cx="57150" cy="76200"/>
            </a:xfrm>
            <a:custGeom>
              <a:avLst/>
              <a:gdLst>
                <a:gd name="T0" fmla="*/ 15 w 15"/>
                <a:gd name="T1" fmla="*/ 9 h 20"/>
                <a:gd name="T2" fmla="*/ 8 w 15"/>
                <a:gd name="T3" fmla="*/ 20 h 20"/>
                <a:gd name="T4" fmla="*/ 0 w 15"/>
                <a:gd name="T5" fmla="*/ 10 h 20"/>
                <a:gd name="T6" fmla="*/ 7 w 15"/>
                <a:gd name="T7" fmla="*/ 0 h 20"/>
                <a:gd name="T8" fmla="*/ 15 w 15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5" y="9"/>
                  </a:moveTo>
                  <a:cubicBezTo>
                    <a:pt x="15" y="15"/>
                    <a:pt x="12" y="19"/>
                    <a:pt x="8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5"/>
                    <a:pt x="3" y="1"/>
                    <a:pt x="7" y="0"/>
                  </a:cubicBezTo>
                  <a:cubicBezTo>
                    <a:pt x="11" y="0"/>
                    <a:pt x="15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" name="Freeform 407">
              <a:extLst>
                <a:ext uri="{FF2B5EF4-FFF2-40B4-BE49-F238E27FC236}">
                  <a16:creationId xmlns:a16="http://schemas.microsoft.com/office/drawing/2014/main" id="{0388BE18-0AC1-40BC-B6EC-8BF0F214E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0238" y="1330325"/>
              <a:ext cx="41275" cy="53975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0"/>
                    <a:pt x="9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4"/>
                    <a:pt x="2" y="0"/>
                    <a:pt x="5" y="0"/>
                  </a:cubicBezTo>
                  <a:cubicBezTo>
                    <a:pt x="8" y="0"/>
                    <a:pt x="11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" name="Freeform 408">
              <a:extLst>
                <a:ext uri="{FF2B5EF4-FFF2-40B4-BE49-F238E27FC236}">
                  <a16:creationId xmlns:a16="http://schemas.microsoft.com/office/drawing/2014/main" id="{EC239833-5C20-42A0-A315-ADB1715E0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9288" y="1323975"/>
              <a:ext cx="22225" cy="14288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0 w 6"/>
                <a:gd name="T5" fmla="*/ 3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4"/>
                    <a:pt x="3" y="4"/>
                  </a:cubicBezTo>
                  <a:cubicBezTo>
                    <a:pt x="2" y="4"/>
                    <a:pt x="0" y="4"/>
                    <a:pt x="0" y="3"/>
                  </a:cubicBezTo>
                  <a:cubicBezTo>
                    <a:pt x="0" y="1"/>
                    <a:pt x="1" y="1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" name="Freeform 409">
              <a:extLst>
                <a:ext uri="{FF2B5EF4-FFF2-40B4-BE49-F238E27FC236}">
                  <a16:creationId xmlns:a16="http://schemas.microsoft.com/office/drawing/2014/main" id="{FE981516-A7DA-4593-A62C-73352CD6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6875" y="1035050"/>
              <a:ext cx="401638" cy="231775"/>
            </a:xfrm>
            <a:custGeom>
              <a:avLst/>
              <a:gdLst>
                <a:gd name="T0" fmla="*/ 106 w 107"/>
                <a:gd name="T1" fmla="*/ 23 h 62"/>
                <a:gd name="T2" fmla="*/ 94 w 107"/>
                <a:gd name="T3" fmla="*/ 31 h 62"/>
                <a:gd name="T4" fmla="*/ 101 w 107"/>
                <a:gd name="T5" fmla="*/ 16 h 62"/>
                <a:gd name="T6" fmla="*/ 101 w 107"/>
                <a:gd name="T7" fmla="*/ 15 h 62"/>
                <a:gd name="T8" fmla="*/ 99 w 107"/>
                <a:gd name="T9" fmla="*/ 17 h 62"/>
                <a:gd name="T10" fmla="*/ 85 w 107"/>
                <a:gd name="T11" fmla="*/ 19 h 62"/>
                <a:gd name="T12" fmla="*/ 65 w 107"/>
                <a:gd name="T13" fmla="*/ 7 h 62"/>
                <a:gd name="T14" fmla="*/ 40 w 107"/>
                <a:gd name="T15" fmla="*/ 0 h 62"/>
                <a:gd name="T16" fmla="*/ 27 w 107"/>
                <a:gd name="T17" fmla="*/ 3 h 62"/>
                <a:gd name="T18" fmla="*/ 0 w 107"/>
                <a:gd name="T19" fmla="*/ 26 h 62"/>
                <a:gd name="T20" fmla="*/ 0 w 107"/>
                <a:gd name="T21" fmla="*/ 31 h 62"/>
                <a:gd name="T22" fmla="*/ 0 w 107"/>
                <a:gd name="T23" fmla="*/ 36 h 62"/>
                <a:gd name="T24" fmla="*/ 1 w 107"/>
                <a:gd name="T25" fmla="*/ 37 h 62"/>
                <a:gd name="T26" fmla="*/ 1 w 107"/>
                <a:gd name="T27" fmla="*/ 37 h 62"/>
                <a:gd name="T28" fmla="*/ 1 w 107"/>
                <a:gd name="T29" fmla="*/ 36 h 62"/>
                <a:gd name="T30" fmla="*/ 18 w 107"/>
                <a:gd name="T31" fmla="*/ 51 h 62"/>
                <a:gd name="T32" fmla="*/ 61 w 107"/>
                <a:gd name="T33" fmla="*/ 58 h 62"/>
                <a:gd name="T34" fmla="*/ 103 w 107"/>
                <a:gd name="T35" fmla="*/ 30 h 62"/>
                <a:gd name="T36" fmla="*/ 107 w 107"/>
                <a:gd name="T37" fmla="*/ 23 h 62"/>
                <a:gd name="T38" fmla="*/ 106 w 107"/>
                <a:gd name="T39" fmla="*/ 2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7" h="62">
                  <a:moveTo>
                    <a:pt x="106" y="23"/>
                  </a:moveTo>
                  <a:cubicBezTo>
                    <a:pt x="104" y="27"/>
                    <a:pt x="99" y="30"/>
                    <a:pt x="94" y="31"/>
                  </a:cubicBezTo>
                  <a:cubicBezTo>
                    <a:pt x="98" y="27"/>
                    <a:pt x="102" y="22"/>
                    <a:pt x="101" y="16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100" y="16"/>
                    <a:pt x="99" y="16"/>
                    <a:pt x="99" y="17"/>
                  </a:cubicBezTo>
                  <a:cubicBezTo>
                    <a:pt x="95" y="20"/>
                    <a:pt x="89" y="20"/>
                    <a:pt x="85" y="19"/>
                  </a:cubicBezTo>
                  <a:cubicBezTo>
                    <a:pt x="78" y="16"/>
                    <a:pt x="71" y="11"/>
                    <a:pt x="65" y="7"/>
                  </a:cubicBezTo>
                  <a:cubicBezTo>
                    <a:pt x="57" y="2"/>
                    <a:pt x="49" y="0"/>
                    <a:pt x="40" y="0"/>
                  </a:cubicBezTo>
                  <a:cubicBezTo>
                    <a:pt x="36" y="0"/>
                    <a:pt x="31" y="1"/>
                    <a:pt x="27" y="3"/>
                  </a:cubicBezTo>
                  <a:cubicBezTo>
                    <a:pt x="16" y="7"/>
                    <a:pt x="3" y="14"/>
                    <a:pt x="0" y="26"/>
                  </a:cubicBezTo>
                  <a:cubicBezTo>
                    <a:pt x="0" y="28"/>
                    <a:pt x="0" y="30"/>
                    <a:pt x="0" y="3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7"/>
                    <a:pt x="1" y="37"/>
                    <a:pt x="1" y="36"/>
                  </a:cubicBezTo>
                  <a:cubicBezTo>
                    <a:pt x="6" y="32"/>
                    <a:pt x="15" y="48"/>
                    <a:pt x="18" y="51"/>
                  </a:cubicBezTo>
                  <a:cubicBezTo>
                    <a:pt x="30" y="61"/>
                    <a:pt x="47" y="62"/>
                    <a:pt x="61" y="58"/>
                  </a:cubicBezTo>
                  <a:cubicBezTo>
                    <a:pt x="77" y="54"/>
                    <a:pt x="94" y="43"/>
                    <a:pt x="103" y="30"/>
                  </a:cubicBezTo>
                  <a:cubicBezTo>
                    <a:pt x="104" y="28"/>
                    <a:pt x="106" y="26"/>
                    <a:pt x="107" y="23"/>
                  </a:cubicBezTo>
                  <a:cubicBezTo>
                    <a:pt x="107" y="23"/>
                    <a:pt x="107" y="22"/>
                    <a:pt x="106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" name="Freeform 410">
              <a:extLst>
                <a:ext uri="{FF2B5EF4-FFF2-40B4-BE49-F238E27FC236}">
                  <a16:creationId xmlns:a16="http://schemas.microsoft.com/office/drawing/2014/main" id="{24DC75FB-75E4-4EDB-9B6D-EF71EC1E9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0725" y="1258888"/>
              <a:ext cx="104775" cy="173038"/>
            </a:xfrm>
            <a:custGeom>
              <a:avLst/>
              <a:gdLst>
                <a:gd name="T0" fmla="*/ 3 w 28"/>
                <a:gd name="T1" fmla="*/ 22 h 46"/>
                <a:gd name="T2" fmla="*/ 22 w 28"/>
                <a:gd name="T3" fmla="*/ 17 h 46"/>
                <a:gd name="T4" fmla="*/ 8 w 28"/>
                <a:gd name="T5" fmla="*/ 45 h 46"/>
                <a:gd name="T6" fmla="*/ 3 w 28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3" y="22"/>
                  </a:moveTo>
                  <a:cubicBezTo>
                    <a:pt x="3" y="22"/>
                    <a:pt x="13" y="0"/>
                    <a:pt x="22" y="17"/>
                  </a:cubicBezTo>
                  <a:cubicBezTo>
                    <a:pt x="28" y="32"/>
                    <a:pt x="17" y="46"/>
                    <a:pt x="8" y="45"/>
                  </a:cubicBezTo>
                  <a:cubicBezTo>
                    <a:pt x="0" y="44"/>
                    <a:pt x="3" y="22"/>
                    <a:pt x="3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" name="Freeform 411">
              <a:extLst>
                <a:ext uri="{FF2B5EF4-FFF2-40B4-BE49-F238E27FC236}">
                  <a16:creationId xmlns:a16="http://schemas.microsoft.com/office/drawing/2014/main" id="{ACC136FF-AA8F-40D6-AFEC-E1203BC47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3900" y="1301750"/>
              <a:ext cx="68263" cy="100013"/>
            </a:xfrm>
            <a:custGeom>
              <a:avLst/>
              <a:gdLst>
                <a:gd name="T0" fmla="*/ 3 w 18"/>
                <a:gd name="T1" fmla="*/ 15 h 27"/>
                <a:gd name="T2" fmla="*/ 14 w 18"/>
                <a:gd name="T3" fmla="*/ 5 h 27"/>
                <a:gd name="T4" fmla="*/ 18 w 18"/>
                <a:gd name="T5" fmla="*/ 18 h 27"/>
                <a:gd name="T6" fmla="*/ 10 w 18"/>
                <a:gd name="T7" fmla="*/ 15 h 27"/>
                <a:gd name="T8" fmla="*/ 5 w 18"/>
                <a:gd name="T9" fmla="*/ 25 h 27"/>
                <a:gd name="T10" fmla="*/ 3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3" y="15"/>
                  </a:moveTo>
                  <a:cubicBezTo>
                    <a:pt x="3" y="15"/>
                    <a:pt x="10" y="0"/>
                    <a:pt x="14" y="5"/>
                  </a:cubicBezTo>
                  <a:cubicBezTo>
                    <a:pt x="18" y="11"/>
                    <a:pt x="18" y="18"/>
                    <a:pt x="18" y="18"/>
                  </a:cubicBezTo>
                  <a:cubicBezTo>
                    <a:pt x="18" y="18"/>
                    <a:pt x="15" y="10"/>
                    <a:pt x="10" y="15"/>
                  </a:cubicBezTo>
                  <a:cubicBezTo>
                    <a:pt x="10" y="15"/>
                    <a:pt x="17" y="27"/>
                    <a:pt x="5" y="25"/>
                  </a:cubicBezTo>
                  <a:cubicBezTo>
                    <a:pt x="5" y="25"/>
                    <a:pt x="0" y="21"/>
                    <a:pt x="3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" name="Freeform 412">
              <a:extLst>
                <a:ext uri="{FF2B5EF4-FFF2-40B4-BE49-F238E27FC236}">
                  <a16:creationId xmlns:a16="http://schemas.microsoft.com/office/drawing/2014/main" id="{5AB468F5-48DD-4A91-B95C-608E5EBB4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0988" y="1147763"/>
              <a:ext cx="165100" cy="220663"/>
            </a:xfrm>
            <a:custGeom>
              <a:avLst/>
              <a:gdLst>
                <a:gd name="T0" fmla="*/ 43 w 44"/>
                <a:gd name="T1" fmla="*/ 4 h 59"/>
                <a:gd name="T2" fmla="*/ 36 w 44"/>
                <a:gd name="T3" fmla="*/ 32 h 59"/>
                <a:gd name="T4" fmla="*/ 28 w 44"/>
                <a:gd name="T5" fmla="*/ 59 h 59"/>
                <a:gd name="T6" fmla="*/ 32 w 44"/>
                <a:gd name="T7" fmla="*/ 2 h 59"/>
                <a:gd name="T8" fmla="*/ 43 w 44"/>
                <a:gd name="T9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59">
                  <a:moveTo>
                    <a:pt x="43" y="4"/>
                  </a:moveTo>
                  <a:cubicBezTo>
                    <a:pt x="43" y="4"/>
                    <a:pt x="44" y="23"/>
                    <a:pt x="36" y="32"/>
                  </a:cubicBezTo>
                  <a:cubicBezTo>
                    <a:pt x="29" y="41"/>
                    <a:pt x="28" y="59"/>
                    <a:pt x="28" y="59"/>
                  </a:cubicBezTo>
                  <a:cubicBezTo>
                    <a:pt x="28" y="59"/>
                    <a:pt x="0" y="23"/>
                    <a:pt x="32" y="2"/>
                  </a:cubicBezTo>
                  <a:cubicBezTo>
                    <a:pt x="32" y="2"/>
                    <a:pt x="38" y="0"/>
                    <a:pt x="43" y="4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" name="Freeform 413">
              <a:extLst>
                <a:ext uri="{FF2B5EF4-FFF2-40B4-BE49-F238E27FC236}">
                  <a16:creationId xmlns:a16="http://schemas.microsoft.com/office/drawing/2014/main" id="{4AA2F7C6-567E-468F-83DB-1867125E4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575" y="1128713"/>
              <a:ext cx="139700" cy="220663"/>
            </a:xfrm>
            <a:custGeom>
              <a:avLst/>
              <a:gdLst>
                <a:gd name="T0" fmla="*/ 3 w 37"/>
                <a:gd name="T1" fmla="*/ 17 h 59"/>
                <a:gd name="T2" fmla="*/ 19 w 37"/>
                <a:gd name="T3" fmla="*/ 59 h 59"/>
                <a:gd name="T4" fmla="*/ 20 w 37"/>
                <a:gd name="T5" fmla="*/ 8 h 59"/>
                <a:gd name="T6" fmla="*/ 3 w 37"/>
                <a:gd name="T7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3" y="17"/>
                  </a:moveTo>
                  <a:cubicBezTo>
                    <a:pt x="3" y="17"/>
                    <a:pt x="16" y="34"/>
                    <a:pt x="19" y="59"/>
                  </a:cubicBezTo>
                  <a:cubicBezTo>
                    <a:pt x="19" y="59"/>
                    <a:pt x="37" y="32"/>
                    <a:pt x="20" y="8"/>
                  </a:cubicBezTo>
                  <a:cubicBezTo>
                    <a:pt x="20" y="8"/>
                    <a:pt x="0" y="0"/>
                    <a:pt x="3" y="17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" name="Freeform 414">
              <a:extLst>
                <a:ext uri="{FF2B5EF4-FFF2-40B4-BE49-F238E27FC236}">
                  <a16:creationId xmlns:a16="http://schemas.microsoft.com/office/drawing/2014/main" id="{447CFE2A-56DB-4EE0-9767-57B41B638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6863" y="1271588"/>
              <a:ext cx="104775" cy="171450"/>
            </a:xfrm>
            <a:custGeom>
              <a:avLst/>
              <a:gdLst>
                <a:gd name="T0" fmla="*/ 24 w 28"/>
                <a:gd name="T1" fmla="*/ 23 h 46"/>
                <a:gd name="T2" fmla="*/ 6 w 28"/>
                <a:gd name="T3" fmla="*/ 18 h 46"/>
                <a:gd name="T4" fmla="*/ 19 w 28"/>
                <a:gd name="T5" fmla="*/ 45 h 46"/>
                <a:gd name="T6" fmla="*/ 24 w 28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24" y="23"/>
                  </a:moveTo>
                  <a:cubicBezTo>
                    <a:pt x="24" y="23"/>
                    <a:pt x="14" y="0"/>
                    <a:pt x="6" y="18"/>
                  </a:cubicBezTo>
                  <a:cubicBezTo>
                    <a:pt x="0" y="32"/>
                    <a:pt x="11" y="46"/>
                    <a:pt x="19" y="45"/>
                  </a:cubicBezTo>
                  <a:cubicBezTo>
                    <a:pt x="28" y="44"/>
                    <a:pt x="24" y="23"/>
                    <a:pt x="24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" name="Freeform 415">
              <a:extLst>
                <a:ext uri="{FF2B5EF4-FFF2-40B4-BE49-F238E27FC236}">
                  <a16:creationId xmlns:a16="http://schemas.microsoft.com/office/drawing/2014/main" id="{426BFEF1-9F74-4771-BD26-F7AAA083B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0200" y="1316038"/>
              <a:ext cx="66675" cy="101600"/>
            </a:xfrm>
            <a:custGeom>
              <a:avLst/>
              <a:gdLst>
                <a:gd name="T0" fmla="*/ 15 w 18"/>
                <a:gd name="T1" fmla="*/ 14 h 27"/>
                <a:gd name="T2" fmla="*/ 4 w 18"/>
                <a:gd name="T3" fmla="*/ 5 h 27"/>
                <a:gd name="T4" fmla="*/ 0 w 18"/>
                <a:gd name="T5" fmla="*/ 17 h 27"/>
                <a:gd name="T6" fmla="*/ 8 w 18"/>
                <a:gd name="T7" fmla="*/ 15 h 27"/>
                <a:gd name="T8" fmla="*/ 13 w 18"/>
                <a:gd name="T9" fmla="*/ 24 h 27"/>
                <a:gd name="T10" fmla="*/ 15 w 18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5" y="14"/>
                  </a:moveTo>
                  <a:cubicBezTo>
                    <a:pt x="15" y="14"/>
                    <a:pt x="7" y="0"/>
                    <a:pt x="4" y="5"/>
                  </a:cubicBezTo>
                  <a:cubicBezTo>
                    <a:pt x="0" y="10"/>
                    <a:pt x="0" y="17"/>
                    <a:pt x="0" y="17"/>
                  </a:cubicBezTo>
                  <a:cubicBezTo>
                    <a:pt x="0" y="17"/>
                    <a:pt x="2" y="10"/>
                    <a:pt x="8" y="15"/>
                  </a:cubicBezTo>
                  <a:cubicBezTo>
                    <a:pt x="8" y="15"/>
                    <a:pt x="1" y="27"/>
                    <a:pt x="13" y="24"/>
                  </a:cubicBezTo>
                  <a:cubicBezTo>
                    <a:pt x="13" y="24"/>
                    <a:pt x="18" y="21"/>
                    <a:pt x="15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" name="Freeform 418">
              <a:extLst>
                <a:ext uri="{FF2B5EF4-FFF2-40B4-BE49-F238E27FC236}">
                  <a16:creationId xmlns:a16="http://schemas.microsoft.com/office/drawing/2014/main" id="{80DEE31B-D4F6-48AB-A288-46DDE6FBE4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32588" y="1285875"/>
              <a:ext cx="371475" cy="146050"/>
            </a:xfrm>
            <a:custGeom>
              <a:avLst/>
              <a:gdLst>
                <a:gd name="T0" fmla="*/ 95 w 99"/>
                <a:gd name="T1" fmla="*/ 26 h 39"/>
                <a:gd name="T2" fmla="*/ 97 w 99"/>
                <a:gd name="T3" fmla="*/ 8 h 39"/>
                <a:gd name="T4" fmla="*/ 97 w 99"/>
                <a:gd name="T5" fmla="*/ 7 h 39"/>
                <a:gd name="T6" fmla="*/ 96 w 99"/>
                <a:gd name="T7" fmla="*/ 7 h 39"/>
                <a:gd name="T8" fmla="*/ 59 w 99"/>
                <a:gd name="T9" fmla="*/ 8 h 39"/>
                <a:gd name="T10" fmla="*/ 53 w 99"/>
                <a:gd name="T11" fmla="*/ 11 h 39"/>
                <a:gd name="T12" fmla="*/ 53 w 99"/>
                <a:gd name="T13" fmla="*/ 11 h 39"/>
                <a:gd name="T14" fmla="*/ 46 w 99"/>
                <a:gd name="T15" fmla="*/ 11 h 39"/>
                <a:gd name="T16" fmla="*/ 46 w 99"/>
                <a:gd name="T17" fmla="*/ 11 h 39"/>
                <a:gd name="T18" fmla="*/ 45 w 99"/>
                <a:gd name="T19" fmla="*/ 10 h 39"/>
                <a:gd name="T20" fmla="*/ 39 w 99"/>
                <a:gd name="T21" fmla="*/ 8 h 39"/>
                <a:gd name="T22" fmla="*/ 2 w 99"/>
                <a:gd name="T23" fmla="*/ 9 h 39"/>
                <a:gd name="T24" fmla="*/ 1 w 99"/>
                <a:gd name="T25" fmla="*/ 9 h 39"/>
                <a:gd name="T26" fmla="*/ 1 w 99"/>
                <a:gd name="T27" fmla="*/ 10 h 39"/>
                <a:gd name="T28" fmla="*/ 5 w 99"/>
                <a:gd name="T29" fmla="*/ 27 h 39"/>
                <a:gd name="T30" fmla="*/ 14 w 99"/>
                <a:gd name="T31" fmla="*/ 36 h 39"/>
                <a:gd name="T32" fmla="*/ 26 w 99"/>
                <a:gd name="T33" fmla="*/ 38 h 39"/>
                <a:gd name="T34" fmla="*/ 44 w 99"/>
                <a:gd name="T35" fmla="*/ 26 h 39"/>
                <a:gd name="T36" fmla="*/ 44 w 99"/>
                <a:gd name="T37" fmla="*/ 25 h 39"/>
                <a:gd name="T38" fmla="*/ 46 w 99"/>
                <a:gd name="T39" fmla="*/ 17 h 39"/>
                <a:gd name="T40" fmla="*/ 52 w 99"/>
                <a:gd name="T41" fmla="*/ 17 h 39"/>
                <a:gd name="T42" fmla="*/ 55 w 99"/>
                <a:gd name="T43" fmla="*/ 26 h 39"/>
                <a:gd name="T44" fmla="*/ 55 w 99"/>
                <a:gd name="T45" fmla="*/ 27 h 39"/>
                <a:gd name="T46" fmla="*/ 74 w 99"/>
                <a:gd name="T47" fmla="*/ 38 h 39"/>
                <a:gd name="T48" fmla="*/ 85 w 99"/>
                <a:gd name="T49" fmla="*/ 35 h 39"/>
                <a:gd name="T50" fmla="*/ 95 w 99"/>
                <a:gd name="T51" fmla="*/ 26 h 39"/>
                <a:gd name="T52" fmla="*/ 26 w 99"/>
                <a:gd name="T53" fmla="*/ 34 h 39"/>
                <a:gd name="T54" fmla="*/ 16 w 99"/>
                <a:gd name="T55" fmla="*/ 33 h 39"/>
                <a:gd name="T56" fmla="*/ 8 w 99"/>
                <a:gd name="T57" fmla="*/ 26 h 39"/>
                <a:gd name="T58" fmla="*/ 5 w 99"/>
                <a:gd name="T59" fmla="*/ 12 h 39"/>
                <a:gd name="T60" fmla="*/ 38 w 99"/>
                <a:gd name="T61" fmla="*/ 11 h 39"/>
                <a:gd name="T62" fmla="*/ 42 w 99"/>
                <a:gd name="T63" fmla="*/ 13 h 39"/>
                <a:gd name="T64" fmla="*/ 40 w 99"/>
                <a:gd name="T65" fmla="*/ 24 h 39"/>
                <a:gd name="T66" fmla="*/ 40 w 99"/>
                <a:gd name="T67" fmla="*/ 24 h 39"/>
                <a:gd name="T68" fmla="*/ 26 w 99"/>
                <a:gd name="T69" fmla="*/ 34 h 39"/>
                <a:gd name="T70" fmla="*/ 84 w 99"/>
                <a:gd name="T71" fmla="*/ 32 h 39"/>
                <a:gd name="T72" fmla="*/ 74 w 99"/>
                <a:gd name="T73" fmla="*/ 34 h 39"/>
                <a:gd name="T74" fmla="*/ 59 w 99"/>
                <a:gd name="T75" fmla="*/ 25 h 39"/>
                <a:gd name="T76" fmla="*/ 59 w 99"/>
                <a:gd name="T77" fmla="*/ 24 h 39"/>
                <a:gd name="T78" fmla="*/ 56 w 99"/>
                <a:gd name="T79" fmla="*/ 14 h 39"/>
                <a:gd name="T80" fmla="*/ 61 w 99"/>
                <a:gd name="T81" fmla="*/ 12 h 39"/>
                <a:gd name="T82" fmla="*/ 94 w 99"/>
                <a:gd name="T83" fmla="*/ 10 h 39"/>
                <a:gd name="T84" fmla="*/ 91 w 99"/>
                <a:gd name="T85" fmla="*/ 24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5" y="26"/>
                  </a:moveTo>
                  <a:cubicBezTo>
                    <a:pt x="99" y="14"/>
                    <a:pt x="97" y="9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6"/>
                    <a:pt x="78" y="0"/>
                    <a:pt x="59" y="8"/>
                  </a:cubicBezTo>
                  <a:cubicBezTo>
                    <a:pt x="57" y="9"/>
                    <a:pt x="55" y="10"/>
                    <a:pt x="53" y="11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3" y="9"/>
                    <a:pt x="41" y="8"/>
                    <a:pt x="39" y="8"/>
                  </a:cubicBezTo>
                  <a:cubicBezTo>
                    <a:pt x="20" y="0"/>
                    <a:pt x="3" y="8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0" y="16"/>
                    <a:pt x="5" y="27"/>
                  </a:cubicBezTo>
                  <a:cubicBezTo>
                    <a:pt x="6" y="32"/>
                    <a:pt x="10" y="35"/>
                    <a:pt x="14" y="36"/>
                  </a:cubicBezTo>
                  <a:cubicBezTo>
                    <a:pt x="20" y="39"/>
                    <a:pt x="26" y="38"/>
                    <a:pt x="26" y="38"/>
                  </a:cubicBezTo>
                  <a:cubicBezTo>
                    <a:pt x="40" y="37"/>
                    <a:pt x="42" y="30"/>
                    <a:pt x="44" y="26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2"/>
                    <a:pt x="46" y="19"/>
                    <a:pt x="46" y="17"/>
                  </a:cubicBezTo>
                  <a:cubicBezTo>
                    <a:pt x="48" y="17"/>
                    <a:pt x="50" y="16"/>
                    <a:pt x="52" y="17"/>
                  </a:cubicBezTo>
                  <a:cubicBezTo>
                    <a:pt x="53" y="20"/>
                    <a:pt x="53" y="22"/>
                    <a:pt x="55" y="26"/>
                  </a:cubicBezTo>
                  <a:cubicBezTo>
                    <a:pt x="55" y="26"/>
                    <a:pt x="55" y="26"/>
                    <a:pt x="55" y="27"/>
                  </a:cubicBezTo>
                  <a:cubicBezTo>
                    <a:pt x="57" y="31"/>
                    <a:pt x="60" y="37"/>
                    <a:pt x="74" y="38"/>
                  </a:cubicBezTo>
                  <a:cubicBezTo>
                    <a:pt x="74" y="38"/>
                    <a:pt x="80" y="38"/>
                    <a:pt x="85" y="35"/>
                  </a:cubicBezTo>
                  <a:cubicBezTo>
                    <a:pt x="90" y="33"/>
                    <a:pt x="93" y="30"/>
                    <a:pt x="95" y="26"/>
                  </a:cubicBezTo>
                  <a:close/>
                  <a:moveTo>
                    <a:pt x="26" y="34"/>
                  </a:moveTo>
                  <a:cubicBezTo>
                    <a:pt x="26" y="34"/>
                    <a:pt x="21" y="35"/>
                    <a:pt x="16" y="33"/>
                  </a:cubicBezTo>
                  <a:cubicBezTo>
                    <a:pt x="12" y="31"/>
                    <a:pt x="10" y="29"/>
                    <a:pt x="8" y="26"/>
                  </a:cubicBezTo>
                  <a:cubicBezTo>
                    <a:pt x="5" y="18"/>
                    <a:pt x="5" y="14"/>
                    <a:pt x="5" y="12"/>
                  </a:cubicBezTo>
                  <a:cubicBezTo>
                    <a:pt x="9" y="10"/>
                    <a:pt x="23" y="6"/>
                    <a:pt x="38" y="11"/>
                  </a:cubicBezTo>
                  <a:cubicBezTo>
                    <a:pt x="39" y="12"/>
                    <a:pt x="41" y="13"/>
                    <a:pt x="42" y="13"/>
                  </a:cubicBezTo>
                  <a:cubicBezTo>
                    <a:pt x="42" y="15"/>
                    <a:pt x="42" y="19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8"/>
                    <a:pt x="37" y="33"/>
                    <a:pt x="26" y="34"/>
                  </a:cubicBezTo>
                  <a:close/>
                  <a:moveTo>
                    <a:pt x="84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3" y="33"/>
                    <a:pt x="61" y="29"/>
                    <a:pt x="59" y="25"/>
                  </a:cubicBezTo>
                  <a:cubicBezTo>
                    <a:pt x="59" y="25"/>
                    <a:pt x="59" y="24"/>
                    <a:pt x="59" y="24"/>
                  </a:cubicBezTo>
                  <a:cubicBezTo>
                    <a:pt x="57" y="20"/>
                    <a:pt x="56" y="16"/>
                    <a:pt x="56" y="14"/>
                  </a:cubicBezTo>
                  <a:cubicBezTo>
                    <a:pt x="58" y="13"/>
                    <a:pt x="59" y="13"/>
                    <a:pt x="61" y="12"/>
                  </a:cubicBezTo>
                  <a:cubicBezTo>
                    <a:pt x="75" y="5"/>
                    <a:pt x="90" y="9"/>
                    <a:pt x="94" y="10"/>
                  </a:cubicBezTo>
                  <a:cubicBezTo>
                    <a:pt x="94" y="12"/>
                    <a:pt x="93" y="16"/>
                    <a:pt x="91" y="24"/>
                  </a:cubicBezTo>
                  <a:cubicBezTo>
                    <a:pt x="90" y="28"/>
                    <a:pt x="87" y="30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" name="Freeform 419">
              <a:extLst>
                <a:ext uri="{FF2B5EF4-FFF2-40B4-BE49-F238E27FC236}">
                  <a16:creationId xmlns:a16="http://schemas.microsoft.com/office/drawing/2014/main" id="{BFE27A7D-F954-4B79-8CD9-9E1ABCC55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0" y="1473200"/>
              <a:ext cx="149225" cy="98425"/>
            </a:xfrm>
            <a:custGeom>
              <a:avLst/>
              <a:gdLst>
                <a:gd name="T0" fmla="*/ 0 w 40"/>
                <a:gd name="T1" fmla="*/ 1 h 26"/>
                <a:gd name="T2" fmla="*/ 8 w 40"/>
                <a:gd name="T3" fmla="*/ 15 h 26"/>
                <a:gd name="T4" fmla="*/ 34 w 40"/>
                <a:gd name="T5" fmla="*/ 11 h 26"/>
                <a:gd name="T6" fmla="*/ 40 w 40"/>
                <a:gd name="T7" fmla="*/ 0 h 26"/>
                <a:gd name="T8" fmla="*/ 32 w 40"/>
                <a:gd name="T9" fmla="*/ 2 h 26"/>
                <a:gd name="T10" fmla="*/ 4 w 40"/>
                <a:gd name="T11" fmla="*/ 3 h 26"/>
                <a:gd name="T12" fmla="*/ 4 w 40"/>
                <a:gd name="T13" fmla="*/ 3 h 26"/>
                <a:gd name="T14" fmla="*/ 0 w 40"/>
                <a:gd name="T1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26">
                  <a:moveTo>
                    <a:pt x="0" y="1"/>
                  </a:moveTo>
                  <a:cubicBezTo>
                    <a:pt x="0" y="2"/>
                    <a:pt x="3" y="10"/>
                    <a:pt x="8" y="15"/>
                  </a:cubicBezTo>
                  <a:cubicBezTo>
                    <a:pt x="15" y="22"/>
                    <a:pt x="24" y="26"/>
                    <a:pt x="34" y="11"/>
                  </a:cubicBezTo>
                  <a:cubicBezTo>
                    <a:pt x="36" y="8"/>
                    <a:pt x="38" y="4"/>
                    <a:pt x="40" y="0"/>
                  </a:cubicBezTo>
                  <a:cubicBezTo>
                    <a:pt x="40" y="0"/>
                    <a:pt x="37" y="1"/>
                    <a:pt x="32" y="2"/>
                  </a:cubicBezTo>
                  <a:cubicBezTo>
                    <a:pt x="24" y="5"/>
                    <a:pt x="12" y="7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712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5" name="Freeform 420">
              <a:extLst>
                <a:ext uri="{FF2B5EF4-FFF2-40B4-BE49-F238E27FC236}">
                  <a16:creationId xmlns:a16="http://schemas.microsoft.com/office/drawing/2014/main" id="{C2E09B59-5EFF-41A6-98B3-C2FCC0B3A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5463" y="1503363"/>
              <a:ext cx="96838" cy="68263"/>
            </a:xfrm>
            <a:custGeom>
              <a:avLst/>
              <a:gdLst>
                <a:gd name="T0" fmla="*/ 0 w 26"/>
                <a:gd name="T1" fmla="*/ 7 h 18"/>
                <a:gd name="T2" fmla="*/ 26 w 26"/>
                <a:gd name="T3" fmla="*/ 3 h 18"/>
                <a:gd name="T4" fmla="*/ 0 w 26"/>
                <a:gd name="T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8">
                  <a:moveTo>
                    <a:pt x="0" y="7"/>
                  </a:moveTo>
                  <a:cubicBezTo>
                    <a:pt x="7" y="14"/>
                    <a:pt x="16" y="18"/>
                    <a:pt x="26" y="3"/>
                  </a:cubicBezTo>
                  <a:cubicBezTo>
                    <a:pt x="20" y="2"/>
                    <a:pt x="8" y="0"/>
                    <a:pt x="0" y="7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6" name="Freeform 421">
              <a:extLst>
                <a:ext uri="{FF2B5EF4-FFF2-40B4-BE49-F238E27FC236}">
                  <a16:creationId xmlns:a16="http://schemas.microsoft.com/office/drawing/2014/main" id="{0DBC6C2C-4E5E-428E-8955-20CAA121D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88" y="1481138"/>
              <a:ext cx="106363" cy="60325"/>
            </a:xfrm>
            <a:custGeom>
              <a:avLst/>
              <a:gdLst>
                <a:gd name="T0" fmla="*/ 0 w 28"/>
                <a:gd name="T1" fmla="*/ 2 h 16"/>
                <a:gd name="T2" fmla="*/ 28 w 28"/>
                <a:gd name="T3" fmla="*/ 0 h 16"/>
                <a:gd name="T4" fmla="*/ 0 w 28"/>
                <a:gd name="T5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16">
                  <a:moveTo>
                    <a:pt x="0" y="2"/>
                  </a:moveTo>
                  <a:cubicBezTo>
                    <a:pt x="13" y="16"/>
                    <a:pt x="22" y="8"/>
                    <a:pt x="28" y="0"/>
                  </a:cubicBezTo>
                  <a:cubicBezTo>
                    <a:pt x="20" y="3"/>
                    <a:pt x="8" y="5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7" name="Freeform 422">
              <a:extLst>
                <a:ext uri="{FF2B5EF4-FFF2-40B4-BE49-F238E27FC236}">
                  <a16:creationId xmlns:a16="http://schemas.microsoft.com/office/drawing/2014/main" id="{7C65C528-D45F-4FE2-BCA2-456A926C4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3" y="2146300"/>
              <a:ext cx="239713" cy="134938"/>
            </a:xfrm>
            <a:custGeom>
              <a:avLst/>
              <a:gdLst>
                <a:gd name="T0" fmla="*/ 58 w 64"/>
                <a:gd name="T1" fmla="*/ 10 h 36"/>
                <a:gd name="T2" fmla="*/ 47 w 64"/>
                <a:gd name="T3" fmla="*/ 9 h 36"/>
                <a:gd name="T4" fmla="*/ 32 w 64"/>
                <a:gd name="T5" fmla="*/ 5 h 36"/>
                <a:gd name="T6" fmla="*/ 16 w 64"/>
                <a:gd name="T7" fmla="*/ 0 h 36"/>
                <a:gd name="T8" fmla="*/ 28 w 64"/>
                <a:gd name="T9" fmla="*/ 10 h 36"/>
                <a:gd name="T10" fmla="*/ 3 w 64"/>
                <a:gd name="T11" fmla="*/ 25 h 36"/>
                <a:gd name="T12" fmla="*/ 9 w 64"/>
                <a:gd name="T13" fmla="*/ 31 h 36"/>
                <a:gd name="T14" fmla="*/ 28 w 64"/>
                <a:gd name="T15" fmla="*/ 36 h 36"/>
                <a:gd name="T16" fmla="*/ 64 w 64"/>
                <a:gd name="T17" fmla="*/ 20 h 36"/>
                <a:gd name="T18" fmla="*/ 58 w 64"/>
                <a:gd name="T19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36">
                  <a:moveTo>
                    <a:pt x="58" y="10"/>
                  </a:moveTo>
                  <a:cubicBezTo>
                    <a:pt x="58" y="10"/>
                    <a:pt x="51" y="11"/>
                    <a:pt x="47" y="9"/>
                  </a:cubicBezTo>
                  <a:cubicBezTo>
                    <a:pt x="44" y="6"/>
                    <a:pt x="42" y="5"/>
                    <a:pt x="32" y="5"/>
                  </a:cubicBezTo>
                  <a:cubicBezTo>
                    <a:pt x="22" y="4"/>
                    <a:pt x="16" y="0"/>
                    <a:pt x="16" y="0"/>
                  </a:cubicBezTo>
                  <a:cubicBezTo>
                    <a:pt x="16" y="0"/>
                    <a:pt x="13" y="9"/>
                    <a:pt x="28" y="10"/>
                  </a:cubicBezTo>
                  <a:cubicBezTo>
                    <a:pt x="38" y="11"/>
                    <a:pt x="11" y="22"/>
                    <a:pt x="3" y="25"/>
                  </a:cubicBezTo>
                  <a:cubicBezTo>
                    <a:pt x="3" y="25"/>
                    <a:pt x="0" y="30"/>
                    <a:pt x="9" y="31"/>
                  </a:cubicBezTo>
                  <a:cubicBezTo>
                    <a:pt x="18" y="31"/>
                    <a:pt x="11" y="35"/>
                    <a:pt x="28" y="36"/>
                  </a:cubicBezTo>
                  <a:cubicBezTo>
                    <a:pt x="45" y="36"/>
                    <a:pt x="64" y="32"/>
                    <a:pt x="64" y="20"/>
                  </a:cubicBezTo>
                  <a:cubicBezTo>
                    <a:pt x="64" y="8"/>
                    <a:pt x="58" y="10"/>
                    <a:pt x="58" y="10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8" name="Freeform 423">
              <a:extLst>
                <a:ext uri="{FF2B5EF4-FFF2-40B4-BE49-F238E27FC236}">
                  <a16:creationId xmlns:a16="http://schemas.microsoft.com/office/drawing/2014/main" id="{58489CC1-89FD-415A-8502-7C8774E1D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4875" y="190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9" name="Freeform 424">
              <a:extLst>
                <a:ext uri="{FF2B5EF4-FFF2-40B4-BE49-F238E27FC236}">
                  <a16:creationId xmlns:a16="http://schemas.microsoft.com/office/drawing/2014/main" id="{15FD68BC-AF3A-4C1F-BD06-2E81CFEB6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575" y="1714500"/>
              <a:ext cx="368300" cy="566738"/>
            </a:xfrm>
            <a:custGeom>
              <a:avLst/>
              <a:gdLst>
                <a:gd name="T0" fmla="*/ 32 w 98"/>
                <a:gd name="T1" fmla="*/ 37 h 151"/>
                <a:gd name="T2" fmla="*/ 54 w 98"/>
                <a:gd name="T3" fmla="*/ 103 h 151"/>
                <a:gd name="T4" fmla="*/ 0 w 98"/>
                <a:gd name="T5" fmla="*/ 119 h 151"/>
                <a:gd name="T6" fmla="*/ 2 w 98"/>
                <a:gd name="T7" fmla="*/ 151 h 151"/>
                <a:gd name="T8" fmla="*/ 84 w 98"/>
                <a:gd name="T9" fmla="*/ 122 h 151"/>
                <a:gd name="T10" fmla="*/ 41 w 98"/>
                <a:gd name="T11" fmla="*/ 0 h 151"/>
                <a:gd name="T12" fmla="*/ 32 w 98"/>
                <a:gd name="T13" fmla="*/ 3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151">
                  <a:moveTo>
                    <a:pt x="32" y="37"/>
                  </a:moveTo>
                  <a:cubicBezTo>
                    <a:pt x="33" y="51"/>
                    <a:pt x="54" y="103"/>
                    <a:pt x="54" y="103"/>
                  </a:cubicBezTo>
                  <a:cubicBezTo>
                    <a:pt x="46" y="105"/>
                    <a:pt x="0" y="119"/>
                    <a:pt x="0" y="119"/>
                  </a:cubicBezTo>
                  <a:cubicBezTo>
                    <a:pt x="2" y="151"/>
                    <a:pt x="2" y="151"/>
                    <a:pt x="2" y="151"/>
                  </a:cubicBezTo>
                  <a:cubicBezTo>
                    <a:pt x="5" y="151"/>
                    <a:pt x="80" y="142"/>
                    <a:pt x="84" y="122"/>
                  </a:cubicBezTo>
                  <a:cubicBezTo>
                    <a:pt x="98" y="65"/>
                    <a:pt x="41" y="0"/>
                    <a:pt x="41" y="0"/>
                  </a:cubicBezTo>
                  <a:cubicBezTo>
                    <a:pt x="29" y="2"/>
                    <a:pt x="32" y="37"/>
                    <a:pt x="32" y="37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435F3B2F-55C8-4361-AB6B-AEABF809C90E}"/>
              </a:ext>
            </a:extLst>
          </p:cNvPr>
          <p:cNvGrpSpPr/>
          <p:nvPr/>
        </p:nvGrpSpPr>
        <p:grpSpPr>
          <a:xfrm>
            <a:off x="2705365" y="433366"/>
            <a:ext cx="1035051" cy="2584450"/>
            <a:chOff x="3984625" y="3903663"/>
            <a:chExt cx="1035051" cy="2584450"/>
          </a:xfrm>
        </p:grpSpPr>
        <p:sp>
          <p:nvSpPr>
            <p:cNvPr id="110" name="Freeform 425">
              <a:extLst>
                <a:ext uri="{FF2B5EF4-FFF2-40B4-BE49-F238E27FC236}">
                  <a16:creationId xmlns:a16="http://schemas.microsoft.com/office/drawing/2014/main" id="{7EC9EC2B-2CCF-4CB3-BED0-4FB3E0E57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625" y="4403725"/>
              <a:ext cx="355600" cy="547688"/>
            </a:xfrm>
            <a:custGeom>
              <a:avLst/>
              <a:gdLst>
                <a:gd name="T0" fmla="*/ 75 w 95"/>
                <a:gd name="T1" fmla="*/ 0 h 146"/>
                <a:gd name="T2" fmla="*/ 4 w 95"/>
                <a:gd name="T3" fmla="*/ 107 h 146"/>
                <a:gd name="T4" fmla="*/ 95 w 95"/>
                <a:gd name="T5" fmla="*/ 100 h 146"/>
                <a:gd name="T6" fmla="*/ 86 w 95"/>
                <a:gd name="T7" fmla="*/ 51 h 146"/>
                <a:gd name="T8" fmla="*/ 49 w 95"/>
                <a:gd name="T9" fmla="*/ 78 h 146"/>
                <a:gd name="T10" fmla="*/ 93 w 95"/>
                <a:gd name="T11" fmla="*/ 16 h 146"/>
                <a:gd name="T12" fmla="*/ 75 w 95"/>
                <a:gd name="T1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146">
                  <a:moveTo>
                    <a:pt x="75" y="0"/>
                  </a:moveTo>
                  <a:cubicBezTo>
                    <a:pt x="75" y="0"/>
                    <a:pt x="0" y="59"/>
                    <a:pt x="4" y="107"/>
                  </a:cubicBezTo>
                  <a:cubicBezTo>
                    <a:pt x="4" y="107"/>
                    <a:pt x="10" y="146"/>
                    <a:pt x="95" y="100"/>
                  </a:cubicBezTo>
                  <a:cubicBezTo>
                    <a:pt x="95" y="100"/>
                    <a:pt x="94" y="58"/>
                    <a:pt x="86" y="51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92" y="33"/>
                    <a:pt x="93" y="16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1" name="Freeform 426">
              <a:extLst>
                <a:ext uri="{FF2B5EF4-FFF2-40B4-BE49-F238E27FC236}">
                  <a16:creationId xmlns:a16="http://schemas.microsoft.com/office/drawing/2014/main" id="{B2E9DF43-EE1D-4322-B5E1-7F23081FA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438" y="4302125"/>
              <a:ext cx="134938" cy="214313"/>
            </a:xfrm>
            <a:custGeom>
              <a:avLst/>
              <a:gdLst>
                <a:gd name="T0" fmla="*/ 15 w 36"/>
                <a:gd name="T1" fmla="*/ 55 h 57"/>
                <a:gd name="T2" fmla="*/ 32 w 36"/>
                <a:gd name="T3" fmla="*/ 34 h 57"/>
                <a:gd name="T4" fmla="*/ 30 w 36"/>
                <a:gd name="T5" fmla="*/ 18 h 57"/>
                <a:gd name="T6" fmla="*/ 14 w 36"/>
                <a:gd name="T7" fmla="*/ 0 h 57"/>
                <a:gd name="T8" fmla="*/ 0 w 36"/>
                <a:gd name="T9" fmla="*/ 10 h 57"/>
                <a:gd name="T10" fmla="*/ 6 w 36"/>
                <a:gd name="T11" fmla="*/ 45 h 57"/>
                <a:gd name="T12" fmla="*/ 15 w 36"/>
                <a:gd name="T13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57">
                  <a:moveTo>
                    <a:pt x="15" y="55"/>
                  </a:moveTo>
                  <a:cubicBezTo>
                    <a:pt x="15" y="55"/>
                    <a:pt x="27" y="42"/>
                    <a:pt x="32" y="34"/>
                  </a:cubicBezTo>
                  <a:cubicBezTo>
                    <a:pt x="36" y="27"/>
                    <a:pt x="31" y="23"/>
                    <a:pt x="30" y="18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4" y="38"/>
                    <a:pt x="6" y="45"/>
                  </a:cubicBezTo>
                  <a:cubicBezTo>
                    <a:pt x="9" y="53"/>
                    <a:pt x="6" y="57"/>
                    <a:pt x="15" y="55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2" name="Freeform 427">
              <a:extLst>
                <a:ext uri="{FF2B5EF4-FFF2-40B4-BE49-F238E27FC236}">
                  <a16:creationId xmlns:a16="http://schemas.microsoft.com/office/drawing/2014/main" id="{786BAAB1-1E70-4C23-B9A7-D138FFEC2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513" y="4189413"/>
              <a:ext cx="106363" cy="277813"/>
            </a:xfrm>
            <a:custGeom>
              <a:avLst/>
              <a:gdLst>
                <a:gd name="T0" fmla="*/ 3 w 28"/>
                <a:gd name="T1" fmla="*/ 0 h 74"/>
                <a:gd name="T2" fmla="*/ 28 w 28"/>
                <a:gd name="T3" fmla="*/ 73 h 74"/>
                <a:gd name="T4" fmla="*/ 20 w 28"/>
                <a:gd name="T5" fmla="*/ 68 h 74"/>
                <a:gd name="T6" fmla="*/ 1 w 28"/>
                <a:gd name="T7" fmla="*/ 8 h 74"/>
                <a:gd name="T8" fmla="*/ 3 w 28"/>
                <a:gd name="T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74">
                  <a:moveTo>
                    <a:pt x="3" y="0"/>
                  </a:moveTo>
                  <a:cubicBezTo>
                    <a:pt x="28" y="73"/>
                    <a:pt x="28" y="73"/>
                    <a:pt x="28" y="73"/>
                  </a:cubicBezTo>
                  <a:cubicBezTo>
                    <a:pt x="24" y="74"/>
                    <a:pt x="20" y="68"/>
                    <a:pt x="20" y="68"/>
                  </a:cubicBezTo>
                  <a:cubicBezTo>
                    <a:pt x="20" y="68"/>
                    <a:pt x="3" y="13"/>
                    <a:pt x="1" y="8"/>
                  </a:cubicBezTo>
                  <a:cubicBezTo>
                    <a:pt x="0" y="2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E5E4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3" name="Freeform 428">
              <a:extLst>
                <a:ext uri="{FF2B5EF4-FFF2-40B4-BE49-F238E27FC236}">
                  <a16:creationId xmlns:a16="http://schemas.microsoft.com/office/drawing/2014/main" id="{84A69568-99DD-4AB1-AD81-98E5CAB0B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163" y="4205288"/>
              <a:ext cx="19050" cy="44450"/>
            </a:xfrm>
            <a:custGeom>
              <a:avLst/>
              <a:gdLst>
                <a:gd name="T0" fmla="*/ 5 w 5"/>
                <a:gd name="T1" fmla="*/ 9 h 12"/>
                <a:gd name="T2" fmla="*/ 5 w 5"/>
                <a:gd name="T3" fmla="*/ 11 h 12"/>
                <a:gd name="T4" fmla="*/ 5 w 5"/>
                <a:gd name="T5" fmla="*/ 11 h 12"/>
                <a:gd name="T6" fmla="*/ 3 w 5"/>
                <a:gd name="T7" fmla="*/ 10 h 12"/>
                <a:gd name="T8" fmla="*/ 0 w 5"/>
                <a:gd name="T9" fmla="*/ 2 h 12"/>
                <a:gd name="T10" fmla="*/ 1 w 5"/>
                <a:gd name="T11" fmla="*/ 1 h 12"/>
                <a:gd name="T12" fmla="*/ 1 w 5"/>
                <a:gd name="T13" fmla="*/ 1 h 12"/>
                <a:gd name="T14" fmla="*/ 2 w 5"/>
                <a:gd name="T15" fmla="*/ 1 h 12"/>
                <a:gd name="T16" fmla="*/ 5 w 5"/>
                <a:gd name="T1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">
                  <a:moveTo>
                    <a:pt x="5" y="9"/>
                  </a:moveTo>
                  <a:cubicBezTo>
                    <a:pt x="5" y="10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3" y="11"/>
                    <a:pt x="3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0"/>
                    <a:pt x="2" y="1"/>
                    <a:pt x="2" y="1"/>
                  </a:cubicBezTo>
                  <a:lnTo>
                    <a:pt x="5" y="9"/>
                  </a:lnTo>
                  <a:close/>
                </a:path>
              </a:pathLst>
            </a:custGeom>
            <a:solidFill>
              <a:srgbClr val="B8B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4" name="Freeform 429">
              <a:extLst>
                <a:ext uri="{FF2B5EF4-FFF2-40B4-BE49-F238E27FC236}">
                  <a16:creationId xmlns:a16="http://schemas.microsoft.com/office/drawing/2014/main" id="{E97BD9AD-1E76-46E8-9CA1-7AECB4A30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213" y="4249738"/>
              <a:ext cx="7938" cy="22225"/>
            </a:xfrm>
            <a:custGeom>
              <a:avLst/>
              <a:gdLst>
                <a:gd name="T0" fmla="*/ 2 w 2"/>
                <a:gd name="T1" fmla="*/ 4 h 6"/>
                <a:gd name="T2" fmla="*/ 2 w 2"/>
                <a:gd name="T3" fmla="*/ 6 h 6"/>
                <a:gd name="T4" fmla="*/ 2 w 2"/>
                <a:gd name="T5" fmla="*/ 6 h 6"/>
                <a:gd name="T6" fmla="*/ 1 w 2"/>
                <a:gd name="T7" fmla="*/ 5 h 6"/>
                <a:gd name="T8" fmla="*/ 0 w 2"/>
                <a:gd name="T9" fmla="*/ 1 h 6"/>
                <a:gd name="T10" fmla="*/ 0 w 2"/>
                <a:gd name="T11" fmla="*/ 0 h 6"/>
                <a:gd name="T12" fmla="*/ 0 w 2"/>
                <a:gd name="T13" fmla="*/ 0 h 6"/>
                <a:gd name="T14" fmla="*/ 1 w 2"/>
                <a:gd name="T15" fmla="*/ 1 h 6"/>
                <a:gd name="T16" fmla="*/ 2 w 2"/>
                <a:gd name="T1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2" y="4"/>
                  </a:move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1" y="6"/>
                    <a:pt x="1" y="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B8B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5" name="Freeform 430">
              <a:extLst>
                <a:ext uri="{FF2B5EF4-FFF2-40B4-BE49-F238E27FC236}">
                  <a16:creationId xmlns:a16="http://schemas.microsoft.com/office/drawing/2014/main" id="{70ADF4CE-5E0E-44EA-8B94-3D8C51F0D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675" y="4271963"/>
              <a:ext cx="19050" cy="44450"/>
            </a:xfrm>
            <a:custGeom>
              <a:avLst/>
              <a:gdLst>
                <a:gd name="T0" fmla="*/ 5 w 5"/>
                <a:gd name="T1" fmla="*/ 9 h 12"/>
                <a:gd name="T2" fmla="*/ 4 w 5"/>
                <a:gd name="T3" fmla="*/ 11 h 12"/>
                <a:gd name="T4" fmla="*/ 4 w 5"/>
                <a:gd name="T5" fmla="*/ 11 h 12"/>
                <a:gd name="T6" fmla="*/ 3 w 5"/>
                <a:gd name="T7" fmla="*/ 10 h 12"/>
                <a:gd name="T8" fmla="*/ 0 w 5"/>
                <a:gd name="T9" fmla="*/ 2 h 12"/>
                <a:gd name="T10" fmla="*/ 1 w 5"/>
                <a:gd name="T11" fmla="*/ 0 h 12"/>
                <a:gd name="T12" fmla="*/ 1 w 5"/>
                <a:gd name="T13" fmla="*/ 0 h 12"/>
                <a:gd name="T14" fmla="*/ 2 w 5"/>
                <a:gd name="T15" fmla="*/ 1 h 12"/>
                <a:gd name="T16" fmla="*/ 5 w 5"/>
                <a:gd name="T1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2">
                  <a:moveTo>
                    <a:pt x="5" y="9"/>
                  </a:moveTo>
                  <a:cubicBezTo>
                    <a:pt x="5" y="10"/>
                    <a:pt x="5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3" y="11"/>
                    <a:pt x="3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lnTo>
                    <a:pt x="5" y="9"/>
                  </a:lnTo>
                  <a:close/>
                </a:path>
              </a:pathLst>
            </a:custGeom>
            <a:solidFill>
              <a:srgbClr val="B8B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6" name="Freeform 431">
              <a:extLst>
                <a:ext uri="{FF2B5EF4-FFF2-40B4-BE49-F238E27FC236}">
                  <a16:creationId xmlns:a16="http://schemas.microsoft.com/office/drawing/2014/main" id="{5E28ED0D-3DD6-4653-ADF5-AB87D9DB7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450" y="4151313"/>
              <a:ext cx="180975" cy="315913"/>
            </a:xfrm>
            <a:custGeom>
              <a:avLst/>
              <a:gdLst>
                <a:gd name="T0" fmla="*/ 28 w 48"/>
                <a:gd name="T1" fmla="*/ 4 h 84"/>
                <a:gd name="T2" fmla="*/ 47 w 48"/>
                <a:gd name="T3" fmla="*/ 66 h 84"/>
                <a:gd name="T4" fmla="*/ 46 w 48"/>
                <a:gd name="T5" fmla="*/ 72 h 84"/>
                <a:gd name="T6" fmla="*/ 26 w 48"/>
                <a:gd name="T7" fmla="*/ 83 h 84"/>
                <a:gd name="T8" fmla="*/ 21 w 48"/>
                <a:gd name="T9" fmla="*/ 79 h 84"/>
                <a:gd name="T10" fmla="*/ 1 w 48"/>
                <a:gd name="T11" fmla="*/ 14 h 84"/>
                <a:gd name="T12" fmla="*/ 2 w 48"/>
                <a:gd name="T13" fmla="*/ 9 h 84"/>
                <a:gd name="T14" fmla="*/ 24 w 48"/>
                <a:gd name="T15" fmla="*/ 1 h 84"/>
                <a:gd name="T16" fmla="*/ 28 w 48"/>
                <a:gd name="T17" fmla="*/ 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4">
                  <a:moveTo>
                    <a:pt x="28" y="4"/>
                  </a:moveTo>
                  <a:cubicBezTo>
                    <a:pt x="47" y="66"/>
                    <a:pt x="47" y="66"/>
                    <a:pt x="47" y="66"/>
                  </a:cubicBezTo>
                  <a:cubicBezTo>
                    <a:pt x="48" y="69"/>
                    <a:pt x="48" y="72"/>
                    <a:pt x="46" y="72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24" y="84"/>
                    <a:pt x="22" y="82"/>
                    <a:pt x="21" y="79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2"/>
                    <a:pt x="1" y="9"/>
                    <a:pt x="2" y="9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5" y="0"/>
                    <a:pt x="27" y="2"/>
                    <a:pt x="28" y="4"/>
                  </a:cubicBezTo>
                  <a:close/>
                </a:path>
              </a:pathLst>
            </a:custGeom>
            <a:solidFill>
              <a:srgbClr val="E5E4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7" name="Freeform 432">
              <a:extLst>
                <a:ext uri="{FF2B5EF4-FFF2-40B4-BE49-F238E27FC236}">
                  <a16:creationId xmlns:a16="http://schemas.microsoft.com/office/drawing/2014/main" id="{70AA867C-C254-42CA-B545-0F3F1FFF9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450" y="4170363"/>
              <a:ext cx="128588" cy="296863"/>
            </a:xfrm>
            <a:custGeom>
              <a:avLst/>
              <a:gdLst>
                <a:gd name="T0" fmla="*/ 13 w 34"/>
                <a:gd name="T1" fmla="*/ 0 h 79"/>
                <a:gd name="T2" fmla="*/ 34 w 34"/>
                <a:gd name="T3" fmla="*/ 74 h 79"/>
                <a:gd name="T4" fmla="*/ 26 w 34"/>
                <a:gd name="T5" fmla="*/ 78 h 79"/>
                <a:gd name="T6" fmla="*/ 21 w 34"/>
                <a:gd name="T7" fmla="*/ 74 h 79"/>
                <a:gd name="T8" fmla="*/ 1 w 34"/>
                <a:gd name="T9" fmla="*/ 9 h 79"/>
                <a:gd name="T10" fmla="*/ 2 w 34"/>
                <a:gd name="T11" fmla="*/ 4 h 79"/>
                <a:gd name="T12" fmla="*/ 13 w 34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79">
                  <a:moveTo>
                    <a:pt x="13" y="0"/>
                  </a:moveTo>
                  <a:cubicBezTo>
                    <a:pt x="34" y="74"/>
                    <a:pt x="34" y="74"/>
                    <a:pt x="34" y="74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9"/>
                    <a:pt x="22" y="77"/>
                    <a:pt x="21" y="74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7"/>
                    <a:pt x="1" y="4"/>
                    <a:pt x="2" y="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7F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8" name="Freeform 433">
              <a:extLst>
                <a:ext uri="{FF2B5EF4-FFF2-40B4-BE49-F238E27FC236}">
                  <a16:creationId xmlns:a16="http://schemas.microsoft.com/office/drawing/2014/main" id="{0DC27E75-8042-458F-9B4B-3D5DB5163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3550" y="4178300"/>
              <a:ext cx="33338" cy="11113"/>
            </a:xfrm>
            <a:custGeom>
              <a:avLst/>
              <a:gdLst>
                <a:gd name="T0" fmla="*/ 8 w 9"/>
                <a:gd name="T1" fmla="*/ 0 h 3"/>
                <a:gd name="T2" fmla="*/ 8 w 9"/>
                <a:gd name="T3" fmla="*/ 1 h 3"/>
                <a:gd name="T4" fmla="*/ 1 w 9"/>
                <a:gd name="T5" fmla="*/ 3 h 3"/>
                <a:gd name="T6" fmla="*/ 0 w 9"/>
                <a:gd name="T7" fmla="*/ 3 h 3"/>
                <a:gd name="T8" fmla="*/ 0 w 9"/>
                <a:gd name="T9" fmla="*/ 3 h 3"/>
                <a:gd name="T10" fmla="*/ 1 w 9"/>
                <a:gd name="T11" fmla="*/ 2 h 3"/>
                <a:gd name="T12" fmla="*/ 8 w 9"/>
                <a:gd name="T13" fmla="*/ 0 h 3"/>
                <a:gd name="T14" fmla="*/ 8 w 9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cubicBezTo>
                    <a:pt x="9" y="0"/>
                    <a:pt x="8" y="1"/>
                    <a:pt x="8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2"/>
                    <a:pt x="1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6C6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9" name="Freeform 434">
              <a:extLst>
                <a:ext uri="{FF2B5EF4-FFF2-40B4-BE49-F238E27FC236}">
                  <a16:creationId xmlns:a16="http://schemas.microsoft.com/office/drawing/2014/main" id="{010C533F-AF68-45A1-A88B-3A0054448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063" y="4175125"/>
              <a:ext cx="4763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1 h 1"/>
                <a:gd name="T8" fmla="*/ 0 w 1"/>
                <a:gd name="T9" fmla="*/ 1 h 1"/>
                <a:gd name="T10" fmla="*/ 0 w 1"/>
                <a:gd name="T11" fmla="*/ 0 h 1"/>
                <a:gd name="T12" fmla="*/ 0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C6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0" name="Freeform 435">
              <a:extLst>
                <a:ext uri="{FF2B5EF4-FFF2-40B4-BE49-F238E27FC236}">
                  <a16:creationId xmlns:a16="http://schemas.microsoft.com/office/drawing/2014/main" id="{EEA0A4B5-2FB8-4E97-B3E9-FB34A754B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338" y="4406900"/>
              <a:ext cx="26988" cy="26988"/>
            </a:xfrm>
            <a:custGeom>
              <a:avLst/>
              <a:gdLst>
                <a:gd name="T0" fmla="*/ 6 w 7"/>
                <a:gd name="T1" fmla="*/ 2 h 7"/>
                <a:gd name="T2" fmla="*/ 6 w 7"/>
                <a:gd name="T3" fmla="*/ 4 h 7"/>
                <a:gd name="T4" fmla="*/ 2 w 7"/>
                <a:gd name="T5" fmla="*/ 7 h 7"/>
                <a:gd name="T6" fmla="*/ 0 w 7"/>
                <a:gd name="T7" fmla="*/ 5 h 7"/>
                <a:gd name="T8" fmla="*/ 0 w 7"/>
                <a:gd name="T9" fmla="*/ 5 h 7"/>
                <a:gd name="T10" fmla="*/ 0 w 7"/>
                <a:gd name="T11" fmla="*/ 3 h 7"/>
                <a:gd name="T12" fmla="*/ 0 w 7"/>
                <a:gd name="T13" fmla="*/ 2 h 7"/>
                <a:gd name="T14" fmla="*/ 4 w 7"/>
                <a:gd name="T15" fmla="*/ 0 h 7"/>
                <a:gd name="T16" fmla="*/ 6 w 7"/>
                <a:gd name="T17" fmla="*/ 2 h 7"/>
                <a:gd name="T18" fmla="*/ 6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6" y="2"/>
                  </a:moveTo>
                  <a:cubicBezTo>
                    <a:pt x="7" y="3"/>
                    <a:pt x="6" y="4"/>
                    <a:pt x="6" y="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6" y="1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lose/>
                </a:path>
              </a:pathLst>
            </a:custGeom>
            <a:solidFill>
              <a:srgbClr val="B8B5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1" name="Freeform 436">
              <a:extLst>
                <a:ext uri="{FF2B5EF4-FFF2-40B4-BE49-F238E27FC236}">
                  <a16:creationId xmlns:a16="http://schemas.microsoft.com/office/drawing/2014/main" id="{2B715888-BF0D-4A95-8F36-3797B8F75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338" y="4414838"/>
              <a:ext cx="26988" cy="19050"/>
            </a:xfrm>
            <a:custGeom>
              <a:avLst/>
              <a:gdLst>
                <a:gd name="T0" fmla="*/ 6 w 7"/>
                <a:gd name="T1" fmla="*/ 0 h 5"/>
                <a:gd name="T2" fmla="*/ 6 w 7"/>
                <a:gd name="T3" fmla="*/ 2 h 5"/>
                <a:gd name="T4" fmla="*/ 2 w 7"/>
                <a:gd name="T5" fmla="*/ 5 h 5"/>
                <a:gd name="T6" fmla="*/ 0 w 7"/>
                <a:gd name="T7" fmla="*/ 3 h 5"/>
                <a:gd name="T8" fmla="*/ 0 w 7"/>
                <a:gd name="T9" fmla="*/ 3 h 5"/>
                <a:gd name="T10" fmla="*/ 6 w 7"/>
                <a:gd name="T11" fmla="*/ 0 h 5"/>
                <a:gd name="T12" fmla="*/ 6 w 7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6" y="0"/>
                  </a:moveTo>
                  <a:cubicBezTo>
                    <a:pt x="7" y="1"/>
                    <a:pt x="6" y="2"/>
                    <a:pt x="6" y="2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7F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2" name="Freeform 437">
              <a:extLst>
                <a:ext uri="{FF2B5EF4-FFF2-40B4-BE49-F238E27FC236}">
                  <a16:creationId xmlns:a16="http://schemas.microsoft.com/office/drawing/2014/main" id="{04AFA2BB-692E-4DD2-B717-D5A139D3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4192588"/>
              <a:ext cx="138113" cy="219075"/>
            </a:xfrm>
            <a:custGeom>
              <a:avLst/>
              <a:gdLst>
                <a:gd name="T0" fmla="*/ 38 w 87"/>
                <a:gd name="T1" fmla="*/ 138 h 138"/>
                <a:gd name="T2" fmla="*/ 87 w 87"/>
                <a:gd name="T3" fmla="*/ 114 h 138"/>
                <a:gd name="T4" fmla="*/ 52 w 87"/>
                <a:gd name="T5" fmla="*/ 0 h 138"/>
                <a:gd name="T6" fmla="*/ 0 w 87"/>
                <a:gd name="T7" fmla="*/ 19 h 138"/>
                <a:gd name="T8" fmla="*/ 38 w 87"/>
                <a:gd name="T9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38">
                  <a:moveTo>
                    <a:pt x="38" y="138"/>
                  </a:moveTo>
                  <a:lnTo>
                    <a:pt x="87" y="114"/>
                  </a:lnTo>
                  <a:lnTo>
                    <a:pt x="52" y="0"/>
                  </a:lnTo>
                  <a:lnTo>
                    <a:pt x="0" y="19"/>
                  </a:lnTo>
                  <a:lnTo>
                    <a:pt x="38" y="138"/>
                  </a:lnTo>
                  <a:close/>
                </a:path>
              </a:pathLst>
            </a:custGeom>
            <a:solidFill>
              <a:srgbClr val="817F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3" name="Freeform 438">
              <a:extLst>
                <a:ext uri="{FF2B5EF4-FFF2-40B4-BE49-F238E27FC236}">
                  <a16:creationId xmlns:a16="http://schemas.microsoft.com/office/drawing/2014/main" id="{3F21CDBF-01FD-4B61-8B80-B99A44DC0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4189413"/>
              <a:ext cx="142875" cy="225425"/>
            </a:xfrm>
            <a:custGeom>
              <a:avLst/>
              <a:gdLst>
                <a:gd name="T0" fmla="*/ 52 w 90"/>
                <a:gd name="T1" fmla="*/ 0 h 142"/>
                <a:gd name="T2" fmla="*/ 90 w 90"/>
                <a:gd name="T3" fmla="*/ 116 h 142"/>
                <a:gd name="T4" fmla="*/ 38 w 90"/>
                <a:gd name="T5" fmla="*/ 142 h 142"/>
                <a:gd name="T6" fmla="*/ 0 w 90"/>
                <a:gd name="T7" fmla="*/ 21 h 142"/>
                <a:gd name="T8" fmla="*/ 52 w 90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42">
                  <a:moveTo>
                    <a:pt x="52" y="0"/>
                  </a:moveTo>
                  <a:lnTo>
                    <a:pt x="90" y="116"/>
                  </a:lnTo>
                  <a:lnTo>
                    <a:pt x="38" y="142"/>
                  </a:lnTo>
                  <a:lnTo>
                    <a:pt x="0" y="21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5862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4" name="Freeform 439">
              <a:extLst>
                <a:ext uri="{FF2B5EF4-FFF2-40B4-BE49-F238E27FC236}">
                  <a16:creationId xmlns:a16="http://schemas.microsoft.com/office/drawing/2014/main" id="{B2FAFA54-F451-47D7-B78A-7BA4186D0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225" y="4211638"/>
              <a:ext cx="131763" cy="225425"/>
            </a:xfrm>
            <a:custGeom>
              <a:avLst/>
              <a:gdLst>
                <a:gd name="T0" fmla="*/ 11 w 35"/>
                <a:gd name="T1" fmla="*/ 0 h 60"/>
                <a:gd name="T2" fmla="*/ 11 w 35"/>
                <a:gd name="T3" fmla="*/ 20 h 60"/>
                <a:gd name="T4" fmla="*/ 22 w 35"/>
                <a:gd name="T5" fmla="*/ 15 h 60"/>
                <a:gd name="T6" fmla="*/ 20 w 35"/>
                <a:gd name="T7" fmla="*/ 23 h 60"/>
                <a:gd name="T8" fmla="*/ 25 w 35"/>
                <a:gd name="T9" fmla="*/ 25 h 60"/>
                <a:gd name="T10" fmla="*/ 21 w 35"/>
                <a:gd name="T11" fmla="*/ 33 h 60"/>
                <a:gd name="T12" fmla="*/ 26 w 35"/>
                <a:gd name="T13" fmla="*/ 30 h 60"/>
                <a:gd name="T14" fmla="*/ 17 w 35"/>
                <a:gd name="T15" fmla="*/ 46 h 60"/>
                <a:gd name="T16" fmla="*/ 11 w 35"/>
                <a:gd name="T17" fmla="*/ 39 h 60"/>
                <a:gd name="T18" fmla="*/ 8 w 35"/>
                <a:gd name="T19" fmla="*/ 34 h 60"/>
                <a:gd name="T20" fmla="*/ 9 w 35"/>
                <a:gd name="T21" fmla="*/ 32 h 60"/>
                <a:gd name="T22" fmla="*/ 6 w 35"/>
                <a:gd name="T23" fmla="*/ 29 h 60"/>
                <a:gd name="T24" fmla="*/ 11 w 35"/>
                <a:gd name="T2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0">
                  <a:moveTo>
                    <a:pt x="11" y="0"/>
                  </a:moveTo>
                  <a:cubicBezTo>
                    <a:pt x="16" y="8"/>
                    <a:pt x="11" y="13"/>
                    <a:pt x="11" y="20"/>
                  </a:cubicBezTo>
                  <a:cubicBezTo>
                    <a:pt x="15" y="17"/>
                    <a:pt x="18" y="15"/>
                    <a:pt x="22" y="15"/>
                  </a:cubicBezTo>
                  <a:cubicBezTo>
                    <a:pt x="22" y="18"/>
                    <a:pt x="21" y="20"/>
                    <a:pt x="20" y="23"/>
                  </a:cubicBezTo>
                  <a:cubicBezTo>
                    <a:pt x="23" y="21"/>
                    <a:pt x="26" y="21"/>
                    <a:pt x="25" y="25"/>
                  </a:cubicBezTo>
                  <a:cubicBezTo>
                    <a:pt x="25" y="28"/>
                    <a:pt x="23" y="31"/>
                    <a:pt x="21" y="33"/>
                  </a:cubicBezTo>
                  <a:cubicBezTo>
                    <a:pt x="22" y="32"/>
                    <a:pt x="24" y="30"/>
                    <a:pt x="26" y="30"/>
                  </a:cubicBezTo>
                  <a:cubicBezTo>
                    <a:pt x="35" y="28"/>
                    <a:pt x="27" y="49"/>
                    <a:pt x="17" y="46"/>
                  </a:cubicBezTo>
                  <a:cubicBezTo>
                    <a:pt x="19" y="60"/>
                    <a:pt x="9" y="42"/>
                    <a:pt x="11" y="39"/>
                  </a:cubicBezTo>
                  <a:cubicBezTo>
                    <a:pt x="9" y="39"/>
                    <a:pt x="8" y="38"/>
                    <a:pt x="8" y="34"/>
                  </a:cubicBezTo>
                  <a:cubicBezTo>
                    <a:pt x="8" y="34"/>
                    <a:pt x="8" y="33"/>
                    <a:pt x="9" y="32"/>
                  </a:cubicBezTo>
                  <a:cubicBezTo>
                    <a:pt x="7" y="32"/>
                    <a:pt x="6" y="30"/>
                    <a:pt x="6" y="29"/>
                  </a:cubicBezTo>
                  <a:cubicBezTo>
                    <a:pt x="0" y="21"/>
                    <a:pt x="8" y="10"/>
                    <a:pt x="11" y="0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" name="Freeform 440">
              <a:extLst>
                <a:ext uri="{FF2B5EF4-FFF2-40B4-BE49-F238E27FC236}">
                  <a16:creationId xmlns:a16="http://schemas.microsoft.com/office/drawing/2014/main" id="{93BF418F-DEAF-4ADE-A49A-8DBA33922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863" y="6232525"/>
              <a:ext cx="168275" cy="211138"/>
            </a:xfrm>
            <a:custGeom>
              <a:avLst/>
              <a:gdLst>
                <a:gd name="T0" fmla="*/ 45 w 45"/>
                <a:gd name="T1" fmla="*/ 56 h 56"/>
                <a:gd name="T2" fmla="*/ 0 w 45"/>
                <a:gd name="T3" fmla="*/ 50 h 56"/>
                <a:gd name="T4" fmla="*/ 4 w 45"/>
                <a:gd name="T5" fmla="*/ 30 h 56"/>
                <a:gd name="T6" fmla="*/ 4 w 45"/>
                <a:gd name="T7" fmla="*/ 7 h 56"/>
                <a:gd name="T8" fmla="*/ 34 w 45"/>
                <a:gd name="T9" fmla="*/ 7 h 56"/>
                <a:gd name="T10" fmla="*/ 38 w 45"/>
                <a:gd name="T11" fmla="*/ 30 h 56"/>
                <a:gd name="T12" fmla="*/ 45 w 45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56">
                  <a:moveTo>
                    <a:pt x="45" y="56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2" y="47"/>
                    <a:pt x="3" y="38"/>
                    <a:pt x="4" y="30"/>
                  </a:cubicBezTo>
                  <a:cubicBezTo>
                    <a:pt x="5" y="19"/>
                    <a:pt x="4" y="7"/>
                    <a:pt x="4" y="7"/>
                  </a:cubicBezTo>
                  <a:cubicBezTo>
                    <a:pt x="4" y="7"/>
                    <a:pt x="34" y="0"/>
                    <a:pt x="34" y="7"/>
                  </a:cubicBezTo>
                  <a:cubicBezTo>
                    <a:pt x="34" y="14"/>
                    <a:pt x="36" y="22"/>
                    <a:pt x="38" y="30"/>
                  </a:cubicBezTo>
                  <a:cubicBezTo>
                    <a:pt x="41" y="42"/>
                    <a:pt x="45" y="56"/>
                    <a:pt x="45" y="5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" name="Freeform 441">
              <a:extLst>
                <a:ext uri="{FF2B5EF4-FFF2-40B4-BE49-F238E27FC236}">
                  <a16:creationId xmlns:a16="http://schemas.microsoft.com/office/drawing/2014/main" id="{E358783D-C4F3-4931-962B-99981838D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813" y="6375400"/>
              <a:ext cx="192088" cy="101600"/>
            </a:xfrm>
            <a:custGeom>
              <a:avLst/>
              <a:gdLst>
                <a:gd name="T0" fmla="*/ 51 w 51"/>
                <a:gd name="T1" fmla="*/ 21 h 27"/>
                <a:gd name="T2" fmla="*/ 51 w 51"/>
                <a:gd name="T3" fmla="*/ 21 h 27"/>
                <a:gd name="T4" fmla="*/ 49 w 51"/>
                <a:gd name="T5" fmla="*/ 27 h 27"/>
                <a:gd name="T6" fmla="*/ 2 w 51"/>
                <a:gd name="T7" fmla="*/ 27 h 27"/>
                <a:gd name="T8" fmla="*/ 0 w 51"/>
                <a:gd name="T9" fmla="*/ 21 h 27"/>
                <a:gd name="T10" fmla="*/ 0 w 51"/>
                <a:gd name="T11" fmla="*/ 20 h 27"/>
                <a:gd name="T12" fmla="*/ 26 w 51"/>
                <a:gd name="T13" fmla="*/ 0 h 27"/>
                <a:gd name="T14" fmla="*/ 51 w 51"/>
                <a:gd name="T15" fmla="*/ 2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27">
                  <a:moveTo>
                    <a:pt x="51" y="21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23"/>
                    <a:pt x="51" y="27"/>
                    <a:pt x="49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1" y="27"/>
                    <a:pt x="0" y="23"/>
                    <a:pt x="0" y="21"/>
                  </a:cubicBezTo>
                  <a:cubicBezTo>
                    <a:pt x="0" y="21"/>
                    <a:pt x="0" y="21"/>
                    <a:pt x="0" y="20"/>
                  </a:cubicBezTo>
                  <a:cubicBezTo>
                    <a:pt x="0" y="9"/>
                    <a:pt x="11" y="0"/>
                    <a:pt x="26" y="0"/>
                  </a:cubicBezTo>
                  <a:cubicBezTo>
                    <a:pt x="40" y="0"/>
                    <a:pt x="51" y="9"/>
                    <a:pt x="51" y="2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" name="Freeform 442">
              <a:extLst>
                <a:ext uri="{FF2B5EF4-FFF2-40B4-BE49-F238E27FC236}">
                  <a16:creationId xmlns:a16="http://schemas.microsoft.com/office/drawing/2014/main" id="{6782C580-DA33-408C-95C0-937DC6E99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150" y="6232525"/>
              <a:ext cx="128588" cy="109538"/>
            </a:xfrm>
            <a:custGeom>
              <a:avLst/>
              <a:gdLst>
                <a:gd name="T0" fmla="*/ 0 w 34"/>
                <a:gd name="T1" fmla="*/ 29 h 29"/>
                <a:gd name="T2" fmla="*/ 0 w 34"/>
                <a:gd name="T3" fmla="*/ 7 h 29"/>
                <a:gd name="T4" fmla="*/ 30 w 34"/>
                <a:gd name="T5" fmla="*/ 7 h 29"/>
                <a:gd name="T6" fmla="*/ 34 w 34"/>
                <a:gd name="T7" fmla="*/ 29 h 29"/>
                <a:gd name="T8" fmla="*/ 0 w 3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9">
                  <a:moveTo>
                    <a:pt x="0" y="29"/>
                  </a:moveTo>
                  <a:cubicBezTo>
                    <a:pt x="1" y="18"/>
                    <a:pt x="0" y="7"/>
                    <a:pt x="0" y="7"/>
                  </a:cubicBezTo>
                  <a:cubicBezTo>
                    <a:pt x="0" y="7"/>
                    <a:pt x="30" y="0"/>
                    <a:pt x="30" y="7"/>
                  </a:cubicBezTo>
                  <a:cubicBezTo>
                    <a:pt x="30" y="14"/>
                    <a:pt x="32" y="21"/>
                    <a:pt x="34" y="29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" name="Freeform 443">
              <a:extLst>
                <a:ext uri="{FF2B5EF4-FFF2-40B4-BE49-F238E27FC236}">
                  <a16:creationId xmlns:a16="http://schemas.microsoft.com/office/drawing/2014/main" id="{969F26F8-93B5-40FC-8150-29DC494D1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813" y="6457950"/>
              <a:ext cx="192088" cy="15875"/>
            </a:xfrm>
            <a:custGeom>
              <a:avLst/>
              <a:gdLst>
                <a:gd name="T0" fmla="*/ 51 w 51"/>
                <a:gd name="T1" fmla="*/ 0 h 4"/>
                <a:gd name="T2" fmla="*/ 49 w 51"/>
                <a:gd name="T3" fmla="*/ 4 h 4"/>
                <a:gd name="T4" fmla="*/ 2 w 51"/>
                <a:gd name="T5" fmla="*/ 4 h 4"/>
                <a:gd name="T6" fmla="*/ 0 w 51"/>
                <a:gd name="T7" fmla="*/ 0 h 4"/>
                <a:gd name="T8" fmla="*/ 51 w 51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">
                  <a:moveTo>
                    <a:pt x="51" y="0"/>
                  </a:moveTo>
                  <a:cubicBezTo>
                    <a:pt x="51" y="0"/>
                    <a:pt x="51" y="4"/>
                    <a:pt x="4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0"/>
                    <a:pt x="0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" name="Freeform 444">
              <a:extLst>
                <a:ext uri="{FF2B5EF4-FFF2-40B4-BE49-F238E27FC236}">
                  <a16:creationId xmlns:a16="http://schemas.microsoft.com/office/drawing/2014/main" id="{30743306-2C3B-456B-B998-3030EDF82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075" y="6372225"/>
              <a:ext cx="63500" cy="22225"/>
            </a:xfrm>
            <a:custGeom>
              <a:avLst/>
              <a:gdLst>
                <a:gd name="T0" fmla="*/ 16 w 17"/>
                <a:gd name="T1" fmla="*/ 5 h 6"/>
                <a:gd name="T2" fmla="*/ 0 w 17"/>
                <a:gd name="T3" fmla="*/ 5 h 6"/>
                <a:gd name="T4" fmla="*/ 1 w 17"/>
                <a:gd name="T5" fmla="*/ 6 h 6"/>
                <a:gd name="T6" fmla="*/ 8 w 17"/>
                <a:gd name="T7" fmla="*/ 4 h 6"/>
                <a:gd name="T8" fmla="*/ 16 w 17"/>
                <a:gd name="T9" fmla="*/ 6 h 6"/>
                <a:gd name="T10" fmla="*/ 16 w 1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6" y="5"/>
                  </a:moveTo>
                  <a:cubicBezTo>
                    <a:pt x="13" y="0"/>
                    <a:pt x="4" y="1"/>
                    <a:pt x="0" y="5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3" y="6"/>
                    <a:pt x="5" y="4"/>
                    <a:pt x="8" y="4"/>
                  </a:cubicBezTo>
                  <a:cubicBezTo>
                    <a:pt x="11" y="4"/>
                    <a:pt x="13" y="6"/>
                    <a:pt x="16" y="6"/>
                  </a:cubicBezTo>
                  <a:cubicBezTo>
                    <a:pt x="16" y="6"/>
                    <a:pt x="17" y="5"/>
                    <a:pt x="16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" name="Freeform 445">
              <a:extLst>
                <a:ext uri="{FF2B5EF4-FFF2-40B4-BE49-F238E27FC236}">
                  <a16:creationId xmlns:a16="http://schemas.microsoft.com/office/drawing/2014/main" id="{1F92D8EC-2880-40EE-AE40-B42092E55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313" y="6394450"/>
              <a:ext cx="60325" cy="22225"/>
            </a:xfrm>
            <a:custGeom>
              <a:avLst/>
              <a:gdLst>
                <a:gd name="T0" fmla="*/ 16 w 16"/>
                <a:gd name="T1" fmla="*/ 4 h 6"/>
                <a:gd name="T2" fmla="*/ 1 w 16"/>
                <a:gd name="T3" fmla="*/ 4 h 6"/>
                <a:gd name="T4" fmla="*/ 1 w 16"/>
                <a:gd name="T5" fmla="*/ 5 h 6"/>
                <a:gd name="T6" fmla="*/ 9 w 16"/>
                <a:gd name="T7" fmla="*/ 4 h 6"/>
                <a:gd name="T8" fmla="*/ 16 w 16"/>
                <a:gd name="T9" fmla="*/ 6 h 6"/>
                <a:gd name="T10" fmla="*/ 16 w 16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4"/>
                  </a:moveTo>
                  <a:cubicBezTo>
                    <a:pt x="12" y="1"/>
                    <a:pt x="4" y="0"/>
                    <a:pt x="1" y="4"/>
                  </a:cubicBezTo>
                  <a:cubicBezTo>
                    <a:pt x="0" y="5"/>
                    <a:pt x="1" y="6"/>
                    <a:pt x="1" y="5"/>
                  </a:cubicBezTo>
                  <a:cubicBezTo>
                    <a:pt x="4" y="5"/>
                    <a:pt x="6" y="4"/>
                    <a:pt x="9" y="4"/>
                  </a:cubicBezTo>
                  <a:cubicBezTo>
                    <a:pt x="11" y="4"/>
                    <a:pt x="13" y="6"/>
                    <a:pt x="16" y="6"/>
                  </a:cubicBezTo>
                  <a:cubicBezTo>
                    <a:pt x="16" y="5"/>
                    <a:pt x="16" y="4"/>
                    <a:pt x="16" y="4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" name="Freeform 446">
              <a:extLst>
                <a:ext uri="{FF2B5EF4-FFF2-40B4-BE49-F238E27FC236}">
                  <a16:creationId xmlns:a16="http://schemas.microsoft.com/office/drawing/2014/main" id="{10822165-8ED2-4D6E-A659-2B64169CC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938" y="6267450"/>
              <a:ext cx="300038" cy="220663"/>
            </a:xfrm>
            <a:custGeom>
              <a:avLst/>
              <a:gdLst>
                <a:gd name="T0" fmla="*/ 80 w 80"/>
                <a:gd name="T1" fmla="*/ 49 h 59"/>
                <a:gd name="T2" fmla="*/ 78 w 80"/>
                <a:gd name="T3" fmla="*/ 56 h 59"/>
                <a:gd name="T4" fmla="*/ 1 w 80"/>
                <a:gd name="T5" fmla="*/ 57 h 59"/>
                <a:gd name="T6" fmla="*/ 1 w 80"/>
                <a:gd name="T7" fmla="*/ 54 h 59"/>
                <a:gd name="T8" fmla="*/ 2 w 80"/>
                <a:gd name="T9" fmla="*/ 52 h 59"/>
                <a:gd name="T10" fmla="*/ 31 w 80"/>
                <a:gd name="T11" fmla="*/ 37 h 59"/>
                <a:gd name="T12" fmla="*/ 39 w 80"/>
                <a:gd name="T13" fmla="*/ 33 h 59"/>
                <a:gd name="T14" fmla="*/ 45 w 80"/>
                <a:gd name="T15" fmla="*/ 24 h 59"/>
                <a:gd name="T16" fmla="*/ 47 w 80"/>
                <a:gd name="T17" fmla="*/ 0 h 59"/>
                <a:gd name="T18" fmla="*/ 78 w 80"/>
                <a:gd name="T19" fmla="*/ 0 h 59"/>
                <a:gd name="T20" fmla="*/ 80 w 80"/>
                <a:gd name="T21" fmla="*/ 24 h 59"/>
                <a:gd name="T22" fmla="*/ 80 w 80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59">
                  <a:moveTo>
                    <a:pt x="80" y="49"/>
                  </a:moveTo>
                  <a:cubicBezTo>
                    <a:pt x="79" y="52"/>
                    <a:pt x="79" y="54"/>
                    <a:pt x="78" y="56"/>
                  </a:cubicBezTo>
                  <a:cubicBezTo>
                    <a:pt x="78" y="56"/>
                    <a:pt x="6" y="59"/>
                    <a:pt x="1" y="57"/>
                  </a:cubicBezTo>
                  <a:cubicBezTo>
                    <a:pt x="0" y="56"/>
                    <a:pt x="0" y="56"/>
                    <a:pt x="1" y="54"/>
                  </a:cubicBezTo>
                  <a:cubicBezTo>
                    <a:pt x="1" y="54"/>
                    <a:pt x="2" y="53"/>
                    <a:pt x="2" y="52"/>
                  </a:cubicBezTo>
                  <a:cubicBezTo>
                    <a:pt x="5" y="46"/>
                    <a:pt x="12" y="36"/>
                    <a:pt x="31" y="37"/>
                  </a:cubicBezTo>
                  <a:cubicBezTo>
                    <a:pt x="34" y="35"/>
                    <a:pt x="37" y="34"/>
                    <a:pt x="39" y="33"/>
                  </a:cubicBezTo>
                  <a:cubicBezTo>
                    <a:pt x="41" y="32"/>
                    <a:pt x="43" y="28"/>
                    <a:pt x="45" y="24"/>
                  </a:cubicBezTo>
                  <a:cubicBezTo>
                    <a:pt x="47" y="15"/>
                    <a:pt x="48" y="3"/>
                    <a:pt x="47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9" y="12"/>
                    <a:pt x="80" y="24"/>
                  </a:cubicBezTo>
                  <a:cubicBezTo>
                    <a:pt x="80" y="33"/>
                    <a:pt x="80" y="43"/>
                    <a:pt x="80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" name="Freeform 447">
              <a:extLst>
                <a:ext uri="{FF2B5EF4-FFF2-40B4-BE49-F238E27FC236}">
                  <a16:creationId xmlns:a16="http://schemas.microsoft.com/office/drawing/2014/main" id="{9D8A2C71-94D3-4F30-A4FA-383E21567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213" y="6267450"/>
              <a:ext cx="131763" cy="85725"/>
            </a:xfrm>
            <a:custGeom>
              <a:avLst/>
              <a:gdLst>
                <a:gd name="T0" fmla="*/ 0 w 35"/>
                <a:gd name="T1" fmla="*/ 23 h 23"/>
                <a:gd name="T2" fmla="*/ 2 w 35"/>
                <a:gd name="T3" fmla="*/ 0 h 23"/>
                <a:gd name="T4" fmla="*/ 33 w 35"/>
                <a:gd name="T5" fmla="*/ 0 h 23"/>
                <a:gd name="T6" fmla="*/ 35 w 35"/>
                <a:gd name="T7" fmla="*/ 23 h 23"/>
                <a:gd name="T8" fmla="*/ 0 w 35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3">
                  <a:moveTo>
                    <a:pt x="0" y="23"/>
                  </a:moveTo>
                  <a:cubicBezTo>
                    <a:pt x="2" y="12"/>
                    <a:pt x="3" y="2"/>
                    <a:pt x="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4" y="9"/>
                    <a:pt x="35" y="23"/>
                  </a:cubicBezTo>
                  <a:lnTo>
                    <a:pt x="0" y="23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" name="Freeform 448">
              <a:extLst>
                <a:ext uri="{FF2B5EF4-FFF2-40B4-BE49-F238E27FC236}">
                  <a16:creationId xmlns:a16="http://schemas.microsoft.com/office/drawing/2014/main" id="{5CACA174-9471-42AA-A746-51FD1B248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938" y="6450013"/>
              <a:ext cx="300038" cy="38100"/>
            </a:xfrm>
            <a:custGeom>
              <a:avLst/>
              <a:gdLst>
                <a:gd name="T0" fmla="*/ 80 w 80"/>
                <a:gd name="T1" fmla="*/ 0 h 10"/>
                <a:gd name="T2" fmla="*/ 78 w 80"/>
                <a:gd name="T3" fmla="*/ 7 h 10"/>
                <a:gd name="T4" fmla="*/ 1 w 80"/>
                <a:gd name="T5" fmla="*/ 8 h 10"/>
                <a:gd name="T6" fmla="*/ 1 w 80"/>
                <a:gd name="T7" fmla="*/ 5 h 10"/>
                <a:gd name="T8" fmla="*/ 2 w 80"/>
                <a:gd name="T9" fmla="*/ 3 h 10"/>
                <a:gd name="T10" fmla="*/ 80 w 8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10">
                  <a:moveTo>
                    <a:pt x="80" y="0"/>
                  </a:moveTo>
                  <a:cubicBezTo>
                    <a:pt x="79" y="3"/>
                    <a:pt x="79" y="5"/>
                    <a:pt x="78" y="7"/>
                  </a:cubicBezTo>
                  <a:cubicBezTo>
                    <a:pt x="78" y="7"/>
                    <a:pt x="6" y="10"/>
                    <a:pt x="1" y="8"/>
                  </a:cubicBezTo>
                  <a:cubicBezTo>
                    <a:pt x="0" y="7"/>
                    <a:pt x="0" y="7"/>
                    <a:pt x="1" y="5"/>
                  </a:cubicBezTo>
                  <a:cubicBezTo>
                    <a:pt x="1" y="5"/>
                    <a:pt x="2" y="4"/>
                    <a:pt x="2" y="3"/>
                  </a:cubicBezTo>
                  <a:cubicBezTo>
                    <a:pt x="15" y="3"/>
                    <a:pt x="60" y="3"/>
                    <a:pt x="80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" name="Freeform 449">
              <a:extLst>
                <a:ext uri="{FF2B5EF4-FFF2-40B4-BE49-F238E27FC236}">
                  <a16:creationId xmlns:a16="http://schemas.microsoft.com/office/drawing/2014/main" id="{FE7EF380-FA61-4DF6-B5A1-AE884252D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713" y="6394450"/>
              <a:ext cx="41275" cy="26988"/>
            </a:xfrm>
            <a:custGeom>
              <a:avLst/>
              <a:gdLst>
                <a:gd name="T0" fmla="*/ 11 w 11"/>
                <a:gd name="T1" fmla="*/ 5 h 7"/>
                <a:gd name="T2" fmla="*/ 1 w 11"/>
                <a:gd name="T3" fmla="*/ 2 h 7"/>
                <a:gd name="T4" fmla="*/ 1 w 11"/>
                <a:gd name="T5" fmla="*/ 3 h 7"/>
                <a:gd name="T6" fmla="*/ 5 w 11"/>
                <a:gd name="T7" fmla="*/ 4 h 7"/>
                <a:gd name="T8" fmla="*/ 9 w 11"/>
                <a:gd name="T9" fmla="*/ 6 h 7"/>
                <a:gd name="T10" fmla="*/ 11 w 11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11" y="5"/>
                  </a:moveTo>
                  <a:cubicBezTo>
                    <a:pt x="9" y="1"/>
                    <a:pt x="4" y="0"/>
                    <a:pt x="1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2" y="4"/>
                    <a:pt x="4" y="3"/>
                    <a:pt x="5" y="4"/>
                  </a:cubicBezTo>
                  <a:cubicBezTo>
                    <a:pt x="7" y="4"/>
                    <a:pt x="7" y="5"/>
                    <a:pt x="9" y="6"/>
                  </a:cubicBezTo>
                  <a:cubicBezTo>
                    <a:pt x="9" y="7"/>
                    <a:pt x="11" y="6"/>
                    <a:pt x="11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" name="Freeform 450">
              <a:extLst>
                <a:ext uri="{FF2B5EF4-FFF2-40B4-BE49-F238E27FC236}">
                  <a16:creationId xmlns:a16="http://schemas.microsoft.com/office/drawing/2014/main" id="{4C2CF4FB-4AB8-4E7D-B37D-0FCE2884A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050" y="6378575"/>
              <a:ext cx="49213" cy="26988"/>
            </a:xfrm>
            <a:custGeom>
              <a:avLst/>
              <a:gdLst>
                <a:gd name="T0" fmla="*/ 12 w 13"/>
                <a:gd name="T1" fmla="*/ 4 h 7"/>
                <a:gd name="T2" fmla="*/ 6 w 13"/>
                <a:gd name="T3" fmla="*/ 0 h 7"/>
                <a:gd name="T4" fmla="*/ 0 w 13"/>
                <a:gd name="T5" fmla="*/ 3 h 7"/>
                <a:gd name="T6" fmla="*/ 1 w 13"/>
                <a:gd name="T7" fmla="*/ 3 h 7"/>
                <a:gd name="T8" fmla="*/ 4 w 13"/>
                <a:gd name="T9" fmla="*/ 3 h 7"/>
                <a:gd name="T10" fmla="*/ 8 w 13"/>
                <a:gd name="T11" fmla="*/ 4 h 7"/>
                <a:gd name="T12" fmla="*/ 11 w 13"/>
                <a:gd name="T13" fmla="*/ 6 h 7"/>
                <a:gd name="T14" fmla="*/ 12 w 13"/>
                <a:gd name="T1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2" y="4"/>
                  </a:moveTo>
                  <a:cubicBezTo>
                    <a:pt x="11" y="2"/>
                    <a:pt x="8" y="0"/>
                    <a:pt x="6" y="0"/>
                  </a:cubicBezTo>
                  <a:cubicBezTo>
                    <a:pt x="4" y="0"/>
                    <a:pt x="0" y="1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4"/>
                    <a:pt x="8" y="4"/>
                  </a:cubicBezTo>
                  <a:cubicBezTo>
                    <a:pt x="9" y="5"/>
                    <a:pt x="10" y="6"/>
                    <a:pt x="11" y="6"/>
                  </a:cubicBezTo>
                  <a:cubicBezTo>
                    <a:pt x="12" y="7"/>
                    <a:pt x="13" y="5"/>
                    <a:pt x="12" y="4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" name="Freeform 451">
              <a:extLst>
                <a:ext uri="{FF2B5EF4-FFF2-40B4-BE49-F238E27FC236}">
                  <a16:creationId xmlns:a16="http://schemas.microsoft.com/office/drawing/2014/main" id="{49E337F6-D1BB-4D85-AA16-85BE7F4FD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713" y="4546600"/>
              <a:ext cx="503238" cy="657225"/>
            </a:xfrm>
            <a:custGeom>
              <a:avLst/>
              <a:gdLst>
                <a:gd name="T0" fmla="*/ 1 w 134"/>
                <a:gd name="T1" fmla="*/ 13 h 175"/>
                <a:gd name="T2" fmla="*/ 134 w 134"/>
                <a:gd name="T3" fmla="*/ 11 h 175"/>
                <a:gd name="T4" fmla="*/ 115 w 134"/>
                <a:gd name="T5" fmla="*/ 162 h 175"/>
                <a:gd name="T6" fmla="*/ 19 w 134"/>
                <a:gd name="T7" fmla="*/ 161 h 175"/>
                <a:gd name="T8" fmla="*/ 1 w 134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175">
                  <a:moveTo>
                    <a:pt x="1" y="13"/>
                  </a:moveTo>
                  <a:cubicBezTo>
                    <a:pt x="1" y="13"/>
                    <a:pt x="69" y="0"/>
                    <a:pt x="134" y="11"/>
                  </a:cubicBezTo>
                  <a:cubicBezTo>
                    <a:pt x="134" y="11"/>
                    <a:pt x="120" y="135"/>
                    <a:pt x="115" y="162"/>
                  </a:cubicBezTo>
                  <a:cubicBezTo>
                    <a:pt x="115" y="162"/>
                    <a:pt x="63" y="175"/>
                    <a:pt x="19" y="161"/>
                  </a:cubicBezTo>
                  <a:cubicBezTo>
                    <a:pt x="19" y="161"/>
                    <a:pt x="0" y="37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" name="Freeform 452">
              <a:extLst>
                <a:ext uri="{FF2B5EF4-FFF2-40B4-BE49-F238E27FC236}">
                  <a16:creationId xmlns:a16="http://schemas.microsoft.com/office/drawing/2014/main" id="{C37097C9-AFFE-4E1D-B8D0-8B02F6B93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100" y="4387850"/>
              <a:ext cx="150813" cy="252413"/>
            </a:xfrm>
            <a:custGeom>
              <a:avLst/>
              <a:gdLst>
                <a:gd name="T0" fmla="*/ 40 w 40"/>
                <a:gd name="T1" fmla="*/ 47 h 67"/>
                <a:gd name="T2" fmla="*/ 20 w 40"/>
                <a:gd name="T3" fmla="*/ 67 h 67"/>
                <a:gd name="T4" fmla="*/ 20 w 40"/>
                <a:gd name="T5" fmla="*/ 67 h 67"/>
                <a:gd name="T6" fmla="*/ 0 w 40"/>
                <a:gd name="T7" fmla="*/ 47 h 67"/>
                <a:gd name="T8" fmla="*/ 0 w 40"/>
                <a:gd name="T9" fmla="*/ 20 h 67"/>
                <a:gd name="T10" fmla="*/ 20 w 40"/>
                <a:gd name="T11" fmla="*/ 0 h 67"/>
                <a:gd name="T12" fmla="*/ 20 w 40"/>
                <a:gd name="T13" fmla="*/ 0 h 67"/>
                <a:gd name="T14" fmla="*/ 40 w 40"/>
                <a:gd name="T15" fmla="*/ 20 h 67"/>
                <a:gd name="T16" fmla="*/ 40 w 40"/>
                <a:gd name="T17" fmla="*/ 4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67">
                  <a:moveTo>
                    <a:pt x="40" y="47"/>
                  </a:moveTo>
                  <a:cubicBezTo>
                    <a:pt x="40" y="58"/>
                    <a:pt x="31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9" y="67"/>
                    <a:pt x="0" y="58"/>
                    <a:pt x="0" y="4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lnTo>
                    <a:pt x="40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" name="Oval 453">
              <a:extLst>
                <a:ext uri="{FF2B5EF4-FFF2-40B4-BE49-F238E27FC236}">
                  <a16:creationId xmlns:a16="http://schemas.microsoft.com/office/drawing/2014/main" id="{AD496954-94F5-4524-98C1-790D071DD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250" y="4692650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" name="Oval 454">
              <a:extLst>
                <a:ext uri="{FF2B5EF4-FFF2-40B4-BE49-F238E27FC236}">
                  <a16:creationId xmlns:a16="http://schemas.microsoft.com/office/drawing/2014/main" id="{539D3726-6CEE-4B6D-8684-29F1A6D43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250" y="4805363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" name="Oval 455">
              <a:extLst>
                <a:ext uri="{FF2B5EF4-FFF2-40B4-BE49-F238E27FC236}">
                  <a16:creationId xmlns:a16="http://schemas.microsoft.com/office/drawing/2014/main" id="{E2BF7472-34A5-41E5-B2B6-547587363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250" y="5038725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" name="Oval 456">
              <a:extLst>
                <a:ext uri="{FF2B5EF4-FFF2-40B4-BE49-F238E27FC236}">
                  <a16:creationId xmlns:a16="http://schemas.microsoft.com/office/drawing/2014/main" id="{9BB2D132-4D9B-4F0E-BFD6-1B767EBB1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250" y="4921250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" name="Freeform 457">
              <a:extLst>
                <a:ext uri="{FF2B5EF4-FFF2-40B4-BE49-F238E27FC236}">
                  <a16:creationId xmlns:a16="http://schemas.microsoft.com/office/drawing/2014/main" id="{DE7664F5-4542-4A02-B12F-A64F1E7E3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1663" y="4516438"/>
              <a:ext cx="139700" cy="198438"/>
            </a:xfrm>
            <a:custGeom>
              <a:avLst/>
              <a:gdLst>
                <a:gd name="T0" fmla="*/ 16 w 37"/>
                <a:gd name="T1" fmla="*/ 0 h 53"/>
                <a:gd name="T2" fmla="*/ 0 w 37"/>
                <a:gd name="T3" fmla="*/ 17 h 53"/>
                <a:gd name="T4" fmla="*/ 14 w 37"/>
                <a:gd name="T5" fmla="*/ 53 h 53"/>
                <a:gd name="T6" fmla="*/ 37 w 37"/>
                <a:gd name="T7" fmla="*/ 33 h 53"/>
                <a:gd name="T8" fmla="*/ 16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19" y="15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" name="Freeform 458">
              <a:extLst>
                <a:ext uri="{FF2B5EF4-FFF2-40B4-BE49-F238E27FC236}">
                  <a16:creationId xmlns:a16="http://schemas.microsoft.com/office/drawing/2014/main" id="{3FACDA67-5F49-497C-A8C9-1A80658BA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1363" y="4516438"/>
              <a:ext cx="138113" cy="198438"/>
            </a:xfrm>
            <a:custGeom>
              <a:avLst/>
              <a:gdLst>
                <a:gd name="T0" fmla="*/ 20 w 37"/>
                <a:gd name="T1" fmla="*/ 0 h 53"/>
                <a:gd name="T2" fmla="*/ 37 w 37"/>
                <a:gd name="T3" fmla="*/ 17 h 53"/>
                <a:gd name="T4" fmla="*/ 23 w 37"/>
                <a:gd name="T5" fmla="*/ 53 h 53"/>
                <a:gd name="T6" fmla="*/ 0 w 37"/>
                <a:gd name="T7" fmla="*/ 33 h 53"/>
                <a:gd name="T8" fmla="*/ 20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20" y="0"/>
                  </a:moveTo>
                  <a:cubicBezTo>
                    <a:pt x="37" y="17"/>
                    <a:pt x="37" y="17"/>
                    <a:pt x="37" y="17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8" y="15"/>
                    <a:pt x="20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" name="Freeform 459">
              <a:extLst>
                <a:ext uri="{FF2B5EF4-FFF2-40B4-BE49-F238E27FC236}">
                  <a16:creationId xmlns:a16="http://schemas.microsoft.com/office/drawing/2014/main" id="{959DE92B-C96A-4090-8F63-50DAAE2B6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100" y="5151438"/>
              <a:ext cx="415925" cy="1190625"/>
            </a:xfrm>
            <a:custGeom>
              <a:avLst/>
              <a:gdLst>
                <a:gd name="T0" fmla="*/ 109 w 111"/>
                <a:gd name="T1" fmla="*/ 313 h 317"/>
                <a:gd name="T2" fmla="*/ 70 w 111"/>
                <a:gd name="T3" fmla="*/ 313 h 317"/>
                <a:gd name="T4" fmla="*/ 56 w 111"/>
                <a:gd name="T5" fmla="*/ 72 h 317"/>
                <a:gd name="T6" fmla="*/ 52 w 111"/>
                <a:gd name="T7" fmla="*/ 72 h 317"/>
                <a:gd name="T8" fmla="*/ 40 w 111"/>
                <a:gd name="T9" fmla="*/ 317 h 317"/>
                <a:gd name="T10" fmla="*/ 0 w 111"/>
                <a:gd name="T11" fmla="*/ 317 h 317"/>
                <a:gd name="T12" fmla="*/ 5 w 111"/>
                <a:gd name="T13" fmla="*/ 0 h 317"/>
                <a:gd name="T14" fmla="*/ 90 w 111"/>
                <a:gd name="T15" fmla="*/ 1 h 317"/>
                <a:gd name="T16" fmla="*/ 101 w 111"/>
                <a:gd name="T17" fmla="*/ 1 h 317"/>
                <a:gd name="T18" fmla="*/ 103 w 111"/>
                <a:gd name="T19" fmla="*/ 14 h 317"/>
                <a:gd name="T20" fmla="*/ 109 w 111"/>
                <a:gd name="T21" fmla="*/ 31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1" h="317">
                  <a:moveTo>
                    <a:pt x="109" y="313"/>
                  </a:moveTo>
                  <a:cubicBezTo>
                    <a:pt x="70" y="313"/>
                    <a:pt x="70" y="313"/>
                    <a:pt x="70" y="313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4" y="72"/>
                    <a:pt x="53" y="73"/>
                    <a:pt x="52" y="72"/>
                  </a:cubicBezTo>
                  <a:cubicBezTo>
                    <a:pt x="40" y="317"/>
                    <a:pt x="40" y="317"/>
                    <a:pt x="40" y="317"/>
                  </a:cubicBezTo>
                  <a:cubicBezTo>
                    <a:pt x="0" y="317"/>
                    <a:pt x="0" y="317"/>
                    <a:pt x="0" y="317"/>
                  </a:cubicBezTo>
                  <a:cubicBezTo>
                    <a:pt x="0" y="218"/>
                    <a:pt x="6" y="3"/>
                    <a:pt x="5" y="0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101" y="1"/>
                    <a:pt x="101" y="1"/>
                    <a:pt x="101" y="1"/>
                  </a:cubicBezTo>
                  <a:cubicBezTo>
                    <a:pt x="101" y="4"/>
                    <a:pt x="102" y="8"/>
                    <a:pt x="103" y="14"/>
                  </a:cubicBezTo>
                  <a:cubicBezTo>
                    <a:pt x="111" y="85"/>
                    <a:pt x="110" y="284"/>
                    <a:pt x="109" y="313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" name="Freeform 460">
              <a:extLst>
                <a:ext uri="{FF2B5EF4-FFF2-40B4-BE49-F238E27FC236}">
                  <a16:creationId xmlns:a16="http://schemas.microsoft.com/office/drawing/2014/main" id="{2082D705-E89B-45CD-AA55-DD0EA81E9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238" y="5154613"/>
              <a:ext cx="47625" cy="52388"/>
            </a:xfrm>
            <a:custGeom>
              <a:avLst/>
              <a:gdLst>
                <a:gd name="T0" fmla="*/ 13 w 13"/>
                <a:gd name="T1" fmla="*/ 13 h 14"/>
                <a:gd name="T2" fmla="*/ 1 w 13"/>
                <a:gd name="T3" fmla="*/ 14 h 14"/>
                <a:gd name="T4" fmla="*/ 0 w 13"/>
                <a:gd name="T5" fmla="*/ 0 h 14"/>
                <a:gd name="T6" fmla="*/ 11 w 13"/>
                <a:gd name="T7" fmla="*/ 0 h 14"/>
                <a:gd name="T8" fmla="*/ 13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3" y="1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9"/>
                    <a:pt x="0" y="4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3"/>
                    <a:pt x="12" y="8"/>
                    <a:pt x="13" y="13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" name="Freeform 461">
              <a:extLst>
                <a:ext uri="{FF2B5EF4-FFF2-40B4-BE49-F238E27FC236}">
                  <a16:creationId xmlns:a16="http://schemas.microsoft.com/office/drawing/2014/main" id="{53F213CD-5EC5-4B90-A540-140D703B5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988" y="5154613"/>
              <a:ext cx="187325" cy="57150"/>
            </a:xfrm>
            <a:custGeom>
              <a:avLst/>
              <a:gdLst>
                <a:gd name="T0" fmla="*/ 49 w 50"/>
                <a:gd name="T1" fmla="*/ 0 h 15"/>
                <a:gd name="T2" fmla="*/ 0 w 50"/>
                <a:gd name="T3" fmla="*/ 0 h 15"/>
                <a:gd name="T4" fmla="*/ 0 w 50"/>
                <a:gd name="T5" fmla="*/ 15 h 15"/>
                <a:gd name="T6" fmla="*/ 50 w 50"/>
                <a:gd name="T7" fmla="*/ 14 h 15"/>
                <a:gd name="T8" fmla="*/ 49 w 5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5">
                  <a:moveTo>
                    <a:pt x="4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0"/>
                    <a:pt x="0" y="15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0"/>
                    <a:pt x="49" y="5"/>
                    <a:pt x="49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" name="Freeform 462">
              <a:extLst>
                <a:ext uri="{FF2B5EF4-FFF2-40B4-BE49-F238E27FC236}">
                  <a16:creationId xmlns:a16="http://schemas.microsoft.com/office/drawing/2014/main" id="{26E35E80-C10F-4935-828F-DE1EC0C8B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150" y="5151438"/>
              <a:ext cx="55563" cy="63500"/>
            </a:xfrm>
            <a:custGeom>
              <a:avLst/>
              <a:gdLst>
                <a:gd name="T0" fmla="*/ 14 w 15"/>
                <a:gd name="T1" fmla="*/ 1 h 17"/>
                <a:gd name="T2" fmla="*/ 0 w 15"/>
                <a:gd name="T3" fmla="*/ 0 h 17"/>
                <a:gd name="T4" fmla="*/ 0 w 15"/>
                <a:gd name="T5" fmla="*/ 17 h 17"/>
                <a:gd name="T6" fmla="*/ 15 w 15"/>
                <a:gd name="T7" fmla="*/ 16 h 17"/>
                <a:gd name="T8" fmla="*/ 14 w 15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7">
                  <a:moveTo>
                    <a:pt x="14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2"/>
                    <a:pt x="14" y="6"/>
                    <a:pt x="14" y="1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" name="Rectangle 463">
              <a:extLst>
                <a:ext uri="{FF2B5EF4-FFF2-40B4-BE49-F238E27FC236}">
                  <a16:creationId xmlns:a16="http://schemas.microsoft.com/office/drawing/2014/main" id="{3AD535F5-F11D-4DD4-AF7C-89E59EA54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375" y="5129213"/>
              <a:ext cx="82550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" name="Freeform 464">
              <a:extLst>
                <a:ext uri="{FF2B5EF4-FFF2-40B4-BE49-F238E27FC236}">
                  <a16:creationId xmlns:a16="http://schemas.microsoft.com/office/drawing/2014/main" id="{9555232D-1F60-47F3-B003-4C903CB62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275" y="4013200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69 w 98"/>
                <a:gd name="T3" fmla="*/ 124 h 131"/>
                <a:gd name="T4" fmla="*/ 48 w 98"/>
                <a:gd name="T5" fmla="*/ 129 h 131"/>
                <a:gd name="T6" fmla="*/ 3 w 98"/>
                <a:gd name="T7" fmla="*/ 78 h 131"/>
                <a:gd name="T8" fmla="*/ 4 w 98"/>
                <a:gd name="T9" fmla="*/ 32 h 131"/>
                <a:gd name="T10" fmla="*/ 7 w 98"/>
                <a:gd name="T11" fmla="*/ 25 h 131"/>
                <a:gd name="T12" fmla="*/ 30 w 98"/>
                <a:gd name="T13" fmla="*/ 4 h 131"/>
                <a:gd name="T14" fmla="*/ 62 w 98"/>
                <a:gd name="T15" fmla="*/ 2 h 131"/>
                <a:gd name="T16" fmla="*/ 93 w 98"/>
                <a:gd name="T17" fmla="*/ 28 h 131"/>
                <a:gd name="T18" fmla="*/ 96 w 98"/>
                <a:gd name="T19" fmla="*/ 43 h 131"/>
                <a:gd name="T20" fmla="*/ 98 w 98"/>
                <a:gd name="T21" fmla="*/ 74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5"/>
                    <a:pt x="81" y="118"/>
                    <a:pt x="69" y="124"/>
                  </a:cubicBezTo>
                  <a:cubicBezTo>
                    <a:pt x="58" y="131"/>
                    <a:pt x="48" y="129"/>
                    <a:pt x="48" y="129"/>
                  </a:cubicBezTo>
                  <a:cubicBezTo>
                    <a:pt x="2" y="118"/>
                    <a:pt x="5" y="96"/>
                    <a:pt x="3" y="78"/>
                  </a:cubicBezTo>
                  <a:cubicBezTo>
                    <a:pt x="1" y="69"/>
                    <a:pt x="0" y="53"/>
                    <a:pt x="4" y="32"/>
                  </a:cubicBezTo>
                  <a:cubicBezTo>
                    <a:pt x="5" y="29"/>
                    <a:pt x="5" y="27"/>
                    <a:pt x="7" y="25"/>
                  </a:cubicBezTo>
                  <a:cubicBezTo>
                    <a:pt x="14" y="10"/>
                    <a:pt x="30" y="4"/>
                    <a:pt x="30" y="4"/>
                  </a:cubicBezTo>
                  <a:cubicBezTo>
                    <a:pt x="40" y="0"/>
                    <a:pt x="52" y="0"/>
                    <a:pt x="62" y="2"/>
                  </a:cubicBezTo>
                  <a:cubicBezTo>
                    <a:pt x="77" y="4"/>
                    <a:pt x="89" y="12"/>
                    <a:pt x="93" y="28"/>
                  </a:cubicBezTo>
                  <a:cubicBezTo>
                    <a:pt x="94" y="32"/>
                    <a:pt x="95" y="38"/>
                    <a:pt x="96" y="43"/>
                  </a:cubicBezTo>
                  <a:cubicBezTo>
                    <a:pt x="97" y="53"/>
                    <a:pt x="98" y="64"/>
                    <a:pt x="98" y="74"/>
                  </a:cubicBezTo>
                  <a:cubicBezTo>
                    <a:pt x="98" y="79"/>
                    <a:pt x="98" y="84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" name="Freeform 465">
              <a:extLst>
                <a:ext uri="{FF2B5EF4-FFF2-40B4-BE49-F238E27FC236}">
                  <a16:creationId xmlns:a16="http://schemas.microsoft.com/office/drawing/2014/main" id="{24F1D1CC-4DC6-4F64-8AA2-F1A4E5ADE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088" y="4162425"/>
              <a:ext cx="93663" cy="169863"/>
            </a:xfrm>
            <a:custGeom>
              <a:avLst/>
              <a:gdLst>
                <a:gd name="T0" fmla="*/ 10 w 25"/>
                <a:gd name="T1" fmla="*/ 3 h 45"/>
                <a:gd name="T2" fmla="*/ 7 w 25"/>
                <a:gd name="T3" fmla="*/ 12 h 45"/>
                <a:gd name="T4" fmla="*/ 8 w 25"/>
                <a:gd name="T5" fmla="*/ 36 h 45"/>
                <a:gd name="T6" fmla="*/ 3 w 25"/>
                <a:gd name="T7" fmla="*/ 39 h 45"/>
                <a:gd name="T8" fmla="*/ 12 w 25"/>
                <a:gd name="T9" fmla="*/ 45 h 45"/>
                <a:gd name="T10" fmla="*/ 19 w 25"/>
                <a:gd name="T11" fmla="*/ 42 h 45"/>
                <a:gd name="T12" fmla="*/ 23 w 25"/>
                <a:gd name="T13" fmla="*/ 34 h 45"/>
                <a:gd name="T14" fmla="*/ 17 w 25"/>
                <a:gd name="T15" fmla="*/ 36 h 45"/>
                <a:gd name="T16" fmla="*/ 10 w 25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5">
                  <a:moveTo>
                    <a:pt x="10" y="3"/>
                  </a:moveTo>
                  <a:cubicBezTo>
                    <a:pt x="10" y="3"/>
                    <a:pt x="7" y="0"/>
                    <a:pt x="7" y="12"/>
                  </a:cubicBezTo>
                  <a:cubicBezTo>
                    <a:pt x="7" y="24"/>
                    <a:pt x="8" y="36"/>
                    <a:pt x="8" y="36"/>
                  </a:cubicBezTo>
                  <a:cubicBezTo>
                    <a:pt x="8" y="36"/>
                    <a:pt x="0" y="32"/>
                    <a:pt x="3" y="39"/>
                  </a:cubicBezTo>
                  <a:cubicBezTo>
                    <a:pt x="5" y="42"/>
                    <a:pt x="8" y="44"/>
                    <a:pt x="12" y="45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5" y="36"/>
                    <a:pt x="23" y="34"/>
                  </a:cubicBezTo>
                  <a:cubicBezTo>
                    <a:pt x="22" y="33"/>
                    <a:pt x="18" y="36"/>
                    <a:pt x="17" y="36"/>
                  </a:cubicBezTo>
                  <a:cubicBezTo>
                    <a:pt x="17" y="36"/>
                    <a:pt x="16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" name="Freeform 466">
              <a:extLst>
                <a:ext uri="{FF2B5EF4-FFF2-40B4-BE49-F238E27FC236}">
                  <a16:creationId xmlns:a16="http://schemas.microsoft.com/office/drawing/2014/main" id="{39C3CB3D-CE1F-49CF-9229-103021ED7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813" y="4129088"/>
              <a:ext cx="104775" cy="57150"/>
            </a:xfrm>
            <a:custGeom>
              <a:avLst/>
              <a:gdLst>
                <a:gd name="T0" fmla="*/ 1 w 28"/>
                <a:gd name="T1" fmla="*/ 4 h 15"/>
                <a:gd name="T2" fmla="*/ 28 w 28"/>
                <a:gd name="T3" fmla="*/ 15 h 15"/>
                <a:gd name="T4" fmla="*/ 0 w 28"/>
                <a:gd name="T5" fmla="*/ 11 h 15"/>
                <a:gd name="T6" fmla="*/ 1 w 28"/>
                <a:gd name="T7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1" y="4"/>
                  </a:moveTo>
                  <a:cubicBezTo>
                    <a:pt x="1" y="4"/>
                    <a:pt x="22" y="0"/>
                    <a:pt x="28" y="15"/>
                  </a:cubicBezTo>
                  <a:cubicBezTo>
                    <a:pt x="28" y="15"/>
                    <a:pt x="5" y="8"/>
                    <a:pt x="0" y="11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" name="Freeform 467">
              <a:extLst>
                <a:ext uri="{FF2B5EF4-FFF2-40B4-BE49-F238E27FC236}">
                  <a16:creationId xmlns:a16="http://schemas.microsoft.com/office/drawing/2014/main" id="{1FF54B69-5790-4DDC-91ED-6525ABED6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550" y="4129088"/>
              <a:ext cx="104775" cy="57150"/>
            </a:xfrm>
            <a:custGeom>
              <a:avLst/>
              <a:gdLst>
                <a:gd name="T0" fmla="*/ 28 w 28"/>
                <a:gd name="T1" fmla="*/ 5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5"/>
                  </a:moveTo>
                  <a:cubicBezTo>
                    <a:pt x="28" y="5"/>
                    <a:pt x="7" y="0"/>
                    <a:pt x="0" y="15"/>
                  </a:cubicBezTo>
                  <a:cubicBezTo>
                    <a:pt x="0" y="15"/>
                    <a:pt x="23" y="9"/>
                    <a:pt x="28" y="13"/>
                  </a:cubicBezTo>
                  <a:lnTo>
                    <a:pt x="28" y="5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" name="Freeform 468">
              <a:extLst>
                <a:ext uri="{FF2B5EF4-FFF2-40B4-BE49-F238E27FC236}">
                  <a16:creationId xmlns:a16="http://schemas.microsoft.com/office/drawing/2014/main" id="{A75F5B53-4119-49D5-8BD8-F22E0658D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5" y="4197350"/>
              <a:ext cx="93663" cy="82550"/>
            </a:xfrm>
            <a:custGeom>
              <a:avLst/>
              <a:gdLst>
                <a:gd name="T0" fmla="*/ 1 w 25"/>
                <a:gd name="T1" fmla="*/ 12 h 22"/>
                <a:gd name="T2" fmla="*/ 13 w 25"/>
                <a:gd name="T3" fmla="*/ 22 h 22"/>
                <a:gd name="T4" fmla="*/ 25 w 25"/>
                <a:gd name="T5" fmla="*/ 10 h 22"/>
                <a:gd name="T6" fmla="*/ 12 w 25"/>
                <a:gd name="T7" fmla="*/ 0 h 22"/>
                <a:gd name="T8" fmla="*/ 1 w 25"/>
                <a:gd name="T9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2">
                  <a:moveTo>
                    <a:pt x="1" y="12"/>
                  </a:moveTo>
                  <a:cubicBezTo>
                    <a:pt x="1" y="18"/>
                    <a:pt x="7" y="22"/>
                    <a:pt x="13" y="22"/>
                  </a:cubicBezTo>
                  <a:cubicBezTo>
                    <a:pt x="20" y="21"/>
                    <a:pt x="25" y="16"/>
                    <a:pt x="25" y="10"/>
                  </a:cubicBezTo>
                  <a:cubicBezTo>
                    <a:pt x="24" y="4"/>
                    <a:pt x="19" y="0"/>
                    <a:pt x="12" y="0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" name="Freeform 469">
              <a:extLst>
                <a:ext uri="{FF2B5EF4-FFF2-40B4-BE49-F238E27FC236}">
                  <a16:creationId xmlns:a16="http://schemas.microsoft.com/office/drawing/2014/main" id="{C5A7439A-6105-467A-8A63-3D846E500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475" y="4200525"/>
              <a:ext cx="58738" cy="71438"/>
            </a:xfrm>
            <a:custGeom>
              <a:avLst/>
              <a:gdLst>
                <a:gd name="T0" fmla="*/ 16 w 16"/>
                <a:gd name="T1" fmla="*/ 9 h 19"/>
                <a:gd name="T2" fmla="*/ 9 w 16"/>
                <a:gd name="T3" fmla="*/ 19 h 19"/>
                <a:gd name="T4" fmla="*/ 1 w 16"/>
                <a:gd name="T5" fmla="*/ 10 h 19"/>
                <a:gd name="T6" fmla="*/ 8 w 16"/>
                <a:gd name="T7" fmla="*/ 0 h 19"/>
                <a:gd name="T8" fmla="*/ 16 w 16"/>
                <a:gd name="T9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9">
                  <a:moveTo>
                    <a:pt x="16" y="9"/>
                  </a:moveTo>
                  <a:cubicBezTo>
                    <a:pt x="16" y="14"/>
                    <a:pt x="13" y="19"/>
                    <a:pt x="9" y="19"/>
                  </a:cubicBezTo>
                  <a:cubicBezTo>
                    <a:pt x="5" y="19"/>
                    <a:pt x="1" y="15"/>
                    <a:pt x="1" y="10"/>
                  </a:cubicBezTo>
                  <a:cubicBezTo>
                    <a:pt x="0" y="5"/>
                    <a:pt x="3" y="0"/>
                    <a:pt x="8" y="0"/>
                  </a:cubicBezTo>
                  <a:cubicBezTo>
                    <a:pt x="12" y="0"/>
                    <a:pt x="15" y="4"/>
                    <a:pt x="16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" name="Freeform 470">
              <a:extLst>
                <a:ext uri="{FF2B5EF4-FFF2-40B4-BE49-F238E27FC236}">
                  <a16:creationId xmlns:a16="http://schemas.microsoft.com/office/drawing/2014/main" id="{3145CEF1-C6E3-41A6-85E7-1326C3FB8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588" y="4211638"/>
              <a:ext cx="41275" cy="52388"/>
            </a:xfrm>
            <a:custGeom>
              <a:avLst/>
              <a:gdLst>
                <a:gd name="T0" fmla="*/ 11 w 11"/>
                <a:gd name="T1" fmla="*/ 6 h 14"/>
                <a:gd name="T2" fmla="*/ 6 w 11"/>
                <a:gd name="T3" fmla="*/ 13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6"/>
                  </a:moveTo>
                  <a:cubicBezTo>
                    <a:pt x="11" y="10"/>
                    <a:pt x="9" y="13"/>
                    <a:pt x="6" y="13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0" y="2"/>
                    <a:pt x="11" y="6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" name="Freeform 471">
              <a:extLst>
                <a:ext uri="{FF2B5EF4-FFF2-40B4-BE49-F238E27FC236}">
                  <a16:creationId xmlns:a16="http://schemas.microsoft.com/office/drawing/2014/main" id="{2D1F8552-0096-4C88-8816-97FD721F5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0" y="4205288"/>
              <a:ext cx="23813" cy="14288"/>
            </a:xfrm>
            <a:custGeom>
              <a:avLst/>
              <a:gdLst>
                <a:gd name="T0" fmla="*/ 5 w 6"/>
                <a:gd name="T1" fmla="*/ 2 h 4"/>
                <a:gd name="T2" fmla="*/ 3 w 6"/>
                <a:gd name="T3" fmla="*/ 4 h 4"/>
                <a:gd name="T4" fmla="*/ 0 w 6"/>
                <a:gd name="T5" fmla="*/ 2 h 4"/>
                <a:gd name="T6" fmla="*/ 3 w 6"/>
                <a:gd name="T7" fmla="*/ 0 h 4"/>
                <a:gd name="T8" fmla="*/ 5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5" y="2"/>
                  </a:moveTo>
                  <a:cubicBezTo>
                    <a:pt x="6" y="3"/>
                    <a:pt x="4" y="4"/>
                    <a:pt x="3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" name="Freeform 472">
              <a:extLst>
                <a:ext uri="{FF2B5EF4-FFF2-40B4-BE49-F238E27FC236}">
                  <a16:creationId xmlns:a16="http://schemas.microsoft.com/office/drawing/2014/main" id="{79AB64B2-89B2-4456-B828-50639A49F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813" y="4189413"/>
              <a:ext cx="93663" cy="85725"/>
            </a:xfrm>
            <a:custGeom>
              <a:avLst/>
              <a:gdLst>
                <a:gd name="T0" fmla="*/ 1 w 25"/>
                <a:gd name="T1" fmla="*/ 12 h 23"/>
                <a:gd name="T2" fmla="*/ 13 w 25"/>
                <a:gd name="T3" fmla="*/ 23 h 23"/>
                <a:gd name="T4" fmla="*/ 25 w 25"/>
                <a:gd name="T5" fmla="*/ 11 h 23"/>
                <a:gd name="T6" fmla="*/ 12 w 25"/>
                <a:gd name="T7" fmla="*/ 1 h 23"/>
                <a:gd name="T8" fmla="*/ 1 w 25"/>
                <a:gd name="T9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2"/>
                  </a:moveTo>
                  <a:cubicBezTo>
                    <a:pt x="1" y="18"/>
                    <a:pt x="7" y="23"/>
                    <a:pt x="13" y="23"/>
                  </a:cubicBezTo>
                  <a:cubicBezTo>
                    <a:pt x="20" y="22"/>
                    <a:pt x="25" y="17"/>
                    <a:pt x="25" y="11"/>
                  </a:cubicBezTo>
                  <a:cubicBezTo>
                    <a:pt x="24" y="5"/>
                    <a:pt x="18" y="0"/>
                    <a:pt x="12" y="1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" name="Freeform 473">
              <a:extLst>
                <a:ext uri="{FF2B5EF4-FFF2-40B4-BE49-F238E27FC236}">
                  <a16:creationId xmlns:a16="http://schemas.microsoft.com/office/drawing/2014/main" id="{CED245A3-37AF-4A40-A7BC-97EBA953E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688" y="4192588"/>
              <a:ext cx="55563" cy="76200"/>
            </a:xfrm>
            <a:custGeom>
              <a:avLst/>
              <a:gdLst>
                <a:gd name="T0" fmla="*/ 15 w 15"/>
                <a:gd name="T1" fmla="*/ 10 h 20"/>
                <a:gd name="T2" fmla="*/ 8 w 15"/>
                <a:gd name="T3" fmla="*/ 20 h 20"/>
                <a:gd name="T4" fmla="*/ 0 w 15"/>
                <a:gd name="T5" fmla="*/ 11 h 20"/>
                <a:gd name="T6" fmla="*/ 7 w 15"/>
                <a:gd name="T7" fmla="*/ 1 h 20"/>
                <a:gd name="T8" fmla="*/ 15 w 15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5" y="10"/>
                  </a:moveTo>
                  <a:cubicBezTo>
                    <a:pt x="15" y="15"/>
                    <a:pt x="12" y="20"/>
                    <a:pt x="8" y="20"/>
                  </a:cubicBezTo>
                  <a:cubicBezTo>
                    <a:pt x="4" y="20"/>
                    <a:pt x="0" y="16"/>
                    <a:pt x="0" y="11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1" y="0"/>
                    <a:pt x="15" y="4"/>
                    <a:pt x="15" y="10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" name="Freeform 474">
              <a:extLst>
                <a:ext uri="{FF2B5EF4-FFF2-40B4-BE49-F238E27FC236}">
                  <a16:creationId xmlns:a16="http://schemas.microsoft.com/office/drawing/2014/main" id="{F8A19CFD-B3DE-4F55-8872-FB15967B5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038" y="4205288"/>
              <a:ext cx="41275" cy="52388"/>
            </a:xfrm>
            <a:custGeom>
              <a:avLst/>
              <a:gdLst>
                <a:gd name="T0" fmla="*/ 11 w 11"/>
                <a:gd name="T1" fmla="*/ 7 h 14"/>
                <a:gd name="T2" fmla="*/ 6 w 11"/>
                <a:gd name="T3" fmla="*/ 14 h 14"/>
                <a:gd name="T4" fmla="*/ 0 w 11"/>
                <a:gd name="T5" fmla="*/ 8 h 14"/>
                <a:gd name="T6" fmla="*/ 5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1"/>
                    <a:pt x="9" y="14"/>
                    <a:pt x="6" y="14"/>
                  </a:cubicBezTo>
                  <a:cubicBezTo>
                    <a:pt x="3" y="14"/>
                    <a:pt x="0" y="11"/>
                    <a:pt x="0" y="8"/>
                  </a:cubicBezTo>
                  <a:cubicBezTo>
                    <a:pt x="0" y="4"/>
                    <a:pt x="2" y="1"/>
                    <a:pt x="5" y="0"/>
                  </a:cubicBezTo>
                  <a:cubicBezTo>
                    <a:pt x="8" y="0"/>
                    <a:pt x="10" y="3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" name="Freeform 475">
              <a:extLst>
                <a:ext uri="{FF2B5EF4-FFF2-40B4-BE49-F238E27FC236}">
                  <a16:creationId xmlns:a16="http://schemas.microsoft.com/office/drawing/2014/main" id="{5B99AA69-55BF-4023-A1B2-3CDEAE7E0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088" y="4200525"/>
              <a:ext cx="22225" cy="15875"/>
            </a:xfrm>
            <a:custGeom>
              <a:avLst/>
              <a:gdLst>
                <a:gd name="T0" fmla="*/ 6 w 6"/>
                <a:gd name="T1" fmla="*/ 1 h 4"/>
                <a:gd name="T2" fmla="*/ 3 w 6"/>
                <a:gd name="T3" fmla="*/ 3 h 4"/>
                <a:gd name="T4" fmla="*/ 0 w 6"/>
                <a:gd name="T5" fmla="*/ 2 h 4"/>
                <a:gd name="T6" fmla="*/ 3 w 6"/>
                <a:gd name="T7" fmla="*/ 0 h 4"/>
                <a:gd name="T8" fmla="*/ 6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1"/>
                  </a:moveTo>
                  <a:cubicBezTo>
                    <a:pt x="6" y="2"/>
                    <a:pt x="5" y="3"/>
                    <a:pt x="3" y="3"/>
                  </a:cubicBezTo>
                  <a:cubicBezTo>
                    <a:pt x="2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6" y="0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" name="Freeform 476">
              <a:extLst>
                <a:ext uri="{FF2B5EF4-FFF2-40B4-BE49-F238E27FC236}">
                  <a16:creationId xmlns:a16="http://schemas.microsoft.com/office/drawing/2014/main" id="{D96AAFA8-2E5C-425A-A29D-519A0E3F6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3903663"/>
              <a:ext cx="401638" cy="236538"/>
            </a:xfrm>
            <a:custGeom>
              <a:avLst/>
              <a:gdLst>
                <a:gd name="T0" fmla="*/ 106 w 107"/>
                <a:gd name="T1" fmla="*/ 24 h 63"/>
                <a:gd name="T2" fmla="*/ 94 w 107"/>
                <a:gd name="T3" fmla="*/ 32 h 63"/>
                <a:gd name="T4" fmla="*/ 101 w 107"/>
                <a:gd name="T5" fmla="*/ 17 h 63"/>
                <a:gd name="T6" fmla="*/ 101 w 107"/>
                <a:gd name="T7" fmla="*/ 16 h 63"/>
                <a:gd name="T8" fmla="*/ 99 w 107"/>
                <a:gd name="T9" fmla="*/ 18 h 63"/>
                <a:gd name="T10" fmla="*/ 85 w 107"/>
                <a:gd name="T11" fmla="*/ 19 h 63"/>
                <a:gd name="T12" fmla="*/ 65 w 107"/>
                <a:gd name="T13" fmla="*/ 7 h 63"/>
                <a:gd name="T14" fmla="*/ 40 w 107"/>
                <a:gd name="T15" fmla="*/ 1 h 63"/>
                <a:gd name="T16" fmla="*/ 27 w 107"/>
                <a:gd name="T17" fmla="*/ 4 h 63"/>
                <a:gd name="T18" fmla="*/ 0 w 107"/>
                <a:gd name="T19" fmla="*/ 27 h 63"/>
                <a:gd name="T20" fmla="*/ 0 w 107"/>
                <a:gd name="T21" fmla="*/ 32 h 63"/>
                <a:gd name="T22" fmla="*/ 0 w 107"/>
                <a:gd name="T23" fmla="*/ 37 h 63"/>
                <a:gd name="T24" fmla="*/ 1 w 107"/>
                <a:gd name="T25" fmla="*/ 38 h 63"/>
                <a:gd name="T26" fmla="*/ 1 w 107"/>
                <a:gd name="T27" fmla="*/ 38 h 63"/>
                <a:gd name="T28" fmla="*/ 1 w 107"/>
                <a:gd name="T29" fmla="*/ 37 h 63"/>
                <a:gd name="T30" fmla="*/ 18 w 107"/>
                <a:gd name="T31" fmla="*/ 52 h 63"/>
                <a:gd name="T32" fmla="*/ 61 w 107"/>
                <a:gd name="T33" fmla="*/ 59 h 63"/>
                <a:gd name="T34" fmla="*/ 103 w 107"/>
                <a:gd name="T35" fmla="*/ 31 h 63"/>
                <a:gd name="T36" fmla="*/ 107 w 107"/>
                <a:gd name="T37" fmla="*/ 24 h 63"/>
                <a:gd name="T38" fmla="*/ 106 w 107"/>
                <a:gd name="T39" fmla="*/ 2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7" h="63">
                  <a:moveTo>
                    <a:pt x="106" y="24"/>
                  </a:moveTo>
                  <a:cubicBezTo>
                    <a:pt x="104" y="27"/>
                    <a:pt x="99" y="31"/>
                    <a:pt x="94" y="32"/>
                  </a:cubicBezTo>
                  <a:cubicBezTo>
                    <a:pt x="98" y="28"/>
                    <a:pt x="102" y="22"/>
                    <a:pt x="101" y="17"/>
                  </a:cubicBezTo>
                  <a:cubicBezTo>
                    <a:pt x="101" y="16"/>
                    <a:pt x="101" y="16"/>
                    <a:pt x="101" y="16"/>
                  </a:cubicBezTo>
                  <a:cubicBezTo>
                    <a:pt x="100" y="17"/>
                    <a:pt x="99" y="17"/>
                    <a:pt x="99" y="18"/>
                  </a:cubicBezTo>
                  <a:cubicBezTo>
                    <a:pt x="95" y="21"/>
                    <a:pt x="89" y="21"/>
                    <a:pt x="85" y="19"/>
                  </a:cubicBezTo>
                  <a:cubicBezTo>
                    <a:pt x="77" y="17"/>
                    <a:pt x="71" y="12"/>
                    <a:pt x="65" y="7"/>
                  </a:cubicBezTo>
                  <a:cubicBezTo>
                    <a:pt x="57" y="3"/>
                    <a:pt x="49" y="0"/>
                    <a:pt x="40" y="1"/>
                  </a:cubicBezTo>
                  <a:cubicBezTo>
                    <a:pt x="36" y="1"/>
                    <a:pt x="31" y="2"/>
                    <a:pt x="27" y="4"/>
                  </a:cubicBezTo>
                  <a:cubicBezTo>
                    <a:pt x="16" y="8"/>
                    <a:pt x="3" y="15"/>
                    <a:pt x="0" y="27"/>
                  </a:cubicBezTo>
                  <a:cubicBezTo>
                    <a:pt x="0" y="29"/>
                    <a:pt x="0" y="31"/>
                    <a:pt x="0" y="32"/>
                  </a:cubicBezTo>
                  <a:cubicBezTo>
                    <a:pt x="0" y="33"/>
                    <a:pt x="0" y="36"/>
                    <a:pt x="0" y="37"/>
                  </a:cubicBezTo>
                  <a:cubicBezTo>
                    <a:pt x="0" y="38"/>
                    <a:pt x="0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6" y="33"/>
                    <a:pt x="15" y="49"/>
                    <a:pt x="18" y="52"/>
                  </a:cubicBezTo>
                  <a:cubicBezTo>
                    <a:pt x="30" y="62"/>
                    <a:pt x="47" y="63"/>
                    <a:pt x="61" y="59"/>
                  </a:cubicBezTo>
                  <a:cubicBezTo>
                    <a:pt x="76" y="55"/>
                    <a:pt x="94" y="44"/>
                    <a:pt x="103" y="31"/>
                  </a:cubicBezTo>
                  <a:cubicBezTo>
                    <a:pt x="104" y="29"/>
                    <a:pt x="106" y="26"/>
                    <a:pt x="107" y="24"/>
                  </a:cubicBezTo>
                  <a:cubicBezTo>
                    <a:pt x="107" y="24"/>
                    <a:pt x="107" y="23"/>
                    <a:pt x="106" y="24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" name="Freeform 477">
              <a:extLst>
                <a:ext uri="{FF2B5EF4-FFF2-40B4-BE49-F238E27FC236}">
                  <a16:creationId xmlns:a16="http://schemas.microsoft.com/office/drawing/2014/main" id="{4DB6A58E-B9EE-4E8F-84AE-FBA5E9839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525" y="4133850"/>
              <a:ext cx="104775" cy="171450"/>
            </a:xfrm>
            <a:custGeom>
              <a:avLst/>
              <a:gdLst>
                <a:gd name="T0" fmla="*/ 3 w 28"/>
                <a:gd name="T1" fmla="*/ 23 h 46"/>
                <a:gd name="T2" fmla="*/ 22 w 28"/>
                <a:gd name="T3" fmla="*/ 18 h 46"/>
                <a:gd name="T4" fmla="*/ 8 w 28"/>
                <a:gd name="T5" fmla="*/ 45 h 46"/>
                <a:gd name="T6" fmla="*/ 3 w 28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3" y="23"/>
                  </a:moveTo>
                  <a:cubicBezTo>
                    <a:pt x="3" y="23"/>
                    <a:pt x="13" y="0"/>
                    <a:pt x="22" y="18"/>
                  </a:cubicBezTo>
                  <a:cubicBezTo>
                    <a:pt x="28" y="32"/>
                    <a:pt x="17" y="46"/>
                    <a:pt x="8" y="45"/>
                  </a:cubicBezTo>
                  <a:cubicBezTo>
                    <a:pt x="0" y="44"/>
                    <a:pt x="3" y="23"/>
                    <a:pt x="3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" name="Freeform 478">
              <a:extLst>
                <a:ext uri="{FF2B5EF4-FFF2-40B4-BE49-F238E27FC236}">
                  <a16:creationId xmlns:a16="http://schemas.microsoft.com/office/drawing/2014/main" id="{5BB43E10-E94E-49B1-9172-08E2517EA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4178300"/>
              <a:ext cx="66675" cy="96838"/>
            </a:xfrm>
            <a:custGeom>
              <a:avLst/>
              <a:gdLst>
                <a:gd name="T0" fmla="*/ 3 w 18"/>
                <a:gd name="T1" fmla="*/ 14 h 26"/>
                <a:gd name="T2" fmla="*/ 14 w 18"/>
                <a:gd name="T3" fmla="*/ 5 h 26"/>
                <a:gd name="T4" fmla="*/ 18 w 18"/>
                <a:gd name="T5" fmla="*/ 17 h 26"/>
                <a:gd name="T6" fmla="*/ 10 w 18"/>
                <a:gd name="T7" fmla="*/ 15 h 26"/>
                <a:gd name="T8" fmla="*/ 5 w 18"/>
                <a:gd name="T9" fmla="*/ 24 h 26"/>
                <a:gd name="T10" fmla="*/ 3 w 18"/>
                <a:gd name="T11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6">
                  <a:moveTo>
                    <a:pt x="3" y="14"/>
                  </a:moveTo>
                  <a:cubicBezTo>
                    <a:pt x="3" y="14"/>
                    <a:pt x="10" y="0"/>
                    <a:pt x="14" y="5"/>
                  </a:cubicBezTo>
                  <a:cubicBezTo>
                    <a:pt x="18" y="10"/>
                    <a:pt x="18" y="17"/>
                    <a:pt x="18" y="17"/>
                  </a:cubicBezTo>
                  <a:cubicBezTo>
                    <a:pt x="18" y="17"/>
                    <a:pt x="15" y="10"/>
                    <a:pt x="10" y="15"/>
                  </a:cubicBezTo>
                  <a:cubicBezTo>
                    <a:pt x="10" y="15"/>
                    <a:pt x="17" y="26"/>
                    <a:pt x="5" y="24"/>
                  </a:cubicBezTo>
                  <a:cubicBezTo>
                    <a:pt x="5" y="24"/>
                    <a:pt x="0" y="21"/>
                    <a:pt x="3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" name="Freeform 479">
              <a:extLst>
                <a:ext uri="{FF2B5EF4-FFF2-40B4-BE49-F238E27FC236}">
                  <a16:creationId xmlns:a16="http://schemas.microsoft.com/office/drawing/2014/main" id="{12C46563-130F-47CB-ABB0-10BF9C1A6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788" y="4021138"/>
              <a:ext cx="166688" cy="225425"/>
            </a:xfrm>
            <a:custGeom>
              <a:avLst/>
              <a:gdLst>
                <a:gd name="T0" fmla="*/ 43 w 44"/>
                <a:gd name="T1" fmla="*/ 5 h 60"/>
                <a:gd name="T2" fmla="*/ 36 w 44"/>
                <a:gd name="T3" fmla="*/ 32 h 60"/>
                <a:gd name="T4" fmla="*/ 28 w 44"/>
                <a:gd name="T5" fmla="*/ 60 h 60"/>
                <a:gd name="T6" fmla="*/ 32 w 44"/>
                <a:gd name="T7" fmla="*/ 3 h 60"/>
                <a:gd name="T8" fmla="*/ 43 w 44"/>
                <a:gd name="T9" fmla="*/ 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60">
                  <a:moveTo>
                    <a:pt x="43" y="5"/>
                  </a:moveTo>
                  <a:cubicBezTo>
                    <a:pt x="43" y="5"/>
                    <a:pt x="44" y="23"/>
                    <a:pt x="36" y="32"/>
                  </a:cubicBezTo>
                  <a:cubicBezTo>
                    <a:pt x="29" y="41"/>
                    <a:pt x="28" y="60"/>
                    <a:pt x="28" y="60"/>
                  </a:cubicBezTo>
                  <a:cubicBezTo>
                    <a:pt x="28" y="60"/>
                    <a:pt x="0" y="24"/>
                    <a:pt x="32" y="3"/>
                  </a:cubicBezTo>
                  <a:cubicBezTo>
                    <a:pt x="32" y="3"/>
                    <a:pt x="38" y="0"/>
                    <a:pt x="43" y="5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5" name="Freeform 480">
              <a:extLst>
                <a:ext uri="{FF2B5EF4-FFF2-40B4-BE49-F238E27FC236}">
                  <a16:creationId xmlns:a16="http://schemas.microsoft.com/office/drawing/2014/main" id="{B21B2818-A1EB-4B2D-A49B-1ABA73B0B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63" y="4005263"/>
              <a:ext cx="138113" cy="217488"/>
            </a:xfrm>
            <a:custGeom>
              <a:avLst/>
              <a:gdLst>
                <a:gd name="T0" fmla="*/ 3 w 37"/>
                <a:gd name="T1" fmla="*/ 16 h 58"/>
                <a:gd name="T2" fmla="*/ 19 w 37"/>
                <a:gd name="T3" fmla="*/ 58 h 58"/>
                <a:gd name="T4" fmla="*/ 20 w 37"/>
                <a:gd name="T5" fmla="*/ 8 h 58"/>
                <a:gd name="T6" fmla="*/ 3 w 37"/>
                <a:gd name="T7" fmla="*/ 1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8">
                  <a:moveTo>
                    <a:pt x="3" y="16"/>
                  </a:moveTo>
                  <a:cubicBezTo>
                    <a:pt x="3" y="16"/>
                    <a:pt x="16" y="33"/>
                    <a:pt x="19" y="58"/>
                  </a:cubicBezTo>
                  <a:cubicBezTo>
                    <a:pt x="19" y="58"/>
                    <a:pt x="37" y="31"/>
                    <a:pt x="20" y="8"/>
                  </a:cubicBezTo>
                  <a:cubicBezTo>
                    <a:pt x="20" y="8"/>
                    <a:pt x="0" y="0"/>
                    <a:pt x="3" y="16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" name="Freeform 481">
              <a:extLst>
                <a:ext uri="{FF2B5EF4-FFF2-40B4-BE49-F238E27FC236}">
                  <a16:creationId xmlns:a16="http://schemas.microsoft.com/office/drawing/2014/main" id="{F78CD1DB-F0B8-4C40-B584-1216C5F6B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663" y="4144963"/>
              <a:ext cx="104775" cy="171450"/>
            </a:xfrm>
            <a:custGeom>
              <a:avLst/>
              <a:gdLst>
                <a:gd name="T0" fmla="*/ 24 w 28"/>
                <a:gd name="T1" fmla="*/ 23 h 46"/>
                <a:gd name="T2" fmla="*/ 6 w 28"/>
                <a:gd name="T3" fmla="*/ 18 h 46"/>
                <a:gd name="T4" fmla="*/ 19 w 28"/>
                <a:gd name="T5" fmla="*/ 45 h 46"/>
                <a:gd name="T6" fmla="*/ 24 w 28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46">
                  <a:moveTo>
                    <a:pt x="24" y="23"/>
                  </a:moveTo>
                  <a:cubicBezTo>
                    <a:pt x="24" y="23"/>
                    <a:pt x="14" y="0"/>
                    <a:pt x="6" y="18"/>
                  </a:cubicBezTo>
                  <a:cubicBezTo>
                    <a:pt x="0" y="32"/>
                    <a:pt x="10" y="46"/>
                    <a:pt x="19" y="45"/>
                  </a:cubicBezTo>
                  <a:cubicBezTo>
                    <a:pt x="28" y="44"/>
                    <a:pt x="24" y="23"/>
                    <a:pt x="24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" name="Freeform 482">
              <a:extLst>
                <a:ext uri="{FF2B5EF4-FFF2-40B4-BE49-F238E27FC236}">
                  <a16:creationId xmlns:a16="http://schemas.microsoft.com/office/drawing/2014/main" id="{5DB8BB21-A8B1-4A00-A818-4E317A0FF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000" y="4189413"/>
              <a:ext cx="68263" cy="101600"/>
            </a:xfrm>
            <a:custGeom>
              <a:avLst/>
              <a:gdLst>
                <a:gd name="T0" fmla="*/ 15 w 18"/>
                <a:gd name="T1" fmla="*/ 15 h 27"/>
                <a:gd name="T2" fmla="*/ 4 w 18"/>
                <a:gd name="T3" fmla="*/ 5 h 27"/>
                <a:gd name="T4" fmla="*/ 0 w 18"/>
                <a:gd name="T5" fmla="*/ 18 h 27"/>
                <a:gd name="T6" fmla="*/ 8 w 18"/>
                <a:gd name="T7" fmla="*/ 15 h 27"/>
                <a:gd name="T8" fmla="*/ 13 w 18"/>
                <a:gd name="T9" fmla="*/ 24 h 27"/>
                <a:gd name="T10" fmla="*/ 15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5" y="15"/>
                  </a:moveTo>
                  <a:cubicBezTo>
                    <a:pt x="15" y="15"/>
                    <a:pt x="7" y="0"/>
                    <a:pt x="4" y="5"/>
                  </a:cubicBezTo>
                  <a:cubicBezTo>
                    <a:pt x="0" y="10"/>
                    <a:pt x="0" y="18"/>
                    <a:pt x="0" y="18"/>
                  </a:cubicBezTo>
                  <a:cubicBezTo>
                    <a:pt x="0" y="18"/>
                    <a:pt x="2" y="10"/>
                    <a:pt x="8" y="15"/>
                  </a:cubicBezTo>
                  <a:cubicBezTo>
                    <a:pt x="8" y="15"/>
                    <a:pt x="1" y="27"/>
                    <a:pt x="13" y="24"/>
                  </a:cubicBezTo>
                  <a:cubicBezTo>
                    <a:pt x="13" y="24"/>
                    <a:pt x="18" y="21"/>
                    <a:pt x="15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" name="Freeform 485">
              <a:extLst>
                <a:ext uri="{FF2B5EF4-FFF2-40B4-BE49-F238E27FC236}">
                  <a16:creationId xmlns:a16="http://schemas.microsoft.com/office/drawing/2014/main" id="{D42A8B8F-B9DF-4115-8AD1-1E4F6E546F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0388" y="4159250"/>
              <a:ext cx="371475" cy="146050"/>
            </a:xfrm>
            <a:custGeom>
              <a:avLst/>
              <a:gdLst>
                <a:gd name="T0" fmla="*/ 95 w 99"/>
                <a:gd name="T1" fmla="*/ 26 h 39"/>
                <a:gd name="T2" fmla="*/ 97 w 99"/>
                <a:gd name="T3" fmla="*/ 8 h 39"/>
                <a:gd name="T4" fmla="*/ 97 w 99"/>
                <a:gd name="T5" fmla="*/ 7 h 39"/>
                <a:gd name="T6" fmla="*/ 96 w 99"/>
                <a:gd name="T7" fmla="*/ 7 h 39"/>
                <a:gd name="T8" fmla="*/ 59 w 99"/>
                <a:gd name="T9" fmla="*/ 8 h 39"/>
                <a:gd name="T10" fmla="*/ 53 w 99"/>
                <a:gd name="T11" fmla="*/ 12 h 39"/>
                <a:gd name="T12" fmla="*/ 53 w 99"/>
                <a:gd name="T13" fmla="*/ 11 h 39"/>
                <a:gd name="T14" fmla="*/ 46 w 99"/>
                <a:gd name="T15" fmla="*/ 12 h 39"/>
                <a:gd name="T16" fmla="*/ 46 w 99"/>
                <a:gd name="T17" fmla="*/ 11 h 39"/>
                <a:gd name="T18" fmla="*/ 45 w 99"/>
                <a:gd name="T19" fmla="*/ 11 h 39"/>
                <a:gd name="T20" fmla="*/ 39 w 99"/>
                <a:gd name="T21" fmla="*/ 8 h 39"/>
                <a:gd name="T22" fmla="*/ 2 w 99"/>
                <a:gd name="T23" fmla="*/ 9 h 39"/>
                <a:gd name="T24" fmla="*/ 1 w 99"/>
                <a:gd name="T25" fmla="*/ 9 h 39"/>
                <a:gd name="T26" fmla="*/ 1 w 99"/>
                <a:gd name="T27" fmla="*/ 10 h 39"/>
                <a:gd name="T28" fmla="*/ 5 w 99"/>
                <a:gd name="T29" fmla="*/ 28 h 39"/>
                <a:gd name="T30" fmla="*/ 14 w 99"/>
                <a:gd name="T31" fmla="*/ 37 h 39"/>
                <a:gd name="T32" fmla="*/ 26 w 99"/>
                <a:gd name="T33" fmla="*/ 38 h 39"/>
                <a:gd name="T34" fmla="*/ 44 w 99"/>
                <a:gd name="T35" fmla="*/ 26 h 39"/>
                <a:gd name="T36" fmla="*/ 44 w 99"/>
                <a:gd name="T37" fmla="*/ 25 h 39"/>
                <a:gd name="T38" fmla="*/ 46 w 99"/>
                <a:gd name="T39" fmla="*/ 18 h 39"/>
                <a:gd name="T40" fmla="*/ 52 w 99"/>
                <a:gd name="T41" fmla="*/ 18 h 39"/>
                <a:gd name="T42" fmla="*/ 55 w 99"/>
                <a:gd name="T43" fmla="*/ 26 h 39"/>
                <a:gd name="T44" fmla="*/ 55 w 99"/>
                <a:gd name="T45" fmla="*/ 27 h 39"/>
                <a:gd name="T46" fmla="*/ 74 w 99"/>
                <a:gd name="T47" fmla="*/ 38 h 39"/>
                <a:gd name="T48" fmla="*/ 85 w 99"/>
                <a:gd name="T49" fmla="*/ 36 h 39"/>
                <a:gd name="T50" fmla="*/ 95 w 99"/>
                <a:gd name="T51" fmla="*/ 26 h 39"/>
                <a:gd name="T52" fmla="*/ 26 w 99"/>
                <a:gd name="T53" fmla="*/ 34 h 39"/>
                <a:gd name="T54" fmla="*/ 16 w 99"/>
                <a:gd name="T55" fmla="*/ 33 h 39"/>
                <a:gd name="T56" fmla="*/ 8 w 99"/>
                <a:gd name="T57" fmla="*/ 26 h 39"/>
                <a:gd name="T58" fmla="*/ 5 w 99"/>
                <a:gd name="T59" fmla="*/ 12 h 39"/>
                <a:gd name="T60" fmla="*/ 38 w 99"/>
                <a:gd name="T61" fmla="*/ 12 h 39"/>
                <a:gd name="T62" fmla="*/ 42 w 99"/>
                <a:gd name="T63" fmla="*/ 14 h 39"/>
                <a:gd name="T64" fmla="*/ 40 w 99"/>
                <a:gd name="T65" fmla="*/ 24 h 39"/>
                <a:gd name="T66" fmla="*/ 40 w 99"/>
                <a:gd name="T67" fmla="*/ 25 h 39"/>
                <a:gd name="T68" fmla="*/ 26 w 99"/>
                <a:gd name="T69" fmla="*/ 34 h 39"/>
                <a:gd name="T70" fmla="*/ 84 w 99"/>
                <a:gd name="T71" fmla="*/ 32 h 39"/>
                <a:gd name="T72" fmla="*/ 74 w 99"/>
                <a:gd name="T73" fmla="*/ 34 h 39"/>
                <a:gd name="T74" fmla="*/ 59 w 99"/>
                <a:gd name="T75" fmla="*/ 25 h 39"/>
                <a:gd name="T76" fmla="*/ 59 w 99"/>
                <a:gd name="T77" fmla="*/ 24 h 39"/>
                <a:gd name="T78" fmla="*/ 56 w 99"/>
                <a:gd name="T79" fmla="*/ 15 h 39"/>
                <a:gd name="T80" fmla="*/ 61 w 99"/>
                <a:gd name="T81" fmla="*/ 12 h 39"/>
                <a:gd name="T82" fmla="*/ 93 w 99"/>
                <a:gd name="T83" fmla="*/ 10 h 39"/>
                <a:gd name="T84" fmla="*/ 91 w 99"/>
                <a:gd name="T85" fmla="*/ 25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5" y="26"/>
                  </a:moveTo>
                  <a:cubicBezTo>
                    <a:pt x="99" y="14"/>
                    <a:pt x="97" y="9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78" y="0"/>
                    <a:pt x="59" y="8"/>
                  </a:cubicBezTo>
                  <a:cubicBezTo>
                    <a:pt x="57" y="9"/>
                    <a:pt x="55" y="10"/>
                    <a:pt x="53" y="12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3" y="10"/>
                    <a:pt x="41" y="9"/>
                    <a:pt x="39" y="8"/>
                  </a:cubicBezTo>
                  <a:cubicBezTo>
                    <a:pt x="20" y="1"/>
                    <a:pt x="3" y="9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0" y="16"/>
                    <a:pt x="5" y="28"/>
                  </a:cubicBezTo>
                  <a:cubicBezTo>
                    <a:pt x="6" y="32"/>
                    <a:pt x="10" y="35"/>
                    <a:pt x="14" y="37"/>
                  </a:cubicBezTo>
                  <a:cubicBezTo>
                    <a:pt x="20" y="39"/>
                    <a:pt x="26" y="38"/>
                    <a:pt x="26" y="38"/>
                  </a:cubicBezTo>
                  <a:cubicBezTo>
                    <a:pt x="40" y="37"/>
                    <a:pt x="42" y="30"/>
                    <a:pt x="44" y="26"/>
                  </a:cubicBezTo>
                  <a:cubicBezTo>
                    <a:pt x="44" y="26"/>
                    <a:pt x="44" y="25"/>
                    <a:pt x="44" y="25"/>
                  </a:cubicBezTo>
                  <a:cubicBezTo>
                    <a:pt x="45" y="22"/>
                    <a:pt x="46" y="20"/>
                    <a:pt x="46" y="18"/>
                  </a:cubicBezTo>
                  <a:cubicBezTo>
                    <a:pt x="47" y="17"/>
                    <a:pt x="49" y="17"/>
                    <a:pt x="52" y="18"/>
                  </a:cubicBezTo>
                  <a:cubicBezTo>
                    <a:pt x="53" y="20"/>
                    <a:pt x="53" y="23"/>
                    <a:pt x="55" y="26"/>
                  </a:cubicBezTo>
                  <a:cubicBezTo>
                    <a:pt x="55" y="26"/>
                    <a:pt x="55" y="27"/>
                    <a:pt x="55" y="27"/>
                  </a:cubicBezTo>
                  <a:cubicBezTo>
                    <a:pt x="57" y="31"/>
                    <a:pt x="60" y="37"/>
                    <a:pt x="74" y="38"/>
                  </a:cubicBezTo>
                  <a:cubicBezTo>
                    <a:pt x="74" y="38"/>
                    <a:pt x="80" y="38"/>
                    <a:pt x="85" y="36"/>
                  </a:cubicBezTo>
                  <a:cubicBezTo>
                    <a:pt x="90" y="34"/>
                    <a:pt x="93" y="30"/>
                    <a:pt x="95" y="26"/>
                  </a:cubicBezTo>
                  <a:close/>
                  <a:moveTo>
                    <a:pt x="26" y="34"/>
                  </a:moveTo>
                  <a:cubicBezTo>
                    <a:pt x="26" y="34"/>
                    <a:pt x="21" y="35"/>
                    <a:pt x="16" y="33"/>
                  </a:cubicBezTo>
                  <a:cubicBezTo>
                    <a:pt x="12" y="32"/>
                    <a:pt x="10" y="29"/>
                    <a:pt x="8" y="26"/>
                  </a:cubicBezTo>
                  <a:cubicBezTo>
                    <a:pt x="5" y="18"/>
                    <a:pt x="5" y="14"/>
                    <a:pt x="5" y="12"/>
                  </a:cubicBezTo>
                  <a:cubicBezTo>
                    <a:pt x="9" y="11"/>
                    <a:pt x="23" y="6"/>
                    <a:pt x="38" y="12"/>
                  </a:cubicBezTo>
                  <a:cubicBezTo>
                    <a:pt x="39" y="12"/>
                    <a:pt x="41" y="13"/>
                    <a:pt x="42" y="14"/>
                  </a:cubicBezTo>
                  <a:cubicBezTo>
                    <a:pt x="42" y="15"/>
                    <a:pt x="42" y="19"/>
                    <a:pt x="40" y="24"/>
                  </a:cubicBezTo>
                  <a:cubicBezTo>
                    <a:pt x="40" y="24"/>
                    <a:pt x="40" y="24"/>
                    <a:pt x="40" y="25"/>
                  </a:cubicBezTo>
                  <a:cubicBezTo>
                    <a:pt x="39" y="29"/>
                    <a:pt x="37" y="33"/>
                    <a:pt x="26" y="34"/>
                  </a:cubicBezTo>
                  <a:close/>
                  <a:moveTo>
                    <a:pt x="84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3" y="34"/>
                    <a:pt x="61" y="29"/>
                    <a:pt x="59" y="25"/>
                  </a:cubicBezTo>
                  <a:cubicBezTo>
                    <a:pt x="59" y="25"/>
                    <a:pt x="59" y="25"/>
                    <a:pt x="59" y="24"/>
                  </a:cubicBezTo>
                  <a:cubicBezTo>
                    <a:pt x="57" y="20"/>
                    <a:pt x="56" y="16"/>
                    <a:pt x="56" y="15"/>
                  </a:cubicBezTo>
                  <a:cubicBezTo>
                    <a:pt x="58" y="14"/>
                    <a:pt x="59" y="13"/>
                    <a:pt x="61" y="12"/>
                  </a:cubicBezTo>
                  <a:cubicBezTo>
                    <a:pt x="75" y="5"/>
                    <a:pt x="89" y="9"/>
                    <a:pt x="93" y="10"/>
                  </a:cubicBezTo>
                  <a:cubicBezTo>
                    <a:pt x="94" y="12"/>
                    <a:pt x="93" y="17"/>
                    <a:pt x="91" y="25"/>
                  </a:cubicBezTo>
                  <a:cubicBezTo>
                    <a:pt x="90" y="28"/>
                    <a:pt x="87" y="30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" name="Freeform 486">
              <a:extLst>
                <a:ext uri="{FF2B5EF4-FFF2-40B4-BE49-F238E27FC236}">
                  <a16:creationId xmlns:a16="http://schemas.microsoft.com/office/drawing/2014/main" id="{60274ECC-90DE-4628-B21F-2913A2AC5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100" y="4346575"/>
              <a:ext cx="150813" cy="98425"/>
            </a:xfrm>
            <a:custGeom>
              <a:avLst/>
              <a:gdLst>
                <a:gd name="T0" fmla="*/ 0 w 40"/>
                <a:gd name="T1" fmla="*/ 1 h 26"/>
                <a:gd name="T2" fmla="*/ 8 w 40"/>
                <a:gd name="T3" fmla="*/ 15 h 26"/>
                <a:gd name="T4" fmla="*/ 34 w 40"/>
                <a:gd name="T5" fmla="*/ 12 h 26"/>
                <a:gd name="T6" fmla="*/ 40 w 40"/>
                <a:gd name="T7" fmla="*/ 0 h 26"/>
                <a:gd name="T8" fmla="*/ 31 w 40"/>
                <a:gd name="T9" fmla="*/ 2 h 26"/>
                <a:gd name="T10" fmla="*/ 4 w 40"/>
                <a:gd name="T11" fmla="*/ 3 h 26"/>
                <a:gd name="T12" fmla="*/ 4 w 40"/>
                <a:gd name="T13" fmla="*/ 3 h 26"/>
                <a:gd name="T14" fmla="*/ 0 w 40"/>
                <a:gd name="T1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26">
                  <a:moveTo>
                    <a:pt x="0" y="1"/>
                  </a:moveTo>
                  <a:cubicBezTo>
                    <a:pt x="0" y="2"/>
                    <a:pt x="3" y="10"/>
                    <a:pt x="8" y="15"/>
                  </a:cubicBezTo>
                  <a:cubicBezTo>
                    <a:pt x="15" y="22"/>
                    <a:pt x="24" y="26"/>
                    <a:pt x="34" y="12"/>
                  </a:cubicBezTo>
                  <a:cubicBezTo>
                    <a:pt x="36" y="9"/>
                    <a:pt x="38" y="5"/>
                    <a:pt x="40" y="0"/>
                  </a:cubicBezTo>
                  <a:cubicBezTo>
                    <a:pt x="40" y="0"/>
                    <a:pt x="36" y="1"/>
                    <a:pt x="31" y="2"/>
                  </a:cubicBezTo>
                  <a:cubicBezTo>
                    <a:pt x="24" y="5"/>
                    <a:pt x="12" y="7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712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" name="Freeform 487">
              <a:extLst>
                <a:ext uri="{FF2B5EF4-FFF2-40B4-BE49-F238E27FC236}">
                  <a16:creationId xmlns:a16="http://schemas.microsoft.com/office/drawing/2014/main" id="{5AF34DCC-0AE8-4A0A-AE04-A0974B4B4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4376738"/>
              <a:ext cx="98425" cy="71438"/>
            </a:xfrm>
            <a:custGeom>
              <a:avLst/>
              <a:gdLst>
                <a:gd name="T0" fmla="*/ 0 w 26"/>
                <a:gd name="T1" fmla="*/ 8 h 19"/>
                <a:gd name="T2" fmla="*/ 26 w 26"/>
                <a:gd name="T3" fmla="*/ 4 h 19"/>
                <a:gd name="T4" fmla="*/ 0 w 26"/>
                <a:gd name="T5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9">
                  <a:moveTo>
                    <a:pt x="0" y="8"/>
                  </a:moveTo>
                  <a:cubicBezTo>
                    <a:pt x="7" y="14"/>
                    <a:pt x="16" y="19"/>
                    <a:pt x="26" y="4"/>
                  </a:cubicBezTo>
                  <a:cubicBezTo>
                    <a:pt x="20" y="2"/>
                    <a:pt x="8" y="0"/>
                    <a:pt x="0" y="8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" name="Freeform 488">
              <a:extLst>
                <a:ext uri="{FF2B5EF4-FFF2-40B4-BE49-F238E27FC236}">
                  <a16:creationId xmlns:a16="http://schemas.microsoft.com/office/drawing/2014/main" id="{AF1343ED-93AE-497E-B956-6F263BAD9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975" y="4359275"/>
              <a:ext cx="101600" cy="55563"/>
            </a:xfrm>
            <a:custGeom>
              <a:avLst/>
              <a:gdLst>
                <a:gd name="T0" fmla="*/ 0 w 27"/>
                <a:gd name="T1" fmla="*/ 1 h 15"/>
                <a:gd name="T2" fmla="*/ 27 w 27"/>
                <a:gd name="T3" fmla="*/ 0 h 15"/>
                <a:gd name="T4" fmla="*/ 0 w 27"/>
                <a:gd name="T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5">
                  <a:moveTo>
                    <a:pt x="0" y="1"/>
                  </a:moveTo>
                  <a:cubicBezTo>
                    <a:pt x="13" y="15"/>
                    <a:pt x="22" y="8"/>
                    <a:pt x="27" y="0"/>
                  </a:cubicBezTo>
                  <a:cubicBezTo>
                    <a:pt x="20" y="2"/>
                    <a:pt x="8" y="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" name="Freeform 489">
              <a:extLst>
                <a:ext uri="{FF2B5EF4-FFF2-40B4-BE49-F238E27FC236}">
                  <a16:creationId xmlns:a16="http://schemas.microsoft.com/office/drawing/2014/main" id="{5072EAE9-FAE3-49FF-84A5-93AD6D1E6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763" y="5030788"/>
              <a:ext cx="239713" cy="139700"/>
            </a:xfrm>
            <a:custGeom>
              <a:avLst/>
              <a:gdLst>
                <a:gd name="T0" fmla="*/ 58 w 64"/>
                <a:gd name="T1" fmla="*/ 10 h 37"/>
                <a:gd name="T2" fmla="*/ 47 w 64"/>
                <a:gd name="T3" fmla="*/ 9 h 37"/>
                <a:gd name="T4" fmla="*/ 31 w 64"/>
                <a:gd name="T5" fmla="*/ 5 h 37"/>
                <a:gd name="T6" fmla="*/ 16 w 64"/>
                <a:gd name="T7" fmla="*/ 0 h 37"/>
                <a:gd name="T8" fmla="*/ 28 w 64"/>
                <a:gd name="T9" fmla="*/ 11 h 37"/>
                <a:gd name="T10" fmla="*/ 3 w 64"/>
                <a:gd name="T11" fmla="*/ 25 h 37"/>
                <a:gd name="T12" fmla="*/ 9 w 64"/>
                <a:gd name="T13" fmla="*/ 31 h 37"/>
                <a:gd name="T14" fmla="*/ 28 w 64"/>
                <a:gd name="T15" fmla="*/ 37 h 37"/>
                <a:gd name="T16" fmla="*/ 64 w 64"/>
                <a:gd name="T17" fmla="*/ 21 h 37"/>
                <a:gd name="T18" fmla="*/ 58 w 64"/>
                <a:gd name="T19" fmla="*/ 1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37">
                  <a:moveTo>
                    <a:pt x="58" y="10"/>
                  </a:moveTo>
                  <a:cubicBezTo>
                    <a:pt x="58" y="10"/>
                    <a:pt x="51" y="11"/>
                    <a:pt x="47" y="9"/>
                  </a:cubicBezTo>
                  <a:cubicBezTo>
                    <a:pt x="43" y="6"/>
                    <a:pt x="41" y="5"/>
                    <a:pt x="31" y="5"/>
                  </a:cubicBezTo>
                  <a:cubicBezTo>
                    <a:pt x="22" y="4"/>
                    <a:pt x="16" y="0"/>
                    <a:pt x="16" y="0"/>
                  </a:cubicBezTo>
                  <a:cubicBezTo>
                    <a:pt x="16" y="0"/>
                    <a:pt x="13" y="9"/>
                    <a:pt x="28" y="11"/>
                  </a:cubicBezTo>
                  <a:cubicBezTo>
                    <a:pt x="38" y="11"/>
                    <a:pt x="11" y="23"/>
                    <a:pt x="3" y="25"/>
                  </a:cubicBezTo>
                  <a:cubicBezTo>
                    <a:pt x="3" y="25"/>
                    <a:pt x="0" y="30"/>
                    <a:pt x="9" y="31"/>
                  </a:cubicBezTo>
                  <a:cubicBezTo>
                    <a:pt x="18" y="32"/>
                    <a:pt x="11" y="36"/>
                    <a:pt x="28" y="37"/>
                  </a:cubicBezTo>
                  <a:cubicBezTo>
                    <a:pt x="45" y="37"/>
                    <a:pt x="64" y="33"/>
                    <a:pt x="64" y="21"/>
                  </a:cubicBezTo>
                  <a:cubicBezTo>
                    <a:pt x="64" y="8"/>
                    <a:pt x="58" y="10"/>
                    <a:pt x="58" y="10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" name="Freeform 490">
              <a:extLst>
                <a:ext uri="{FF2B5EF4-FFF2-40B4-BE49-F238E27FC236}">
                  <a16:creationId xmlns:a16="http://schemas.microsoft.com/office/drawing/2014/main" id="{CE58CE51-3183-4DDE-86B6-549A080E8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675" y="47831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" name="Freeform 491">
              <a:extLst>
                <a:ext uri="{FF2B5EF4-FFF2-40B4-BE49-F238E27FC236}">
                  <a16:creationId xmlns:a16="http://schemas.microsoft.com/office/drawing/2014/main" id="{1F9D323F-4F5D-46AA-879E-0B75BEABF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63" y="4587875"/>
              <a:ext cx="366713" cy="582613"/>
            </a:xfrm>
            <a:custGeom>
              <a:avLst/>
              <a:gdLst>
                <a:gd name="T0" fmla="*/ 32 w 98"/>
                <a:gd name="T1" fmla="*/ 39 h 155"/>
                <a:gd name="T2" fmla="*/ 54 w 98"/>
                <a:gd name="T3" fmla="*/ 106 h 155"/>
                <a:gd name="T4" fmla="*/ 0 w 98"/>
                <a:gd name="T5" fmla="*/ 122 h 155"/>
                <a:gd name="T6" fmla="*/ 2 w 98"/>
                <a:gd name="T7" fmla="*/ 155 h 155"/>
                <a:gd name="T8" fmla="*/ 84 w 98"/>
                <a:gd name="T9" fmla="*/ 126 h 155"/>
                <a:gd name="T10" fmla="*/ 41 w 98"/>
                <a:gd name="T11" fmla="*/ 0 h 155"/>
                <a:gd name="T12" fmla="*/ 32 w 98"/>
                <a:gd name="T13" fmla="*/ 3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155">
                  <a:moveTo>
                    <a:pt x="32" y="39"/>
                  </a:moveTo>
                  <a:cubicBezTo>
                    <a:pt x="33" y="53"/>
                    <a:pt x="54" y="106"/>
                    <a:pt x="54" y="106"/>
                  </a:cubicBezTo>
                  <a:cubicBezTo>
                    <a:pt x="46" y="108"/>
                    <a:pt x="0" y="122"/>
                    <a:pt x="0" y="122"/>
                  </a:cubicBezTo>
                  <a:cubicBezTo>
                    <a:pt x="2" y="155"/>
                    <a:pt x="2" y="155"/>
                    <a:pt x="2" y="155"/>
                  </a:cubicBezTo>
                  <a:cubicBezTo>
                    <a:pt x="5" y="155"/>
                    <a:pt x="80" y="145"/>
                    <a:pt x="84" y="126"/>
                  </a:cubicBezTo>
                  <a:cubicBezTo>
                    <a:pt x="98" y="67"/>
                    <a:pt x="41" y="0"/>
                    <a:pt x="41" y="0"/>
                  </a:cubicBezTo>
                  <a:cubicBezTo>
                    <a:pt x="29" y="2"/>
                    <a:pt x="32" y="39"/>
                    <a:pt x="32" y="39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702" name="Group 701">
            <a:extLst>
              <a:ext uri="{FF2B5EF4-FFF2-40B4-BE49-F238E27FC236}">
                <a16:creationId xmlns:a16="http://schemas.microsoft.com/office/drawing/2014/main" id="{5C76ABB0-36EB-4D1D-95BD-3C7A07D5156E}"/>
              </a:ext>
            </a:extLst>
          </p:cNvPr>
          <p:cNvGrpSpPr/>
          <p:nvPr/>
        </p:nvGrpSpPr>
        <p:grpSpPr>
          <a:xfrm>
            <a:off x="7031202" y="419079"/>
            <a:ext cx="1212850" cy="2603500"/>
            <a:chOff x="8545513" y="3881438"/>
            <a:chExt cx="1212850" cy="2603500"/>
          </a:xfrm>
        </p:grpSpPr>
        <p:sp>
          <p:nvSpPr>
            <p:cNvPr id="177" name="Freeform 492">
              <a:extLst>
                <a:ext uri="{FF2B5EF4-FFF2-40B4-BE49-F238E27FC236}">
                  <a16:creationId xmlns:a16="http://schemas.microsoft.com/office/drawing/2014/main" id="{96D8CCC2-511F-4322-8F77-95F7D2392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0388" y="6056313"/>
              <a:ext cx="236538" cy="360363"/>
            </a:xfrm>
            <a:custGeom>
              <a:avLst/>
              <a:gdLst>
                <a:gd name="T0" fmla="*/ 59 w 63"/>
                <a:gd name="T1" fmla="*/ 29 h 96"/>
                <a:gd name="T2" fmla="*/ 63 w 63"/>
                <a:gd name="T3" fmla="*/ 34 h 96"/>
                <a:gd name="T4" fmla="*/ 16 w 63"/>
                <a:gd name="T5" fmla="*/ 96 h 96"/>
                <a:gd name="T6" fmla="*/ 14 w 63"/>
                <a:gd name="T7" fmla="*/ 94 h 96"/>
                <a:gd name="T8" fmla="*/ 13 w 63"/>
                <a:gd name="T9" fmla="*/ 92 h 96"/>
                <a:gd name="T10" fmla="*/ 19 w 63"/>
                <a:gd name="T11" fmla="*/ 60 h 96"/>
                <a:gd name="T12" fmla="*/ 21 w 63"/>
                <a:gd name="T13" fmla="*/ 51 h 96"/>
                <a:gd name="T14" fmla="*/ 17 w 63"/>
                <a:gd name="T15" fmla="*/ 41 h 96"/>
                <a:gd name="T16" fmla="*/ 0 w 63"/>
                <a:gd name="T17" fmla="*/ 24 h 96"/>
                <a:gd name="T18" fmla="*/ 19 w 63"/>
                <a:gd name="T19" fmla="*/ 0 h 96"/>
                <a:gd name="T20" fmla="*/ 39 w 63"/>
                <a:gd name="T21" fmla="*/ 14 h 96"/>
                <a:gd name="T22" fmla="*/ 59 w 63"/>
                <a:gd name="T23" fmla="*/ 2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" h="96">
                  <a:moveTo>
                    <a:pt x="59" y="29"/>
                  </a:moveTo>
                  <a:cubicBezTo>
                    <a:pt x="61" y="31"/>
                    <a:pt x="62" y="33"/>
                    <a:pt x="63" y="34"/>
                  </a:cubicBezTo>
                  <a:cubicBezTo>
                    <a:pt x="63" y="34"/>
                    <a:pt x="21" y="93"/>
                    <a:pt x="16" y="96"/>
                  </a:cubicBezTo>
                  <a:cubicBezTo>
                    <a:pt x="15" y="96"/>
                    <a:pt x="15" y="96"/>
                    <a:pt x="14" y="94"/>
                  </a:cubicBezTo>
                  <a:cubicBezTo>
                    <a:pt x="14" y="94"/>
                    <a:pt x="13" y="93"/>
                    <a:pt x="13" y="92"/>
                  </a:cubicBezTo>
                  <a:cubicBezTo>
                    <a:pt x="9" y="86"/>
                    <a:pt x="6" y="74"/>
                    <a:pt x="19" y="60"/>
                  </a:cubicBezTo>
                  <a:cubicBezTo>
                    <a:pt x="20" y="56"/>
                    <a:pt x="21" y="53"/>
                    <a:pt x="21" y="51"/>
                  </a:cubicBezTo>
                  <a:cubicBezTo>
                    <a:pt x="21" y="48"/>
                    <a:pt x="20" y="45"/>
                    <a:pt x="17" y="41"/>
                  </a:cubicBezTo>
                  <a:cubicBezTo>
                    <a:pt x="12" y="33"/>
                    <a:pt x="2" y="25"/>
                    <a:pt x="0" y="2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9" y="6"/>
                    <a:pt x="39" y="14"/>
                  </a:cubicBezTo>
                  <a:cubicBezTo>
                    <a:pt x="46" y="19"/>
                    <a:pt x="54" y="25"/>
                    <a:pt x="59" y="2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" name="Freeform 493">
              <a:extLst>
                <a:ext uri="{FF2B5EF4-FFF2-40B4-BE49-F238E27FC236}">
                  <a16:creationId xmlns:a16="http://schemas.microsoft.com/office/drawing/2014/main" id="{BA7787BF-9A64-40C1-83E0-646977D0D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0388" y="6056313"/>
              <a:ext cx="146050" cy="153988"/>
            </a:xfrm>
            <a:custGeom>
              <a:avLst/>
              <a:gdLst>
                <a:gd name="T0" fmla="*/ 17 w 39"/>
                <a:gd name="T1" fmla="*/ 41 h 41"/>
                <a:gd name="T2" fmla="*/ 0 w 39"/>
                <a:gd name="T3" fmla="*/ 24 h 41"/>
                <a:gd name="T4" fmla="*/ 19 w 39"/>
                <a:gd name="T5" fmla="*/ 0 h 41"/>
                <a:gd name="T6" fmla="*/ 39 w 39"/>
                <a:gd name="T7" fmla="*/ 13 h 41"/>
                <a:gd name="T8" fmla="*/ 17 w 39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1">
                  <a:moveTo>
                    <a:pt x="17" y="41"/>
                  </a:moveTo>
                  <a:cubicBezTo>
                    <a:pt x="12" y="33"/>
                    <a:pt x="2" y="25"/>
                    <a:pt x="0" y="2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9" y="6"/>
                    <a:pt x="39" y="13"/>
                  </a:cubicBezTo>
                  <a:lnTo>
                    <a:pt x="17" y="41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" name="Freeform 494">
              <a:extLst>
                <a:ext uri="{FF2B5EF4-FFF2-40B4-BE49-F238E27FC236}">
                  <a16:creationId xmlns:a16="http://schemas.microsoft.com/office/drawing/2014/main" id="{9FF7869F-57A2-4E4B-89D2-C56D59AA9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9600" y="6165850"/>
              <a:ext cx="187325" cy="250825"/>
            </a:xfrm>
            <a:custGeom>
              <a:avLst/>
              <a:gdLst>
                <a:gd name="T0" fmla="*/ 46 w 50"/>
                <a:gd name="T1" fmla="*/ 0 h 67"/>
                <a:gd name="T2" fmla="*/ 50 w 50"/>
                <a:gd name="T3" fmla="*/ 5 h 67"/>
                <a:gd name="T4" fmla="*/ 3 w 50"/>
                <a:gd name="T5" fmla="*/ 67 h 67"/>
                <a:gd name="T6" fmla="*/ 1 w 50"/>
                <a:gd name="T7" fmla="*/ 65 h 67"/>
                <a:gd name="T8" fmla="*/ 0 w 50"/>
                <a:gd name="T9" fmla="*/ 63 h 67"/>
                <a:gd name="T10" fmla="*/ 46 w 50"/>
                <a:gd name="T1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67">
                  <a:moveTo>
                    <a:pt x="46" y="0"/>
                  </a:moveTo>
                  <a:cubicBezTo>
                    <a:pt x="48" y="2"/>
                    <a:pt x="49" y="4"/>
                    <a:pt x="50" y="5"/>
                  </a:cubicBezTo>
                  <a:cubicBezTo>
                    <a:pt x="50" y="5"/>
                    <a:pt x="8" y="64"/>
                    <a:pt x="3" y="67"/>
                  </a:cubicBezTo>
                  <a:cubicBezTo>
                    <a:pt x="2" y="67"/>
                    <a:pt x="2" y="67"/>
                    <a:pt x="1" y="65"/>
                  </a:cubicBezTo>
                  <a:cubicBezTo>
                    <a:pt x="1" y="65"/>
                    <a:pt x="0" y="64"/>
                    <a:pt x="0" y="63"/>
                  </a:cubicBezTo>
                  <a:cubicBezTo>
                    <a:pt x="8" y="53"/>
                    <a:pt x="36" y="17"/>
                    <a:pt x="46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" name="Freeform 495">
              <a:extLst>
                <a:ext uri="{FF2B5EF4-FFF2-40B4-BE49-F238E27FC236}">
                  <a16:creationId xmlns:a16="http://schemas.microsoft.com/office/drawing/2014/main" id="{08B1754F-343F-43EA-88FA-9EA02877A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3888" y="6259513"/>
              <a:ext cx="34925" cy="30163"/>
            </a:xfrm>
            <a:custGeom>
              <a:avLst/>
              <a:gdLst>
                <a:gd name="T0" fmla="*/ 8 w 9"/>
                <a:gd name="T1" fmla="*/ 1 h 8"/>
                <a:gd name="T2" fmla="*/ 0 w 9"/>
                <a:gd name="T3" fmla="*/ 7 h 8"/>
                <a:gd name="T4" fmla="*/ 1 w 9"/>
                <a:gd name="T5" fmla="*/ 8 h 8"/>
                <a:gd name="T6" fmla="*/ 4 w 9"/>
                <a:gd name="T7" fmla="*/ 4 h 8"/>
                <a:gd name="T8" fmla="*/ 8 w 9"/>
                <a:gd name="T9" fmla="*/ 3 h 8"/>
                <a:gd name="T10" fmla="*/ 8 w 9"/>
                <a:gd name="T1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8" y="1"/>
                  </a:moveTo>
                  <a:cubicBezTo>
                    <a:pt x="5" y="0"/>
                    <a:pt x="0" y="3"/>
                    <a:pt x="0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2" y="7"/>
                    <a:pt x="3" y="5"/>
                    <a:pt x="4" y="4"/>
                  </a:cubicBezTo>
                  <a:cubicBezTo>
                    <a:pt x="5" y="3"/>
                    <a:pt x="6" y="4"/>
                    <a:pt x="8" y="3"/>
                  </a:cubicBezTo>
                  <a:cubicBezTo>
                    <a:pt x="9" y="3"/>
                    <a:pt x="9" y="1"/>
                    <a:pt x="8" y="1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" name="Freeform 496">
              <a:extLst>
                <a:ext uri="{FF2B5EF4-FFF2-40B4-BE49-F238E27FC236}">
                  <a16:creationId xmlns:a16="http://schemas.microsoft.com/office/drawing/2014/main" id="{02579D44-E8C5-4F49-9C99-971B31FFC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3888" y="6218238"/>
              <a:ext cx="49213" cy="36513"/>
            </a:xfrm>
            <a:custGeom>
              <a:avLst/>
              <a:gdLst>
                <a:gd name="T0" fmla="*/ 11 w 13"/>
                <a:gd name="T1" fmla="*/ 1 h 10"/>
                <a:gd name="T2" fmla="*/ 4 w 13"/>
                <a:gd name="T3" fmla="*/ 3 h 10"/>
                <a:gd name="T4" fmla="*/ 3 w 13"/>
                <a:gd name="T5" fmla="*/ 9 h 10"/>
                <a:gd name="T6" fmla="*/ 3 w 13"/>
                <a:gd name="T7" fmla="*/ 9 h 10"/>
                <a:gd name="T8" fmla="*/ 5 w 13"/>
                <a:gd name="T9" fmla="*/ 6 h 10"/>
                <a:gd name="T10" fmla="*/ 9 w 13"/>
                <a:gd name="T11" fmla="*/ 4 h 10"/>
                <a:gd name="T12" fmla="*/ 12 w 13"/>
                <a:gd name="T13" fmla="*/ 3 h 10"/>
                <a:gd name="T14" fmla="*/ 11 w 13"/>
                <a:gd name="T15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0">
                  <a:moveTo>
                    <a:pt x="11" y="1"/>
                  </a:moveTo>
                  <a:cubicBezTo>
                    <a:pt x="9" y="0"/>
                    <a:pt x="6" y="1"/>
                    <a:pt x="4" y="3"/>
                  </a:cubicBezTo>
                  <a:cubicBezTo>
                    <a:pt x="2" y="5"/>
                    <a:pt x="0" y="8"/>
                    <a:pt x="3" y="9"/>
                  </a:cubicBezTo>
                  <a:cubicBezTo>
                    <a:pt x="3" y="10"/>
                    <a:pt x="3" y="9"/>
                    <a:pt x="3" y="9"/>
                  </a:cubicBezTo>
                  <a:cubicBezTo>
                    <a:pt x="4" y="8"/>
                    <a:pt x="4" y="7"/>
                    <a:pt x="5" y="6"/>
                  </a:cubicBezTo>
                  <a:cubicBezTo>
                    <a:pt x="6" y="5"/>
                    <a:pt x="8" y="4"/>
                    <a:pt x="9" y="4"/>
                  </a:cubicBezTo>
                  <a:cubicBezTo>
                    <a:pt x="10" y="4"/>
                    <a:pt x="11" y="4"/>
                    <a:pt x="12" y="3"/>
                  </a:cubicBezTo>
                  <a:cubicBezTo>
                    <a:pt x="13" y="2"/>
                    <a:pt x="12" y="1"/>
                    <a:pt x="11" y="1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" name="Freeform 497">
              <a:extLst>
                <a:ext uri="{FF2B5EF4-FFF2-40B4-BE49-F238E27FC236}">
                  <a16:creationId xmlns:a16="http://schemas.microsoft.com/office/drawing/2014/main" id="{4DCFB3A4-E42D-4067-9716-3C4581A80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8125" y="6127750"/>
              <a:ext cx="231775" cy="357188"/>
            </a:xfrm>
            <a:custGeom>
              <a:avLst/>
              <a:gdLst>
                <a:gd name="T0" fmla="*/ 58 w 62"/>
                <a:gd name="T1" fmla="*/ 34 h 95"/>
                <a:gd name="T2" fmla="*/ 62 w 62"/>
                <a:gd name="T3" fmla="*/ 40 h 95"/>
                <a:gd name="T4" fmla="*/ 7 w 62"/>
                <a:gd name="T5" fmla="*/ 94 h 95"/>
                <a:gd name="T6" fmla="*/ 5 w 62"/>
                <a:gd name="T7" fmla="*/ 93 h 95"/>
                <a:gd name="T8" fmla="*/ 4 w 62"/>
                <a:gd name="T9" fmla="*/ 90 h 95"/>
                <a:gd name="T10" fmla="*/ 15 w 62"/>
                <a:gd name="T11" fmla="*/ 59 h 95"/>
                <a:gd name="T12" fmla="*/ 18 w 62"/>
                <a:gd name="T13" fmla="*/ 51 h 95"/>
                <a:gd name="T14" fmla="*/ 16 w 62"/>
                <a:gd name="T15" fmla="*/ 41 h 95"/>
                <a:gd name="T16" fmla="*/ 1 w 62"/>
                <a:gd name="T17" fmla="*/ 21 h 95"/>
                <a:gd name="T18" fmla="*/ 23 w 62"/>
                <a:gd name="T19" fmla="*/ 0 h 95"/>
                <a:gd name="T20" fmla="*/ 41 w 62"/>
                <a:gd name="T21" fmla="*/ 16 h 95"/>
                <a:gd name="T22" fmla="*/ 58 w 62"/>
                <a:gd name="T23" fmla="*/ 3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2" h="95">
                  <a:moveTo>
                    <a:pt x="58" y="34"/>
                  </a:moveTo>
                  <a:cubicBezTo>
                    <a:pt x="60" y="36"/>
                    <a:pt x="61" y="38"/>
                    <a:pt x="62" y="40"/>
                  </a:cubicBezTo>
                  <a:cubicBezTo>
                    <a:pt x="62" y="40"/>
                    <a:pt x="12" y="92"/>
                    <a:pt x="7" y="94"/>
                  </a:cubicBezTo>
                  <a:cubicBezTo>
                    <a:pt x="6" y="95"/>
                    <a:pt x="5" y="94"/>
                    <a:pt x="5" y="93"/>
                  </a:cubicBezTo>
                  <a:cubicBezTo>
                    <a:pt x="5" y="92"/>
                    <a:pt x="5" y="91"/>
                    <a:pt x="4" y="90"/>
                  </a:cubicBezTo>
                  <a:cubicBezTo>
                    <a:pt x="2" y="84"/>
                    <a:pt x="0" y="72"/>
                    <a:pt x="15" y="59"/>
                  </a:cubicBezTo>
                  <a:cubicBezTo>
                    <a:pt x="16" y="56"/>
                    <a:pt x="17" y="53"/>
                    <a:pt x="18" y="51"/>
                  </a:cubicBezTo>
                  <a:cubicBezTo>
                    <a:pt x="19" y="48"/>
                    <a:pt x="18" y="45"/>
                    <a:pt x="16" y="41"/>
                  </a:cubicBezTo>
                  <a:cubicBezTo>
                    <a:pt x="11" y="32"/>
                    <a:pt x="3" y="23"/>
                    <a:pt x="1" y="2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32" y="7"/>
                    <a:pt x="41" y="16"/>
                  </a:cubicBezTo>
                  <a:cubicBezTo>
                    <a:pt x="47" y="22"/>
                    <a:pt x="54" y="29"/>
                    <a:pt x="58" y="34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" name="Freeform 498">
              <a:extLst>
                <a:ext uri="{FF2B5EF4-FFF2-40B4-BE49-F238E27FC236}">
                  <a16:creationId xmlns:a16="http://schemas.microsoft.com/office/drawing/2014/main" id="{0BF6F2DA-CF39-41E9-8A18-E428E0C22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1300" y="6127750"/>
              <a:ext cx="150813" cy="150813"/>
            </a:xfrm>
            <a:custGeom>
              <a:avLst/>
              <a:gdLst>
                <a:gd name="T0" fmla="*/ 14 w 40"/>
                <a:gd name="T1" fmla="*/ 40 h 40"/>
                <a:gd name="T2" fmla="*/ 0 w 40"/>
                <a:gd name="T3" fmla="*/ 21 h 40"/>
                <a:gd name="T4" fmla="*/ 22 w 40"/>
                <a:gd name="T5" fmla="*/ 0 h 40"/>
                <a:gd name="T6" fmla="*/ 40 w 40"/>
                <a:gd name="T7" fmla="*/ 16 h 40"/>
                <a:gd name="T8" fmla="*/ 14 w 40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40">
                  <a:moveTo>
                    <a:pt x="14" y="40"/>
                  </a:moveTo>
                  <a:cubicBezTo>
                    <a:pt x="10" y="32"/>
                    <a:pt x="2" y="23"/>
                    <a:pt x="0" y="2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31" y="8"/>
                    <a:pt x="40" y="16"/>
                  </a:cubicBezTo>
                  <a:lnTo>
                    <a:pt x="14" y="40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" name="Freeform 499">
              <a:extLst>
                <a:ext uri="{FF2B5EF4-FFF2-40B4-BE49-F238E27FC236}">
                  <a16:creationId xmlns:a16="http://schemas.microsoft.com/office/drawing/2014/main" id="{F4D3FDFD-C8EF-4A95-B4EE-7E428E8E3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2413" y="6254750"/>
              <a:ext cx="217488" cy="230188"/>
            </a:xfrm>
            <a:custGeom>
              <a:avLst/>
              <a:gdLst>
                <a:gd name="T0" fmla="*/ 54 w 58"/>
                <a:gd name="T1" fmla="*/ 0 h 61"/>
                <a:gd name="T2" fmla="*/ 58 w 58"/>
                <a:gd name="T3" fmla="*/ 6 h 61"/>
                <a:gd name="T4" fmla="*/ 3 w 58"/>
                <a:gd name="T5" fmla="*/ 60 h 61"/>
                <a:gd name="T6" fmla="*/ 1 w 58"/>
                <a:gd name="T7" fmla="*/ 59 h 61"/>
                <a:gd name="T8" fmla="*/ 0 w 58"/>
                <a:gd name="T9" fmla="*/ 56 h 61"/>
                <a:gd name="T10" fmla="*/ 54 w 58"/>
                <a:gd name="T1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61">
                  <a:moveTo>
                    <a:pt x="54" y="0"/>
                  </a:moveTo>
                  <a:cubicBezTo>
                    <a:pt x="56" y="2"/>
                    <a:pt x="57" y="4"/>
                    <a:pt x="58" y="6"/>
                  </a:cubicBezTo>
                  <a:cubicBezTo>
                    <a:pt x="58" y="6"/>
                    <a:pt x="8" y="58"/>
                    <a:pt x="3" y="60"/>
                  </a:cubicBezTo>
                  <a:cubicBezTo>
                    <a:pt x="2" y="61"/>
                    <a:pt x="1" y="60"/>
                    <a:pt x="1" y="59"/>
                  </a:cubicBezTo>
                  <a:cubicBezTo>
                    <a:pt x="1" y="58"/>
                    <a:pt x="1" y="57"/>
                    <a:pt x="0" y="56"/>
                  </a:cubicBezTo>
                  <a:cubicBezTo>
                    <a:pt x="9" y="47"/>
                    <a:pt x="42" y="16"/>
                    <a:pt x="54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5" name="Freeform 500">
              <a:extLst>
                <a:ext uri="{FF2B5EF4-FFF2-40B4-BE49-F238E27FC236}">
                  <a16:creationId xmlns:a16="http://schemas.microsoft.com/office/drawing/2014/main" id="{B17009C9-3F7F-4BCB-AA11-6B6EA8F4A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2575" y="6326188"/>
              <a:ext cx="41275" cy="30163"/>
            </a:xfrm>
            <a:custGeom>
              <a:avLst/>
              <a:gdLst>
                <a:gd name="T0" fmla="*/ 9 w 11"/>
                <a:gd name="T1" fmla="*/ 2 h 8"/>
                <a:gd name="T2" fmla="*/ 0 w 11"/>
                <a:gd name="T3" fmla="*/ 7 h 8"/>
                <a:gd name="T4" fmla="*/ 1 w 11"/>
                <a:gd name="T5" fmla="*/ 8 h 8"/>
                <a:gd name="T6" fmla="*/ 5 w 11"/>
                <a:gd name="T7" fmla="*/ 5 h 8"/>
                <a:gd name="T8" fmla="*/ 9 w 11"/>
                <a:gd name="T9" fmla="*/ 4 h 8"/>
                <a:gd name="T10" fmla="*/ 9 w 11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">
                  <a:moveTo>
                    <a:pt x="9" y="2"/>
                  </a:moveTo>
                  <a:cubicBezTo>
                    <a:pt x="6" y="0"/>
                    <a:pt x="1" y="3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7"/>
                    <a:pt x="3" y="6"/>
                    <a:pt x="5" y="5"/>
                  </a:cubicBezTo>
                  <a:cubicBezTo>
                    <a:pt x="6" y="4"/>
                    <a:pt x="7" y="5"/>
                    <a:pt x="9" y="4"/>
                  </a:cubicBezTo>
                  <a:cubicBezTo>
                    <a:pt x="10" y="4"/>
                    <a:pt x="11" y="3"/>
                    <a:pt x="9" y="2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6" name="Freeform 501">
              <a:extLst>
                <a:ext uri="{FF2B5EF4-FFF2-40B4-BE49-F238E27FC236}">
                  <a16:creationId xmlns:a16="http://schemas.microsoft.com/office/drawing/2014/main" id="{2C8D3C47-244B-4C0C-9D2C-22388FD02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0513" y="6292850"/>
              <a:ext cx="49213" cy="30163"/>
            </a:xfrm>
            <a:custGeom>
              <a:avLst/>
              <a:gdLst>
                <a:gd name="T0" fmla="*/ 12 w 13"/>
                <a:gd name="T1" fmla="*/ 1 h 8"/>
                <a:gd name="T2" fmla="*/ 4 w 13"/>
                <a:gd name="T3" fmla="*/ 2 h 8"/>
                <a:gd name="T4" fmla="*/ 2 w 13"/>
                <a:gd name="T5" fmla="*/ 8 h 8"/>
                <a:gd name="T6" fmla="*/ 3 w 13"/>
                <a:gd name="T7" fmla="*/ 8 h 8"/>
                <a:gd name="T8" fmla="*/ 5 w 13"/>
                <a:gd name="T9" fmla="*/ 5 h 8"/>
                <a:gd name="T10" fmla="*/ 9 w 13"/>
                <a:gd name="T11" fmla="*/ 3 h 8"/>
                <a:gd name="T12" fmla="*/ 13 w 13"/>
                <a:gd name="T13" fmla="*/ 3 h 8"/>
                <a:gd name="T14" fmla="*/ 12 w 13"/>
                <a:gd name="T15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8">
                  <a:moveTo>
                    <a:pt x="12" y="1"/>
                  </a:moveTo>
                  <a:cubicBezTo>
                    <a:pt x="10" y="0"/>
                    <a:pt x="6" y="0"/>
                    <a:pt x="4" y="2"/>
                  </a:cubicBezTo>
                  <a:cubicBezTo>
                    <a:pt x="3" y="3"/>
                    <a:pt x="0" y="7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6"/>
                    <a:pt x="5" y="5"/>
                  </a:cubicBezTo>
                  <a:cubicBezTo>
                    <a:pt x="6" y="4"/>
                    <a:pt x="8" y="3"/>
                    <a:pt x="9" y="3"/>
                  </a:cubicBezTo>
                  <a:cubicBezTo>
                    <a:pt x="10" y="3"/>
                    <a:pt x="11" y="4"/>
                    <a:pt x="13" y="3"/>
                  </a:cubicBezTo>
                  <a:cubicBezTo>
                    <a:pt x="13" y="2"/>
                    <a:pt x="13" y="1"/>
                    <a:pt x="12" y="1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" name="Freeform 502">
              <a:extLst>
                <a:ext uri="{FF2B5EF4-FFF2-40B4-BE49-F238E27FC236}">
                  <a16:creationId xmlns:a16="http://schemas.microsoft.com/office/drawing/2014/main" id="{EEACE49E-E047-4DE0-8101-DEFCDDF76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5" y="4519613"/>
              <a:ext cx="503238" cy="657225"/>
            </a:xfrm>
            <a:custGeom>
              <a:avLst/>
              <a:gdLst>
                <a:gd name="T0" fmla="*/ 0 w 134"/>
                <a:gd name="T1" fmla="*/ 13 h 175"/>
                <a:gd name="T2" fmla="*/ 134 w 134"/>
                <a:gd name="T3" fmla="*/ 11 h 175"/>
                <a:gd name="T4" fmla="*/ 114 w 134"/>
                <a:gd name="T5" fmla="*/ 162 h 175"/>
                <a:gd name="T6" fmla="*/ 18 w 134"/>
                <a:gd name="T7" fmla="*/ 161 h 175"/>
                <a:gd name="T8" fmla="*/ 0 w 134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175">
                  <a:moveTo>
                    <a:pt x="0" y="13"/>
                  </a:moveTo>
                  <a:cubicBezTo>
                    <a:pt x="0" y="13"/>
                    <a:pt x="69" y="0"/>
                    <a:pt x="134" y="11"/>
                  </a:cubicBezTo>
                  <a:cubicBezTo>
                    <a:pt x="134" y="11"/>
                    <a:pt x="120" y="136"/>
                    <a:pt x="114" y="162"/>
                  </a:cubicBezTo>
                  <a:cubicBezTo>
                    <a:pt x="114" y="162"/>
                    <a:pt x="63" y="175"/>
                    <a:pt x="18" y="161"/>
                  </a:cubicBezTo>
                  <a:cubicBezTo>
                    <a:pt x="18" y="161"/>
                    <a:pt x="0" y="37"/>
                    <a:pt x="0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" name="Freeform 503">
              <a:extLst>
                <a:ext uri="{FF2B5EF4-FFF2-40B4-BE49-F238E27FC236}">
                  <a16:creationId xmlns:a16="http://schemas.microsoft.com/office/drawing/2014/main" id="{4A83F914-284F-4BEC-94D7-951B01E60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4625" y="4362450"/>
              <a:ext cx="179388" cy="255588"/>
            </a:xfrm>
            <a:custGeom>
              <a:avLst/>
              <a:gdLst>
                <a:gd name="T0" fmla="*/ 48 w 48"/>
                <a:gd name="T1" fmla="*/ 47 h 68"/>
                <a:gd name="T2" fmla="*/ 24 w 48"/>
                <a:gd name="T3" fmla="*/ 68 h 68"/>
                <a:gd name="T4" fmla="*/ 24 w 48"/>
                <a:gd name="T5" fmla="*/ 68 h 68"/>
                <a:gd name="T6" fmla="*/ 0 w 48"/>
                <a:gd name="T7" fmla="*/ 47 h 68"/>
                <a:gd name="T8" fmla="*/ 0 w 48"/>
                <a:gd name="T9" fmla="*/ 21 h 68"/>
                <a:gd name="T10" fmla="*/ 24 w 48"/>
                <a:gd name="T11" fmla="*/ 0 h 68"/>
                <a:gd name="T12" fmla="*/ 24 w 48"/>
                <a:gd name="T13" fmla="*/ 0 h 68"/>
                <a:gd name="T14" fmla="*/ 48 w 48"/>
                <a:gd name="T15" fmla="*/ 21 h 68"/>
                <a:gd name="T16" fmla="*/ 48 w 48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68">
                  <a:moveTo>
                    <a:pt x="48" y="47"/>
                  </a:moveTo>
                  <a:cubicBezTo>
                    <a:pt x="48" y="59"/>
                    <a:pt x="36" y="68"/>
                    <a:pt x="24" y="68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13" y="68"/>
                    <a:pt x="0" y="59"/>
                    <a:pt x="0" y="4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3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6" y="0"/>
                    <a:pt x="48" y="9"/>
                    <a:pt x="48" y="21"/>
                  </a:cubicBezTo>
                  <a:lnTo>
                    <a:pt x="48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" name="Oval 504">
              <a:extLst>
                <a:ext uri="{FF2B5EF4-FFF2-40B4-BE49-F238E27FC236}">
                  <a16:creationId xmlns:a16="http://schemas.microsoft.com/office/drawing/2014/main" id="{EF9287BA-B57D-4EE9-8E0A-95179D438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667250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" name="Oval 505">
              <a:extLst>
                <a:ext uri="{FF2B5EF4-FFF2-40B4-BE49-F238E27FC236}">
                  <a16:creationId xmlns:a16="http://schemas.microsoft.com/office/drawing/2014/main" id="{28266692-A7FE-48AF-ABBE-7165EB7D8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783138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" name="Oval 506">
              <a:extLst>
                <a:ext uri="{FF2B5EF4-FFF2-40B4-BE49-F238E27FC236}">
                  <a16:creationId xmlns:a16="http://schemas.microsoft.com/office/drawing/2014/main" id="{462D447E-E900-40F5-9C86-9E08CD6B4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5011738"/>
              <a:ext cx="19050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" name="Oval 507">
              <a:extLst>
                <a:ext uri="{FF2B5EF4-FFF2-40B4-BE49-F238E27FC236}">
                  <a16:creationId xmlns:a16="http://schemas.microsoft.com/office/drawing/2014/main" id="{745AE68C-606A-4C7D-81A6-A5ABF4288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895850"/>
              <a:ext cx="23813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" name="Freeform 508">
              <a:extLst>
                <a:ext uri="{FF2B5EF4-FFF2-40B4-BE49-F238E27FC236}">
                  <a16:creationId xmlns:a16="http://schemas.microsoft.com/office/drawing/2014/main" id="{61F37ECC-66C0-4611-A11F-F8C9B7A5D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5413" y="4489450"/>
              <a:ext cx="138113" cy="203200"/>
            </a:xfrm>
            <a:custGeom>
              <a:avLst/>
              <a:gdLst>
                <a:gd name="T0" fmla="*/ 16 w 37"/>
                <a:gd name="T1" fmla="*/ 0 h 54"/>
                <a:gd name="T2" fmla="*/ 0 w 37"/>
                <a:gd name="T3" fmla="*/ 18 h 54"/>
                <a:gd name="T4" fmla="*/ 13 w 37"/>
                <a:gd name="T5" fmla="*/ 54 h 54"/>
                <a:gd name="T6" fmla="*/ 37 w 37"/>
                <a:gd name="T7" fmla="*/ 34 h 54"/>
                <a:gd name="T8" fmla="*/ 16 w 37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4">
                  <a:moveTo>
                    <a:pt x="16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19" y="15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" name="Freeform 509">
              <a:extLst>
                <a:ext uri="{FF2B5EF4-FFF2-40B4-BE49-F238E27FC236}">
                  <a16:creationId xmlns:a16="http://schemas.microsoft.com/office/drawing/2014/main" id="{95005DCF-3A38-4F68-A167-349F4BE85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3525" y="4489450"/>
              <a:ext cx="136525" cy="203200"/>
            </a:xfrm>
            <a:custGeom>
              <a:avLst/>
              <a:gdLst>
                <a:gd name="T0" fmla="*/ 20 w 36"/>
                <a:gd name="T1" fmla="*/ 0 h 54"/>
                <a:gd name="T2" fmla="*/ 36 w 36"/>
                <a:gd name="T3" fmla="*/ 18 h 54"/>
                <a:gd name="T4" fmla="*/ 23 w 36"/>
                <a:gd name="T5" fmla="*/ 54 h 54"/>
                <a:gd name="T6" fmla="*/ 0 w 36"/>
                <a:gd name="T7" fmla="*/ 34 h 54"/>
                <a:gd name="T8" fmla="*/ 20 w 36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54">
                  <a:moveTo>
                    <a:pt x="20" y="0"/>
                  </a:moveTo>
                  <a:cubicBezTo>
                    <a:pt x="36" y="18"/>
                    <a:pt x="36" y="18"/>
                    <a:pt x="36" y="18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18" y="15"/>
                    <a:pt x="20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" name="Freeform 510">
              <a:extLst>
                <a:ext uri="{FF2B5EF4-FFF2-40B4-BE49-F238E27FC236}">
                  <a16:creationId xmlns:a16="http://schemas.microsoft.com/office/drawing/2014/main" id="{023FCF94-CDCF-481F-8130-6D828855C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4138" y="5124450"/>
              <a:ext cx="379413" cy="379413"/>
            </a:xfrm>
            <a:custGeom>
              <a:avLst/>
              <a:gdLst>
                <a:gd name="T0" fmla="*/ 101 w 101"/>
                <a:gd name="T1" fmla="*/ 42 h 101"/>
                <a:gd name="T2" fmla="*/ 0 w 101"/>
                <a:gd name="T3" fmla="*/ 38 h 101"/>
                <a:gd name="T4" fmla="*/ 0 w 101"/>
                <a:gd name="T5" fmla="*/ 38 h 101"/>
                <a:gd name="T6" fmla="*/ 0 w 101"/>
                <a:gd name="T7" fmla="*/ 0 h 101"/>
                <a:gd name="T8" fmla="*/ 96 w 101"/>
                <a:gd name="T9" fmla="*/ 1 h 101"/>
                <a:gd name="T10" fmla="*/ 101 w 101"/>
                <a:gd name="T11" fmla="*/ 4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01">
                  <a:moveTo>
                    <a:pt x="101" y="42"/>
                  </a:moveTo>
                  <a:cubicBezTo>
                    <a:pt x="50" y="101"/>
                    <a:pt x="14" y="60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15"/>
                    <a:pt x="1" y="1"/>
                    <a:pt x="0" y="0"/>
                  </a:cubicBezTo>
                  <a:cubicBezTo>
                    <a:pt x="96" y="1"/>
                    <a:pt x="96" y="1"/>
                    <a:pt x="96" y="1"/>
                  </a:cubicBezTo>
                  <a:cubicBezTo>
                    <a:pt x="98" y="10"/>
                    <a:pt x="100" y="24"/>
                    <a:pt x="101" y="42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" name="Freeform 511">
              <a:extLst>
                <a:ext uri="{FF2B5EF4-FFF2-40B4-BE49-F238E27FC236}">
                  <a16:creationId xmlns:a16="http://schemas.microsoft.com/office/drawing/2014/main" id="{BC4261B0-6A03-4A0C-B9C7-A6E177E2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3225" y="5129213"/>
              <a:ext cx="44450" cy="52388"/>
            </a:xfrm>
            <a:custGeom>
              <a:avLst/>
              <a:gdLst>
                <a:gd name="T0" fmla="*/ 1 w 12"/>
                <a:gd name="T1" fmla="*/ 14 h 14"/>
                <a:gd name="T2" fmla="*/ 12 w 12"/>
                <a:gd name="T3" fmla="*/ 14 h 14"/>
                <a:gd name="T4" fmla="*/ 11 w 12"/>
                <a:gd name="T5" fmla="*/ 0 h 14"/>
                <a:gd name="T6" fmla="*/ 0 w 12"/>
                <a:gd name="T7" fmla="*/ 0 h 14"/>
                <a:gd name="T8" fmla="*/ 1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10"/>
                    <a:pt x="1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" name="Freeform 512">
              <a:extLst>
                <a:ext uri="{FF2B5EF4-FFF2-40B4-BE49-F238E27FC236}">
                  <a16:creationId xmlns:a16="http://schemas.microsoft.com/office/drawing/2014/main" id="{54CF71B9-6CB3-453A-A571-3D35B2C73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975" y="5129213"/>
              <a:ext cx="188913" cy="55563"/>
            </a:xfrm>
            <a:custGeom>
              <a:avLst/>
              <a:gdLst>
                <a:gd name="T0" fmla="*/ 49 w 50"/>
                <a:gd name="T1" fmla="*/ 0 h 15"/>
                <a:gd name="T2" fmla="*/ 0 w 50"/>
                <a:gd name="T3" fmla="*/ 0 h 15"/>
                <a:gd name="T4" fmla="*/ 1 w 50"/>
                <a:gd name="T5" fmla="*/ 15 h 15"/>
                <a:gd name="T6" fmla="*/ 50 w 50"/>
                <a:gd name="T7" fmla="*/ 15 h 15"/>
                <a:gd name="T8" fmla="*/ 49 w 5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5">
                  <a:moveTo>
                    <a:pt x="4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10"/>
                    <a:pt x="1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0"/>
                    <a:pt x="49" y="5"/>
                    <a:pt x="49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" name="Freeform 513">
              <a:extLst>
                <a:ext uri="{FF2B5EF4-FFF2-40B4-BE49-F238E27FC236}">
                  <a16:creationId xmlns:a16="http://schemas.microsoft.com/office/drawing/2014/main" id="{C48F8F13-2D66-4502-A72B-8FAC34747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4138" y="5129213"/>
              <a:ext cx="60325" cy="58738"/>
            </a:xfrm>
            <a:custGeom>
              <a:avLst/>
              <a:gdLst>
                <a:gd name="T0" fmla="*/ 14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4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4" y="11"/>
                    <a:pt x="14" y="5"/>
                    <a:pt x="14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" name="Rectangle 514">
              <a:extLst>
                <a:ext uri="{FF2B5EF4-FFF2-40B4-BE49-F238E27FC236}">
                  <a16:creationId xmlns:a16="http://schemas.microsoft.com/office/drawing/2014/main" id="{EA583DAE-67E6-47E0-9391-82E4E333F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5900" y="5113338"/>
              <a:ext cx="112713" cy="41275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" name="Freeform 515">
              <a:extLst>
                <a:ext uri="{FF2B5EF4-FFF2-40B4-BE49-F238E27FC236}">
                  <a16:creationId xmlns:a16="http://schemas.microsoft.com/office/drawing/2014/main" id="{BBFAF3D8-0AF8-4806-9AA7-F5ADB7E97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3025" y="3986213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69 w 98"/>
                <a:gd name="T3" fmla="*/ 125 h 131"/>
                <a:gd name="T4" fmla="*/ 47 w 98"/>
                <a:gd name="T5" fmla="*/ 129 h 131"/>
                <a:gd name="T6" fmla="*/ 2 w 98"/>
                <a:gd name="T7" fmla="*/ 79 h 131"/>
                <a:gd name="T8" fmla="*/ 4 w 98"/>
                <a:gd name="T9" fmla="*/ 33 h 131"/>
                <a:gd name="T10" fmla="*/ 6 w 98"/>
                <a:gd name="T11" fmla="*/ 25 h 131"/>
                <a:gd name="T12" fmla="*/ 30 w 98"/>
                <a:gd name="T13" fmla="*/ 4 h 131"/>
                <a:gd name="T14" fmla="*/ 62 w 98"/>
                <a:gd name="T15" fmla="*/ 2 h 131"/>
                <a:gd name="T16" fmla="*/ 93 w 98"/>
                <a:gd name="T17" fmla="*/ 28 h 131"/>
                <a:gd name="T18" fmla="*/ 95 w 98"/>
                <a:gd name="T19" fmla="*/ 43 h 131"/>
                <a:gd name="T20" fmla="*/ 98 w 98"/>
                <a:gd name="T21" fmla="*/ 75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5"/>
                    <a:pt x="81" y="119"/>
                    <a:pt x="69" y="125"/>
                  </a:cubicBezTo>
                  <a:cubicBezTo>
                    <a:pt x="58" y="131"/>
                    <a:pt x="47" y="129"/>
                    <a:pt x="47" y="129"/>
                  </a:cubicBezTo>
                  <a:cubicBezTo>
                    <a:pt x="2" y="119"/>
                    <a:pt x="5" y="97"/>
                    <a:pt x="2" y="79"/>
                  </a:cubicBezTo>
                  <a:cubicBezTo>
                    <a:pt x="1" y="70"/>
                    <a:pt x="0" y="53"/>
                    <a:pt x="4" y="33"/>
                  </a:cubicBezTo>
                  <a:cubicBezTo>
                    <a:pt x="4" y="30"/>
                    <a:pt x="5" y="27"/>
                    <a:pt x="6" y="25"/>
                  </a:cubicBezTo>
                  <a:cubicBezTo>
                    <a:pt x="13" y="10"/>
                    <a:pt x="30" y="4"/>
                    <a:pt x="30" y="4"/>
                  </a:cubicBezTo>
                  <a:cubicBezTo>
                    <a:pt x="40" y="1"/>
                    <a:pt x="52" y="0"/>
                    <a:pt x="62" y="2"/>
                  </a:cubicBezTo>
                  <a:cubicBezTo>
                    <a:pt x="77" y="5"/>
                    <a:pt x="89" y="13"/>
                    <a:pt x="93" y="28"/>
                  </a:cubicBezTo>
                  <a:cubicBezTo>
                    <a:pt x="94" y="33"/>
                    <a:pt x="95" y="38"/>
                    <a:pt x="95" y="43"/>
                  </a:cubicBezTo>
                  <a:cubicBezTo>
                    <a:pt x="97" y="54"/>
                    <a:pt x="97" y="64"/>
                    <a:pt x="98" y="75"/>
                  </a:cubicBezTo>
                  <a:cubicBezTo>
                    <a:pt x="98" y="79"/>
                    <a:pt x="98" y="84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" name="Freeform 516">
              <a:extLst>
                <a:ext uri="{FF2B5EF4-FFF2-40B4-BE49-F238E27FC236}">
                  <a16:creationId xmlns:a16="http://schemas.microsoft.com/office/drawing/2014/main" id="{B1D43333-3EDC-4CD2-9265-4B091D788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5250" y="3881438"/>
              <a:ext cx="404813" cy="233363"/>
            </a:xfrm>
            <a:custGeom>
              <a:avLst/>
              <a:gdLst>
                <a:gd name="T0" fmla="*/ 107 w 108"/>
                <a:gd name="T1" fmla="*/ 23 h 62"/>
                <a:gd name="T2" fmla="*/ 95 w 108"/>
                <a:gd name="T3" fmla="*/ 31 h 62"/>
                <a:gd name="T4" fmla="*/ 102 w 108"/>
                <a:gd name="T5" fmla="*/ 16 h 62"/>
                <a:gd name="T6" fmla="*/ 101 w 108"/>
                <a:gd name="T7" fmla="*/ 15 h 62"/>
                <a:gd name="T8" fmla="*/ 99 w 108"/>
                <a:gd name="T9" fmla="*/ 17 h 62"/>
                <a:gd name="T10" fmla="*/ 86 w 108"/>
                <a:gd name="T11" fmla="*/ 19 h 62"/>
                <a:gd name="T12" fmla="*/ 65 w 108"/>
                <a:gd name="T13" fmla="*/ 7 h 62"/>
                <a:gd name="T14" fmla="*/ 41 w 108"/>
                <a:gd name="T15" fmla="*/ 0 h 62"/>
                <a:gd name="T16" fmla="*/ 27 w 108"/>
                <a:gd name="T17" fmla="*/ 3 h 62"/>
                <a:gd name="T18" fmla="*/ 1 w 108"/>
                <a:gd name="T19" fmla="*/ 26 h 62"/>
                <a:gd name="T20" fmla="*/ 0 w 108"/>
                <a:gd name="T21" fmla="*/ 31 h 62"/>
                <a:gd name="T22" fmla="*/ 1 w 108"/>
                <a:gd name="T23" fmla="*/ 37 h 62"/>
                <a:gd name="T24" fmla="*/ 1 w 108"/>
                <a:gd name="T25" fmla="*/ 37 h 62"/>
                <a:gd name="T26" fmla="*/ 2 w 108"/>
                <a:gd name="T27" fmla="*/ 37 h 62"/>
                <a:gd name="T28" fmla="*/ 2 w 108"/>
                <a:gd name="T29" fmla="*/ 37 h 62"/>
                <a:gd name="T30" fmla="*/ 18 w 108"/>
                <a:gd name="T31" fmla="*/ 51 h 62"/>
                <a:gd name="T32" fmla="*/ 61 w 108"/>
                <a:gd name="T33" fmla="*/ 58 h 62"/>
                <a:gd name="T34" fmla="*/ 104 w 108"/>
                <a:gd name="T35" fmla="*/ 30 h 62"/>
                <a:gd name="T36" fmla="*/ 108 w 108"/>
                <a:gd name="T37" fmla="*/ 23 h 62"/>
                <a:gd name="T38" fmla="*/ 107 w 108"/>
                <a:gd name="T39" fmla="*/ 2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8" h="62">
                  <a:moveTo>
                    <a:pt x="107" y="23"/>
                  </a:moveTo>
                  <a:cubicBezTo>
                    <a:pt x="104" y="27"/>
                    <a:pt x="100" y="30"/>
                    <a:pt x="95" y="31"/>
                  </a:cubicBezTo>
                  <a:cubicBezTo>
                    <a:pt x="99" y="27"/>
                    <a:pt x="103" y="22"/>
                    <a:pt x="102" y="16"/>
                  </a:cubicBezTo>
                  <a:cubicBezTo>
                    <a:pt x="102" y="16"/>
                    <a:pt x="102" y="15"/>
                    <a:pt x="101" y="15"/>
                  </a:cubicBezTo>
                  <a:cubicBezTo>
                    <a:pt x="101" y="16"/>
                    <a:pt x="100" y="17"/>
                    <a:pt x="99" y="17"/>
                  </a:cubicBezTo>
                  <a:cubicBezTo>
                    <a:pt x="96" y="20"/>
                    <a:pt x="90" y="20"/>
                    <a:pt x="86" y="19"/>
                  </a:cubicBezTo>
                  <a:cubicBezTo>
                    <a:pt x="78" y="16"/>
                    <a:pt x="72" y="11"/>
                    <a:pt x="65" y="7"/>
                  </a:cubicBezTo>
                  <a:cubicBezTo>
                    <a:pt x="58" y="2"/>
                    <a:pt x="50" y="0"/>
                    <a:pt x="41" y="0"/>
                  </a:cubicBezTo>
                  <a:cubicBezTo>
                    <a:pt x="36" y="0"/>
                    <a:pt x="32" y="1"/>
                    <a:pt x="27" y="3"/>
                  </a:cubicBezTo>
                  <a:cubicBezTo>
                    <a:pt x="16" y="7"/>
                    <a:pt x="4" y="14"/>
                    <a:pt x="1" y="26"/>
                  </a:cubicBezTo>
                  <a:cubicBezTo>
                    <a:pt x="0" y="28"/>
                    <a:pt x="0" y="30"/>
                    <a:pt x="0" y="31"/>
                  </a:cubicBezTo>
                  <a:cubicBezTo>
                    <a:pt x="0" y="33"/>
                    <a:pt x="1" y="36"/>
                    <a:pt x="1" y="37"/>
                  </a:cubicBezTo>
                  <a:cubicBezTo>
                    <a:pt x="0" y="37"/>
                    <a:pt x="1" y="37"/>
                    <a:pt x="1" y="37"/>
                  </a:cubicBezTo>
                  <a:cubicBezTo>
                    <a:pt x="1" y="37"/>
                    <a:pt x="2" y="37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7" y="32"/>
                    <a:pt x="15" y="48"/>
                    <a:pt x="18" y="51"/>
                  </a:cubicBezTo>
                  <a:cubicBezTo>
                    <a:pt x="30" y="61"/>
                    <a:pt x="47" y="62"/>
                    <a:pt x="61" y="58"/>
                  </a:cubicBezTo>
                  <a:cubicBezTo>
                    <a:pt x="77" y="54"/>
                    <a:pt x="95" y="43"/>
                    <a:pt x="104" y="30"/>
                  </a:cubicBezTo>
                  <a:cubicBezTo>
                    <a:pt x="105" y="28"/>
                    <a:pt x="107" y="26"/>
                    <a:pt x="108" y="23"/>
                  </a:cubicBezTo>
                  <a:cubicBezTo>
                    <a:pt x="108" y="23"/>
                    <a:pt x="107" y="22"/>
                    <a:pt x="107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" name="Freeform 517">
              <a:extLst>
                <a:ext uri="{FF2B5EF4-FFF2-40B4-BE49-F238E27FC236}">
                  <a16:creationId xmlns:a16="http://schemas.microsoft.com/office/drawing/2014/main" id="{4B5C45DE-EDAD-4BC9-8F03-61B99A70D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7513" y="4106863"/>
              <a:ext cx="109538" cy="173038"/>
            </a:xfrm>
            <a:custGeom>
              <a:avLst/>
              <a:gdLst>
                <a:gd name="T0" fmla="*/ 4 w 29"/>
                <a:gd name="T1" fmla="*/ 23 h 46"/>
                <a:gd name="T2" fmla="*/ 22 w 29"/>
                <a:gd name="T3" fmla="*/ 18 h 46"/>
                <a:gd name="T4" fmla="*/ 9 w 29"/>
                <a:gd name="T5" fmla="*/ 45 h 46"/>
                <a:gd name="T6" fmla="*/ 4 w 29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4" y="23"/>
                  </a:moveTo>
                  <a:cubicBezTo>
                    <a:pt x="4" y="23"/>
                    <a:pt x="14" y="0"/>
                    <a:pt x="22" y="18"/>
                  </a:cubicBezTo>
                  <a:cubicBezTo>
                    <a:pt x="29" y="32"/>
                    <a:pt x="18" y="46"/>
                    <a:pt x="9" y="45"/>
                  </a:cubicBezTo>
                  <a:cubicBezTo>
                    <a:pt x="0" y="44"/>
                    <a:pt x="4" y="23"/>
                    <a:pt x="4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" name="Freeform 518">
              <a:extLst>
                <a:ext uri="{FF2B5EF4-FFF2-40B4-BE49-F238E27FC236}">
                  <a16:creationId xmlns:a16="http://schemas.microsoft.com/office/drawing/2014/main" id="{13CC7434-6840-4B12-A30C-0F7D22FF2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5450" y="4151313"/>
              <a:ext cx="68263" cy="101600"/>
            </a:xfrm>
            <a:custGeom>
              <a:avLst/>
              <a:gdLst>
                <a:gd name="T0" fmla="*/ 3 w 18"/>
                <a:gd name="T1" fmla="*/ 15 h 27"/>
                <a:gd name="T2" fmla="*/ 14 w 18"/>
                <a:gd name="T3" fmla="*/ 5 h 27"/>
                <a:gd name="T4" fmla="*/ 18 w 18"/>
                <a:gd name="T5" fmla="*/ 18 h 27"/>
                <a:gd name="T6" fmla="*/ 10 w 18"/>
                <a:gd name="T7" fmla="*/ 15 h 27"/>
                <a:gd name="T8" fmla="*/ 5 w 18"/>
                <a:gd name="T9" fmla="*/ 24 h 27"/>
                <a:gd name="T10" fmla="*/ 3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3" y="15"/>
                  </a:moveTo>
                  <a:cubicBezTo>
                    <a:pt x="3" y="15"/>
                    <a:pt x="10" y="0"/>
                    <a:pt x="14" y="5"/>
                  </a:cubicBezTo>
                  <a:cubicBezTo>
                    <a:pt x="18" y="10"/>
                    <a:pt x="18" y="18"/>
                    <a:pt x="18" y="18"/>
                  </a:cubicBezTo>
                  <a:cubicBezTo>
                    <a:pt x="18" y="18"/>
                    <a:pt x="15" y="10"/>
                    <a:pt x="10" y="15"/>
                  </a:cubicBezTo>
                  <a:cubicBezTo>
                    <a:pt x="10" y="15"/>
                    <a:pt x="17" y="27"/>
                    <a:pt x="5" y="24"/>
                  </a:cubicBezTo>
                  <a:cubicBezTo>
                    <a:pt x="5" y="24"/>
                    <a:pt x="0" y="21"/>
                    <a:pt x="3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" name="Freeform 519">
              <a:extLst>
                <a:ext uri="{FF2B5EF4-FFF2-40B4-BE49-F238E27FC236}">
                  <a16:creationId xmlns:a16="http://schemas.microsoft.com/office/drawing/2014/main" id="{F94E46A8-47D4-42DE-B368-D6C786B46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9363" y="3994150"/>
              <a:ext cx="168275" cy="225425"/>
            </a:xfrm>
            <a:custGeom>
              <a:avLst/>
              <a:gdLst>
                <a:gd name="T0" fmla="*/ 43 w 45"/>
                <a:gd name="T1" fmla="*/ 5 h 60"/>
                <a:gd name="T2" fmla="*/ 37 w 45"/>
                <a:gd name="T3" fmla="*/ 33 h 60"/>
                <a:gd name="T4" fmla="*/ 28 w 45"/>
                <a:gd name="T5" fmla="*/ 60 h 60"/>
                <a:gd name="T6" fmla="*/ 32 w 45"/>
                <a:gd name="T7" fmla="*/ 3 h 60"/>
                <a:gd name="T8" fmla="*/ 43 w 45"/>
                <a:gd name="T9" fmla="*/ 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0">
                  <a:moveTo>
                    <a:pt x="43" y="5"/>
                  </a:moveTo>
                  <a:cubicBezTo>
                    <a:pt x="43" y="5"/>
                    <a:pt x="45" y="24"/>
                    <a:pt x="37" y="33"/>
                  </a:cubicBezTo>
                  <a:cubicBezTo>
                    <a:pt x="29" y="42"/>
                    <a:pt x="28" y="60"/>
                    <a:pt x="28" y="60"/>
                  </a:cubicBezTo>
                  <a:cubicBezTo>
                    <a:pt x="28" y="60"/>
                    <a:pt x="0" y="24"/>
                    <a:pt x="32" y="3"/>
                  </a:cubicBezTo>
                  <a:cubicBezTo>
                    <a:pt x="32" y="3"/>
                    <a:pt x="39" y="0"/>
                    <a:pt x="43" y="5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" name="Freeform 520">
              <a:extLst>
                <a:ext uri="{FF2B5EF4-FFF2-40B4-BE49-F238E27FC236}">
                  <a16:creationId xmlns:a16="http://schemas.microsoft.com/office/drawing/2014/main" id="{B856357C-D75F-4E69-A2D0-26F29CAF6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25" y="3979863"/>
              <a:ext cx="139700" cy="220663"/>
            </a:xfrm>
            <a:custGeom>
              <a:avLst/>
              <a:gdLst>
                <a:gd name="T0" fmla="*/ 3 w 37"/>
                <a:gd name="T1" fmla="*/ 16 h 59"/>
                <a:gd name="T2" fmla="*/ 18 w 37"/>
                <a:gd name="T3" fmla="*/ 59 h 59"/>
                <a:gd name="T4" fmla="*/ 19 w 37"/>
                <a:gd name="T5" fmla="*/ 8 h 59"/>
                <a:gd name="T6" fmla="*/ 3 w 37"/>
                <a:gd name="T7" fmla="*/ 1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3" y="16"/>
                  </a:moveTo>
                  <a:cubicBezTo>
                    <a:pt x="3" y="16"/>
                    <a:pt x="16" y="34"/>
                    <a:pt x="18" y="59"/>
                  </a:cubicBezTo>
                  <a:cubicBezTo>
                    <a:pt x="18" y="59"/>
                    <a:pt x="37" y="31"/>
                    <a:pt x="19" y="8"/>
                  </a:cubicBezTo>
                  <a:cubicBezTo>
                    <a:pt x="19" y="8"/>
                    <a:pt x="0" y="0"/>
                    <a:pt x="3" y="16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" name="Freeform 521">
              <a:extLst>
                <a:ext uri="{FF2B5EF4-FFF2-40B4-BE49-F238E27FC236}">
                  <a16:creationId xmlns:a16="http://schemas.microsoft.com/office/drawing/2014/main" id="{B8EC86C1-8F6A-4F5C-9634-411984176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3650" y="4121150"/>
              <a:ext cx="109538" cy="173038"/>
            </a:xfrm>
            <a:custGeom>
              <a:avLst/>
              <a:gdLst>
                <a:gd name="T0" fmla="*/ 25 w 29"/>
                <a:gd name="T1" fmla="*/ 22 h 46"/>
                <a:gd name="T2" fmla="*/ 7 w 29"/>
                <a:gd name="T3" fmla="*/ 18 h 46"/>
                <a:gd name="T4" fmla="*/ 20 w 29"/>
                <a:gd name="T5" fmla="*/ 45 h 46"/>
                <a:gd name="T6" fmla="*/ 25 w 29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25" y="22"/>
                  </a:moveTo>
                  <a:cubicBezTo>
                    <a:pt x="25" y="22"/>
                    <a:pt x="15" y="0"/>
                    <a:pt x="7" y="18"/>
                  </a:cubicBezTo>
                  <a:cubicBezTo>
                    <a:pt x="0" y="32"/>
                    <a:pt x="11" y="46"/>
                    <a:pt x="20" y="45"/>
                  </a:cubicBezTo>
                  <a:cubicBezTo>
                    <a:pt x="29" y="44"/>
                    <a:pt x="25" y="22"/>
                    <a:pt x="25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" name="Freeform 522">
              <a:extLst>
                <a:ext uri="{FF2B5EF4-FFF2-40B4-BE49-F238E27FC236}">
                  <a16:creationId xmlns:a16="http://schemas.microsoft.com/office/drawing/2014/main" id="{8A20E87F-3BD7-45C1-A343-F53E91554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6988" y="4162425"/>
              <a:ext cx="71438" cy="101600"/>
            </a:xfrm>
            <a:custGeom>
              <a:avLst/>
              <a:gdLst>
                <a:gd name="T0" fmla="*/ 15 w 19"/>
                <a:gd name="T1" fmla="*/ 15 h 27"/>
                <a:gd name="T2" fmla="*/ 4 w 19"/>
                <a:gd name="T3" fmla="*/ 6 h 27"/>
                <a:gd name="T4" fmla="*/ 0 w 19"/>
                <a:gd name="T5" fmla="*/ 18 h 27"/>
                <a:gd name="T6" fmla="*/ 8 w 19"/>
                <a:gd name="T7" fmla="*/ 15 h 27"/>
                <a:gd name="T8" fmla="*/ 13 w 19"/>
                <a:gd name="T9" fmla="*/ 25 h 27"/>
                <a:gd name="T10" fmla="*/ 15 w 19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15" y="15"/>
                  </a:moveTo>
                  <a:cubicBezTo>
                    <a:pt x="15" y="15"/>
                    <a:pt x="8" y="0"/>
                    <a:pt x="4" y="6"/>
                  </a:cubicBezTo>
                  <a:cubicBezTo>
                    <a:pt x="0" y="11"/>
                    <a:pt x="0" y="18"/>
                    <a:pt x="0" y="18"/>
                  </a:cubicBezTo>
                  <a:cubicBezTo>
                    <a:pt x="0" y="18"/>
                    <a:pt x="3" y="10"/>
                    <a:pt x="8" y="15"/>
                  </a:cubicBezTo>
                  <a:cubicBezTo>
                    <a:pt x="8" y="15"/>
                    <a:pt x="1" y="27"/>
                    <a:pt x="13" y="25"/>
                  </a:cubicBezTo>
                  <a:cubicBezTo>
                    <a:pt x="13" y="25"/>
                    <a:pt x="19" y="22"/>
                    <a:pt x="15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" name="Freeform 523">
              <a:extLst>
                <a:ext uri="{FF2B5EF4-FFF2-40B4-BE49-F238E27FC236}">
                  <a16:creationId xmlns:a16="http://schemas.microsoft.com/office/drawing/2014/main" id="{82F08ED6-9356-4A93-9277-76872EB69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250" y="4137025"/>
              <a:ext cx="90488" cy="173038"/>
            </a:xfrm>
            <a:custGeom>
              <a:avLst/>
              <a:gdLst>
                <a:gd name="T0" fmla="*/ 10 w 24"/>
                <a:gd name="T1" fmla="*/ 4 h 46"/>
                <a:gd name="T2" fmla="*/ 6 w 24"/>
                <a:gd name="T3" fmla="*/ 12 h 46"/>
                <a:gd name="T4" fmla="*/ 8 w 24"/>
                <a:gd name="T5" fmla="*/ 37 h 46"/>
                <a:gd name="T6" fmla="*/ 3 w 24"/>
                <a:gd name="T7" fmla="*/ 39 h 46"/>
                <a:gd name="T8" fmla="*/ 12 w 24"/>
                <a:gd name="T9" fmla="*/ 45 h 46"/>
                <a:gd name="T10" fmla="*/ 19 w 24"/>
                <a:gd name="T11" fmla="*/ 42 h 46"/>
                <a:gd name="T12" fmla="*/ 23 w 24"/>
                <a:gd name="T13" fmla="*/ 35 h 46"/>
                <a:gd name="T14" fmla="*/ 17 w 24"/>
                <a:gd name="T15" fmla="*/ 36 h 46"/>
                <a:gd name="T16" fmla="*/ 10 w 24"/>
                <a:gd name="T17" fmla="*/ 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6">
                  <a:moveTo>
                    <a:pt x="10" y="4"/>
                  </a:moveTo>
                  <a:cubicBezTo>
                    <a:pt x="10" y="4"/>
                    <a:pt x="6" y="0"/>
                    <a:pt x="6" y="12"/>
                  </a:cubicBezTo>
                  <a:cubicBezTo>
                    <a:pt x="6" y="24"/>
                    <a:pt x="8" y="37"/>
                    <a:pt x="8" y="37"/>
                  </a:cubicBezTo>
                  <a:cubicBezTo>
                    <a:pt x="8" y="37"/>
                    <a:pt x="0" y="33"/>
                    <a:pt x="3" y="39"/>
                  </a:cubicBezTo>
                  <a:cubicBezTo>
                    <a:pt x="4" y="43"/>
                    <a:pt x="8" y="44"/>
                    <a:pt x="12" y="45"/>
                  </a:cubicBezTo>
                  <a:cubicBezTo>
                    <a:pt x="15" y="46"/>
                    <a:pt x="17" y="44"/>
                    <a:pt x="19" y="42"/>
                  </a:cubicBezTo>
                  <a:cubicBezTo>
                    <a:pt x="20" y="41"/>
                    <a:pt x="24" y="36"/>
                    <a:pt x="23" y="35"/>
                  </a:cubicBezTo>
                  <a:cubicBezTo>
                    <a:pt x="22" y="34"/>
                    <a:pt x="18" y="36"/>
                    <a:pt x="17" y="36"/>
                  </a:cubicBezTo>
                  <a:cubicBezTo>
                    <a:pt x="17" y="36"/>
                    <a:pt x="15" y="0"/>
                    <a:pt x="10" y="4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" name="Freeform 524">
              <a:extLst>
                <a:ext uri="{FF2B5EF4-FFF2-40B4-BE49-F238E27FC236}">
                  <a16:creationId xmlns:a16="http://schemas.microsoft.com/office/drawing/2014/main" id="{CD74E80E-43AB-4D90-8D19-AB367F247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9563" y="4103688"/>
              <a:ext cx="104775" cy="55563"/>
            </a:xfrm>
            <a:custGeom>
              <a:avLst/>
              <a:gdLst>
                <a:gd name="T0" fmla="*/ 0 w 28"/>
                <a:gd name="T1" fmla="*/ 4 h 15"/>
                <a:gd name="T2" fmla="*/ 28 w 28"/>
                <a:gd name="T3" fmla="*/ 15 h 15"/>
                <a:gd name="T4" fmla="*/ 0 w 28"/>
                <a:gd name="T5" fmla="*/ 12 h 15"/>
                <a:gd name="T6" fmla="*/ 0 w 28"/>
                <a:gd name="T7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0" y="4"/>
                  </a:moveTo>
                  <a:cubicBezTo>
                    <a:pt x="0" y="4"/>
                    <a:pt x="21" y="0"/>
                    <a:pt x="28" y="15"/>
                  </a:cubicBezTo>
                  <a:cubicBezTo>
                    <a:pt x="28" y="15"/>
                    <a:pt x="5" y="8"/>
                    <a:pt x="0" y="1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" name="Freeform 525">
              <a:extLst>
                <a:ext uri="{FF2B5EF4-FFF2-40B4-BE49-F238E27FC236}">
                  <a16:creationId xmlns:a16="http://schemas.microsoft.com/office/drawing/2014/main" id="{8DE17E9D-D93B-4302-BCCC-53FBB5663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9538" y="4103688"/>
              <a:ext cx="106363" cy="55563"/>
            </a:xfrm>
            <a:custGeom>
              <a:avLst/>
              <a:gdLst>
                <a:gd name="T0" fmla="*/ 28 w 28"/>
                <a:gd name="T1" fmla="*/ 6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6"/>
                  </a:moveTo>
                  <a:cubicBezTo>
                    <a:pt x="28" y="6"/>
                    <a:pt x="8" y="0"/>
                    <a:pt x="0" y="15"/>
                  </a:cubicBezTo>
                  <a:cubicBezTo>
                    <a:pt x="0" y="15"/>
                    <a:pt x="24" y="10"/>
                    <a:pt x="28" y="13"/>
                  </a:cubicBezTo>
                  <a:lnTo>
                    <a:pt x="28" y="6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" name="Freeform 526">
              <a:extLst>
                <a:ext uri="{FF2B5EF4-FFF2-40B4-BE49-F238E27FC236}">
                  <a16:creationId xmlns:a16="http://schemas.microsoft.com/office/drawing/2014/main" id="{EAAEDBB7-4C49-452F-B194-FD62F9CB4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6688" y="4313238"/>
              <a:ext cx="195263" cy="120650"/>
            </a:xfrm>
            <a:custGeom>
              <a:avLst/>
              <a:gdLst>
                <a:gd name="T0" fmla="*/ 52 w 52"/>
                <a:gd name="T1" fmla="*/ 1 h 32"/>
                <a:gd name="T2" fmla="*/ 47 w 52"/>
                <a:gd name="T3" fmla="*/ 13 h 32"/>
                <a:gd name="T4" fmla="*/ 41 w 52"/>
                <a:gd name="T5" fmla="*/ 22 h 32"/>
                <a:gd name="T6" fmla="*/ 16 w 52"/>
                <a:gd name="T7" fmla="*/ 23 h 32"/>
                <a:gd name="T8" fmla="*/ 5 w 52"/>
                <a:gd name="T9" fmla="*/ 8 h 32"/>
                <a:gd name="T10" fmla="*/ 0 w 52"/>
                <a:gd name="T11" fmla="*/ 0 h 32"/>
                <a:gd name="T12" fmla="*/ 52 w 52"/>
                <a:gd name="T13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32">
                  <a:moveTo>
                    <a:pt x="52" y="1"/>
                  </a:moveTo>
                  <a:cubicBezTo>
                    <a:pt x="52" y="1"/>
                    <a:pt x="51" y="7"/>
                    <a:pt x="47" y="13"/>
                  </a:cubicBezTo>
                  <a:cubicBezTo>
                    <a:pt x="45" y="16"/>
                    <a:pt x="43" y="19"/>
                    <a:pt x="41" y="22"/>
                  </a:cubicBezTo>
                  <a:cubicBezTo>
                    <a:pt x="35" y="29"/>
                    <a:pt x="26" y="32"/>
                    <a:pt x="16" y="23"/>
                  </a:cubicBezTo>
                  <a:cubicBezTo>
                    <a:pt x="12" y="19"/>
                    <a:pt x="8" y="15"/>
                    <a:pt x="5" y="8"/>
                  </a:cubicBezTo>
                  <a:cubicBezTo>
                    <a:pt x="3" y="5"/>
                    <a:pt x="2" y="3"/>
                    <a:pt x="0" y="0"/>
                  </a:cubicBezTo>
                  <a:cubicBezTo>
                    <a:pt x="0" y="0"/>
                    <a:pt x="45" y="7"/>
                    <a:pt x="52" y="1"/>
                  </a:cubicBezTo>
                  <a:close/>
                </a:path>
              </a:pathLst>
            </a:custGeom>
            <a:solidFill>
              <a:srgbClr val="712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" name="Freeform 527">
              <a:extLst>
                <a:ext uri="{FF2B5EF4-FFF2-40B4-BE49-F238E27FC236}">
                  <a16:creationId xmlns:a16="http://schemas.microsoft.com/office/drawing/2014/main" id="{23A48061-1757-495C-A104-3C7DE59A1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6688" y="4313238"/>
              <a:ext cx="195263" cy="68263"/>
            </a:xfrm>
            <a:custGeom>
              <a:avLst/>
              <a:gdLst>
                <a:gd name="T0" fmla="*/ 52 w 52"/>
                <a:gd name="T1" fmla="*/ 1 h 18"/>
                <a:gd name="T2" fmla="*/ 47 w 52"/>
                <a:gd name="T3" fmla="*/ 13 h 18"/>
                <a:gd name="T4" fmla="*/ 5 w 52"/>
                <a:gd name="T5" fmla="*/ 8 h 18"/>
                <a:gd name="T6" fmla="*/ 0 w 52"/>
                <a:gd name="T7" fmla="*/ 0 h 18"/>
                <a:gd name="T8" fmla="*/ 52 w 52"/>
                <a:gd name="T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8">
                  <a:moveTo>
                    <a:pt x="52" y="1"/>
                  </a:moveTo>
                  <a:cubicBezTo>
                    <a:pt x="52" y="1"/>
                    <a:pt x="51" y="7"/>
                    <a:pt x="47" y="13"/>
                  </a:cubicBezTo>
                  <a:cubicBezTo>
                    <a:pt x="33" y="18"/>
                    <a:pt x="15" y="12"/>
                    <a:pt x="5" y="8"/>
                  </a:cubicBezTo>
                  <a:cubicBezTo>
                    <a:pt x="3" y="5"/>
                    <a:pt x="2" y="3"/>
                    <a:pt x="0" y="0"/>
                  </a:cubicBezTo>
                  <a:cubicBezTo>
                    <a:pt x="0" y="0"/>
                    <a:pt x="45" y="7"/>
                    <a:pt x="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" name="Freeform 528">
              <a:extLst>
                <a:ext uri="{FF2B5EF4-FFF2-40B4-BE49-F238E27FC236}">
                  <a16:creationId xmlns:a16="http://schemas.microsoft.com/office/drawing/2014/main" id="{0278E64C-1928-4D79-8B3B-74B8B287B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7013" y="4373563"/>
              <a:ext cx="93663" cy="60325"/>
            </a:xfrm>
            <a:custGeom>
              <a:avLst/>
              <a:gdLst>
                <a:gd name="T0" fmla="*/ 25 w 25"/>
                <a:gd name="T1" fmla="*/ 6 h 16"/>
                <a:gd name="T2" fmla="*/ 0 w 25"/>
                <a:gd name="T3" fmla="*/ 7 h 16"/>
                <a:gd name="T4" fmla="*/ 25 w 25"/>
                <a:gd name="T5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16">
                  <a:moveTo>
                    <a:pt x="25" y="6"/>
                  </a:moveTo>
                  <a:cubicBezTo>
                    <a:pt x="19" y="13"/>
                    <a:pt x="10" y="16"/>
                    <a:pt x="0" y="7"/>
                  </a:cubicBezTo>
                  <a:cubicBezTo>
                    <a:pt x="5" y="4"/>
                    <a:pt x="14" y="0"/>
                    <a:pt x="25" y="6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" name="Freeform 529">
              <a:extLst>
                <a:ext uri="{FF2B5EF4-FFF2-40B4-BE49-F238E27FC236}">
                  <a16:creationId xmlns:a16="http://schemas.microsoft.com/office/drawing/2014/main" id="{0BE7F06E-CD73-443F-9F83-BA4D06A73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4300" y="4159250"/>
              <a:ext cx="112713" cy="87313"/>
            </a:xfrm>
            <a:custGeom>
              <a:avLst/>
              <a:gdLst>
                <a:gd name="T0" fmla="*/ 0 w 30"/>
                <a:gd name="T1" fmla="*/ 23 h 23"/>
                <a:gd name="T2" fmla="*/ 16 w 30"/>
                <a:gd name="T3" fmla="*/ 7 h 23"/>
                <a:gd name="T4" fmla="*/ 30 w 30"/>
                <a:gd name="T5" fmla="*/ 23 h 23"/>
                <a:gd name="T6" fmla="*/ 0 w 30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23">
                  <a:moveTo>
                    <a:pt x="0" y="23"/>
                  </a:moveTo>
                  <a:cubicBezTo>
                    <a:pt x="0" y="23"/>
                    <a:pt x="5" y="4"/>
                    <a:pt x="16" y="7"/>
                  </a:cubicBezTo>
                  <a:cubicBezTo>
                    <a:pt x="27" y="9"/>
                    <a:pt x="30" y="23"/>
                    <a:pt x="30" y="23"/>
                  </a:cubicBezTo>
                  <a:cubicBezTo>
                    <a:pt x="30" y="23"/>
                    <a:pt x="18" y="0"/>
                    <a:pt x="0" y="23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" name="Freeform 530">
              <a:extLst>
                <a:ext uri="{FF2B5EF4-FFF2-40B4-BE49-F238E27FC236}">
                  <a16:creationId xmlns:a16="http://schemas.microsoft.com/office/drawing/2014/main" id="{65D9B478-60CB-4645-9A75-C54223F14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8450" y="4159250"/>
              <a:ext cx="112713" cy="87313"/>
            </a:xfrm>
            <a:custGeom>
              <a:avLst/>
              <a:gdLst>
                <a:gd name="T0" fmla="*/ 0 w 30"/>
                <a:gd name="T1" fmla="*/ 23 h 23"/>
                <a:gd name="T2" fmla="*/ 16 w 30"/>
                <a:gd name="T3" fmla="*/ 7 h 23"/>
                <a:gd name="T4" fmla="*/ 30 w 30"/>
                <a:gd name="T5" fmla="*/ 23 h 23"/>
                <a:gd name="T6" fmla="*/ 0 w 30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23">
                  <a:moveTo>
                    <a:pt x="0" y="23"/>
                  </a:moveTo>
                  <a:cubicBezTo>
                    <a:pt x="0" y="23"/>
                    <a:pt x="4" y="4"/>
                    <a:pt x="16" y="7"/>
                  </a:cubicBezTo>
                  <a:cubicBezTo>
                    <a:pt x="27" y="9"/>
                    <a:pt x="30" y="23"/>
                    <a:pt x="30" y="23"/>
                  </a:cubicBezTo>
                  <a:cubicBezTo>
                    <a:pt x="30" y="23"/>
                    <a:pt x="17" y="0"/>
                    <a:pt x="0" y="23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" name="Freeform 533">
              <a:extLst>
                <a:ext uri="{FF2B5EF4-FFF2-40B4-BE49-F238E27FC236}">
                  <a16:creationId xmlns:a16="http://schemas.microsoft.com/office/drawing/2014/main" id="{3024A0AA-B07C-454A-A3FB-98E0357466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70963" y="4144963"/>
              <a:ext cx="366713" cy="146050"/>
            </a:xfrm>
            <a:custGeom>
              <a:avLst/>
              <a:gdLst>
                <a:gd name="T0" fmla="*/ 94 w 98"/>
                <a:gd name="T1" fmla="*/ 26 h 39"/>
                <a:gd name="T2" fmla="*/ 97 w 98"/>
                <a:gd name="T3" fmla="*/ 8 h 39"/>
                <a:gd name="T4" fmla="*/ 97 w 98"/>
                <a:gd name="T5" fmla="*/ 7 h 39"/>
                <a:gd name="T6" fmla="*/ 96 w 98"/>
                <a:gd name="T7" fmla="*/ 7 h 39"/>
                <a:gd name="T8" fmla="*/ 59 w 98"/>
                <a:gd name="T9" fmla="*/ 8 h 39"/>
                <a:gd name="T10" fmla="*/ 53 w 98"/>
                <a:gd name="T11" fmla="*/ 11 h 39"/>
                <a:gd name="T12" fmla="*/ 53 w 98"/>
                <a:gd name="T13" fmla="*/ 11 h 39"/>
                <a:gd name="T14" fmla="*/ 46 w 98"/>
                <a:gd name="T15" fmla="*/ 11 h 39"/>
                <a:gd name="T16" fmla="*/ 46 w 98"/>
                <a:gd name="T17" fmla="*/ 11 h 39"/>
                <a:gd name="T18" fmla="*/ 45 w 98"/>
                <a:gd name="T19" fmla="*/ 10 h 39"/>
                <a:gd name="T20" fmla="*/ 39 w 98"/>
                <a:gd name="T21" fmla="*/ 7 h 39"/>
                <a:gd name="T22" fmla="*/ 2 w 98"/>
                <a:gd name="T23" fmla="*/ 8 h 39"/>
                <a:gd name="T24" fmla="*/ 1 w 98"/>
                <a:gd name="T25" fmla="*/ 9 h 39"/>
                <a:gd name="T26" fmla="*/ 1 w 98"/>
                <a:gd name="T27" fmla="*/ 10 h 39"/>
                <a:gd name="T28" fmla="*/ 4 w 98"/>
                <a:gd name="T29" fmla="*/ 27 h 39"/>
                <a:gd name="T30" fmla="*/ 14 w 98"/>
                <a:gd name="T31" fmla="*/ 36 h 39"/>
                <a:gd name="T32" fmla="*/ 26 w 98"/>
                <a:gd name="T33" fmla="*/ 38 h 39"/>
                <a:gd name="T34" fmla="*/ 44 w 98"/>
                <a:gd name="T35" fmla="*/ 26 h 39"/>
                <a:gd name="T36" fmla="*/ 44 w 98"/>
                <a:gd name="T37" fmla="*/ 25 h 39"/>
                <a:gd name="T38" fmla="*/ 46 w 98"/>
                <a:gd name="T39" fmla="*/ 17 h 39"/>
                <a:gd name="T40" fmla="*/ 52 w 98"/>
                <a:gd name="T41" fmla="*/ 17 h 39"/>
                <a:gd name="T42" fmla="*/ 55 w 98"/>
                <a:gd name="T43" fmla="*/ 26 h 39"/>
                <a:gd name="T44" fmla="*/ 55 w 98"/>
                <a:gd name="T45" fmla="*/ 26 h 39"/>
                <a:gd name="T46" fmla="*/ 73 w 98"/>
                <a:gd name="T47" fmla="*/ 38 h 39"/>
                <a:gd name="T48" fmla="*/ 85 w 98"/>
                <a:gd name="T49" fmla="*/ 35 h 39"/>
                <a:gd name="T50" fmla="*/ 94 w 98"/>
                <a:gd name="T51" fmla="*/ 26 h 39"/>
                <a:gd name="T52" fmla="*/ 26 w 98"/>
                <a:gd name="T53" fmla="*/ 34 h 39"/>
                <a:gd name="T54" fmla="*/ 16 w 98"/>
                <a:gd name="T55" fmla="*/ 33 h 39"/>
                <a:gd name="T56" fmla="*/ 8 w 98"/>
                <a:gd name="T57" fmla="*/ 26 h 39"/>
                <a:gd name="T58" fmla="*/ 5 w 98"/>
                <a:gd name="T59" fmla="*/ 12 h 39"/>
                <a:gd name="T60" fmla="*/ 37 w 98"/>
                <a:gd name="T61" fmla="*/ 11 h 39"/>
                <a:gd name="T62" fmla="*/ 42 w 98"/>
                <a:gd name="T63" fmla="*/ 13 h 39"/>
                <a:gd name="T64" fmla="*/ 40 w 98"/>
                <a:gd name="T65" fmla="*/ 23 h 39"/>
                <a:gd name="T66" fmla="*/ 40 w 98"/>
                <a:gd name="T67" fmla="*/ 24 h 39"/>
                <a:gd name="T68" fmla="*/ 26 w 98"/>
                <a:gd name="T69" fmla="*/ 34 h 39"/>
                <a:gd name="T70" fmla="*/ 83 w 98"/>
                <a:gd name="T71" fmla="*/ 32 h 39"/>
                <a:gd name="T72" fmla="*/ 74 w 98"/>
                <a:gd name="T73" fmla="*/ 34 h 39"/>
                <a:gd name="T74" fmla="*/ 59 w 98"/>
                <a:gd name="T75" fmla="*/ 25 h 39"/>
                <a:gd name="T76" fmla="*/ 58 w 98"/>
                <a:gd name="T77" fmla="*/ 24 h 39"/>
                <a:gd name="T78" fmla="*/ 56 w 98"/>
                <a:gd name="T79" fmla="*/ 14 h 39"/>
                <a:gd name="T80" fmla="*/ 60 w 98"/>
                <a:gd name="T81" fmla="*/ 12 h 39"/>
                <a:gd name="T82" fmla="*/ 93 w 98"/>
                <a:gd name="T83" fmla="*/ 10 h 39"/>
                <a:gd name="T84" fmla="*/ 90 w 98"/>
                <a:gd name="T85" fmla="*/ 24 h 39"/>
                <a:gd name="T86" fmla="*/ 83 w 98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" h="39">
                  <a:moveTo>
                    <a:pt x="94" y="26"/>
                  </a:moveTo>
                  <a:cubicBezTo>
                    <a:pt x="98" y="14"/>
                    <a:pt x="97" y="9"/>
                    <a:pt x="97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6"/>
                    <a:pt x="78" y="0"/>
                    <a:pt x="59" y="8"/>
                  </a:cubicBezTo>
                  <a:cubicBezTo>
                    <a:pt x="57" y="9"/>
                    <a:pt x="55" y="10"/>
                    <a:pt x="53" y="11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3" y="9"/>
                    <a:pt x="41" y="8"/>
                    <a:pt x="39" y="7"/>
                  </a:cubicBezTo>
                  <a:cubicBezTo>
                    <a:pt x="20" y="0"/>
                    <a:pt x="2" y="8"/>
                    <a:pt x="2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0"/>
                    <a:pt x="0" y="16"/>
                    <a:pt x="4" y="27"/>
                  </a:cubicBezTo>
                  <a:cubicBezTo>
                    <a:pt x="6" y="32"/>
                    <a:pt x="9" y="35"/>
                    <a:pt x="14" y="36"/>
                  </a:cubicBezTo>
                  <a:cubicBezTo>
                    <a:pt x="20" y="39"/>
                    <a:pt x="26" y="38"/>
                    <a:pt x="26" y="38"/>
                  </a:cubicBezTo>
                  <a:cubicBezTo>
                    <a:pt x="40" y="37"/>
                    <a:pt x="42" y="30"/>
                    <a:pt x="44" y="26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2"/>
                    <a:pt x="46" y="19"/>
                    <a:pt x="46" y="17"/>
                  </a:cubicBezTo>
                  <a:cubicBezTo>
                    <a:pt x="47" y="17"/>
                    <a:pt x="49" y="16"/>
                    <a:pt x="52" y="17"/>
                  </a:cubicBezTo>
                  <a:cubicBezTo>
                    <a:pt x="52" y="19"/>
                    <a:pt x="53" y="22"/>
                    <a:pt x="55" y="26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57" y="31"/>
                    <a:pt x="60" y="37"/>
                    <a:pt x="73" y="38"/>
                  </a:cubicBezTo>
                  <a:cubicBezTo>
                    <a:pt x="74" y="38"/>
                    <a:pt x="80" y="38"/>
                    <a:pt x="85" y="35"/>
                  </a:cubicBezTo>
                  <a:cubicBezTo>
                    <a:pt x="90" y="33"/>
                    <a:pt x="93" y="30"/>
                    <a:pt x="94" y="26"/>
                  </a:cubicBezTo>
                  <a:close/>
                  <a:moveTo>
                    <a:pt x="26" y="34"/>
                  </a:moveTo>
                  <a:cubicBezTo>
                    <a:pt x="26" y="34"/>
                    <a:pt x="20" y="34"/>
                    <a:pt x="16" y="33"/>
                  </a:cubicBezTo>
                  <a:cubicBezTo>
                    <a:pt x="12" y="31"/>
                    <a:pt x="9" y="29"/>
                    <a:pt x="8" y="26"/>
                  </a:cubicBezTo>
                  <a:cubicBezTo>
                    <a:pt x="5" y="18"/>
                    <a:pt x="5" y="14"/>
                    <a:pt x="5" y="12"/>
                  </a:cubicBezTo>
                  <a:cubicBezTo>
                    <a:pt x="8" y="10"/>
                    <a:pt x="22" y="6"/>
                    <a:pt x="37" y="11"/>
                  </a:cubicBezTo>
                  <a:cubicBezTo>
                    <a:pt x="39" y="12"/>
                    <a:pt x="41" y="13"/>
                    <a:pt x="42" y="13"/>
                  </a:cubicBezTo>
                  <a:cubicBezTo>
                    <a:pt x="42" y="15"/>
                    <a:pt x="42" y="19"/>
                    <a:pt x="40" y="2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8" y="28"/>
                    <a:pt x="37" y="33"/>
                    <a:pt x="26" y="34"/>
                  </a:cubicBezTo>
                  <a:close/>
                  <a:moveTo>
                    <a:pt x="83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2" y="33"/>
                    <a:pt x="60" y="29"/>
                    <a:pt x="59" y="25"/>
                  </a:cubicBezTo>
                  <a:cubicBezTo>
                    <a:pt x="59" y="25"/>
                    <a:pt x="59" y="24"/>
                    <a:pt x="58" y="24"/>
                  </a:cubicBezTo>
                  <a:cubicBezTo>
                    <a:pt x="56" y="19"/>
                    <a:pt x="56" y="16"/>
                    <a:pt x="56" y="14"/>
                  </a:cubicBezTo>
                  <a:cubicBezTo>
                    <a:pt x="57" y="13"/>
                    <a:pt x="59" y="12"/>
                    <a:pt x="60" y="12"/>
                  </a:cubicBezTo>
                  <a:cubicBezTo>
                    <a:pt x="75" y="5"/>
                    <a:pt x="89" y="9"/>
                    <a:pt x="93" y="10"/>
                  </a:cubicBezTo>
                  <a:cubicBezTo>
                    <a:pt x="93" y="12"/>
                    <a:pt x="93" y="16"/>
                    <a:pt x="90" y="24"/>
                  </a:cubicBezTo>
                  <a:cubicBezTo>
                    <a:pt x="89" y="28"/>
                    <a:pt x="87" y="30"/>
                    <a:pt x="83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" name="Freeform 534">
              <a:extLst>
                <a:ext uri="{FF2B5EF4-FFF2-40B4-BE49-F238E27FC236}">
                  <a16:creationId xmlns:a16="http://schemas.microsoft.com/office/drawing/2014/main" id="{F5B8A3F9-4A8F-482F-823B-94BE6ADAB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2538" y="5245100"/>
              <a:ext cx="393700" cy="998538"/>
            </a:xfrm>
            <a:custGeom>
              <a:avLst/>
              <a:gdLst>
                <a:gd name="T0" fmla="*/ 27 w 105"/>
                <a:gd name="T1" fmla="*/ 6 h 266"/>
                <a:gd name="T2" fmla="*/ 1 w 105"/>
                <a:gd name="T3" fmla="*/ 166 h 266"/>
                <a:gd name="T4" fmla="*/ 76 w 105"/>
                <a:gd name="T5" fmla="*/ 266 h 266"/>
                <a:gd name="T6" fmla="*/ 105 w 105"/>
                <a:gd name="T7" fmla="*/ 241 h 266"/>
                <a:gd name="T8" fmla="*/ 46 w 105"/>
                <a:gd name="T9" fmla="*/ 155 h 266"/>
                <a:gd name="T10" fmla="*/ 69 w 105"/>
                <a:gd name="T11" fmla="*/ 17 h 266"/>
                <a:gd name="T12" fmla="*/ 28 w 105"/>
                <a:gd name="T13" fmla="*/ 2 h 266"/>
                <a:gd name="T14" fmla="*/ 27 w 105"/>
                <a:gd name="T15" fmla="*/ 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266">
                  <a:moveTo>
                    <a:pt x="27" y="6"/>
                  </a:moveTo>
                  <a:cubicBezTo>
                    <a:pt x="27" y="6"/>
                    <a:pt x="2" y="136"/>
                    <a:pt x="1" y="166"/>
                  </a:cubicBezTo>
                  <a:cubicBezTo>
                    <a:pt x="0" y="197"/>
                    <a:pt x="76" y="266"/>
                    <a:pt x="76" y="266"/>
                  </a:cubicBezTo>
                  <a:cubicBezTo>
                    <a:pt x="105" y="241"/>
                    <a:pt x="105" y="241"/>
                    <a:pt x="105" y="241"/>
                  </a:cubicBezTo>
                  <a:cubicBezTo>
                    <a:pt x="105" y="241"/>
                    <a:pt x="46" y="158"/>
                    <a:pt x="46" y="155"/>
                  </a:cubicBezTo>
                  <a:cubicBezTo>
                    <a:pt x="46" y="152"/>
                    <a:pt x="77" y="35"/>
                    <a:pt x="69" y="17"/>
                  </a:cubicBezTo>
                  <a:cubicBezTo>
                    <a:pt x="61" y="0"/>
                    <a:pt x="28" y="2"/>
                    <a:pt x="28" y="2"/>
                  </a:cubicBezTo>
                  <a:cubicBezTo>
                    <a:pt x="28" y="2"/>
                    <a:pt x="27" y="6"/>
                    <a:pt x="27" y="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" name="Freeform 535">
              <a:extLst>
                <a:ext uri="{FF2B5EF4-FFF2-40B4-BE49-F238E27FC236}">
                  <a16:creationId xmlns:a16="http://schemas.microsoft.com/office/drawing/2014/main" id="{FACCC537-FDED-4578-B5F3-8EC56EA9F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6063" y="5200650"/>
              <a:ext cx="438150" cy="990600"/>
            </a:xfrm>
            <a:custGeom>
              <a:avLst/>
              <a:gdLst>
                <a:gd name="T0" fmla="*/ 6 w 117"/>
                <a:gd name="T1" fmla="*/ 14 h 264"/>
                <a:gd name="T2" fmla="*/ 3 w 117"/>
                <a:gd name="T3" fmla="*/ 176 h 264"/>
                <a:gd name="T4" fmla="*/ 92 w 117"/>
                <a:gd name="T5" fmla="*/ 264 h 264"/>
                <a:gd name="T6" fmla="*/ 117 w 117"/>
                <a:gd name="T7" fmla="*/ 235 h 264"/>
                <a:gd name="T8" fmla="*/ 46 w 117"/>
                <a:gd name="T9" fmla="*/ 159 h 264"/>
                <a:gd name="T10" fmla="*/ 55 w 117"/>
                <a:gd name="T11" fmla="*/ 16 h 264"/>
                <a:gd name="T12" fmla="*/ 7 w 117"/>
                <a:gd name="T13" fmla="*/ 10 h 264"/>
                <a:gd name="T14" fmla="*/ 6 w 117"/>
                <a:gd name="T15" fmla="*/ 1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264">
                  <a:moveTo>
                    <a:pt x="6" y="14"/>
                  </a:moveTo>
                  <a:cubicBezTo>
                    <a:pt x="6" y="14"/>
                    <a:pt x="0" y="146"/>
                    <a:pt x="3" y="176"/>
                  </a:cubicBezTo>
                  <a:cubicBezTo>
                    <a:pt x="7" y="207"/>
                    <a:pt x="92" y="264"/>
                    <a:pt x="92" y="264"/>
                  </a:cubicBezTo>
                  <a:cubicBezTo>
                    <a:pt x="117" y="235"/>
                    <a:pt x="117" y="235"/>
                    <a:pt x="117" y="235"/>
                  </a:cubicBezTo>
                  <a:cubicBezTo>
                    <a:pt x="117" y="235"/>
                    <a:pt x="46" y="162"/>
                    <a:pt x="46" y="159"/>
                  </a:cubicBezTo>
                  <a:cubicBezTo>
                    <a:pt x="46" y="156"/>
                    <a:pt x="66" y="32"/>
                    <a:pt x="55" y="16"/>
                  </a:cubicBezTo>
                  <a:cubicBezTo>
                    <a:pt x="45" y="0"/>
                    <a:pt x="7" y="10"/>
                    <a:pt x="7" y="10"/>
                  </a:cubicBezTo>
                  <a:cubicBezTo>
                    <a:pt x="7" y="10"/>
                    <a:pt x="6" y="14"/>
                    <a:pt x="6" y="14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" name="Freeform 536">
              <a:extLst>
                <a:ext uri="{FF2B5EF4-FFF2-40B4-BE49-F238E27FC236}">
                  <a16:creationId xmlns:a16="http://schemas.microsoft.com/office/drawing/2014/main" id="{7AC4D510-FEA5-418C-9BEC-01292D35E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5375" y="3895725"/>
              <a:ext cx="217488" cy="230188"/>
            </a:xfrm>
            <a:custGeom>
              <a:avLst/>
              <a:gdLst>
                <a:gd name="T0" fmla="*/ 44 w 58"/>
                <a:gd name="T1" fmla="*/ 23 h 61"/>
                <a:gd name="T2" fmla="*/ 45 w 58"/>
                <a:gd name="T3" fmla="*/ 13 h 61"/>
                <a:gd name="T4" fmla="*/ 39 w 58"/>
                <a:gd name="T5" fmla="*/ 10 h 61"/>
                <a:gd name="T6" fmla="*/ 36 w 58"/>
                <a:gd name="T7" fmla="*/ 3 h 61"/>
                <a:gd name="T8" fmla="*/ 30 w 58"/>
                <a:gd name="T9" fmla="*/ 5 h 61"/>
                <a:gd name="T10" fmla="*/ 27 w 58"/>
                <a:gd name="T11" fmla="*/ 0 h 61"/>
                <a:gd name="T12" fmla="*/ 19 w 58"/>
                <a:gd name="T13" fmla="*/ 3 h 61"/>
                <a:gd name="T14" fmla="*/ 18 w 58"/>
                <a:gd name="T15" fmla="*/ 0 h 61"/>
                <a:gd name="T16" fmla="*/ 16 w 58"/>
                <a:gd name="T17" fmla="*/ 0 h 61"/>
                <a:gd name="T18" fmla="*/ 7 w 58"/>
                <a:gd name="T19" fmla="*/ 14 h 61"/>
                <a:gd name="T20" fmla="*/ 6 w 58"/>
                <a:gd name="T21" fmla="*/ 29 h 61"/>
                <a:gd name="T22" fmla="*/ 0 w 58"/>
                <a:gd name="T23" fmla="*/ 46 h 61"/>
                <a:gd name="T24" fmla="*/ 1 w 58"/>
                <a:gd name="T25" fmla="*/ 46 h 61"/>
                <a:gd name="T26" fmla="*/ 10 w 58"/>
                <a:gd name="T27" fmla="*/ 58 h 61"/>
                <a:gd name="T28" fmla="*/ 30 w 58"/>
                <a:gd name="T29" fmla="*/ 42 h 61"/>
                <a:gd name="T30" fmla="*/ 37 w 58"/>
                <a:gd name="T31" fmla="*/ 39 h 61"/>
                <a:gd name="T32" fmla="*/ 47 w 58"/>
                <a:gd name="T33" fmla="*/ 34 h 61"/>
                <a:gd name="T34" fmla="*/ 53 w 58"/>
                <a:gd name="T35" fmla="*/ 26 h 61"/>
                <a:gd name="T36" fmla="*/ 58 w 58"/>
                <a:gd name="T37" fmla="*/ 23 h 61"/>
                <a:gd name="T38" fmla="*/ 44 w 58"/>
                <a:gd name="T3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" h="61">
                  <a:moveTo>
                    <a:pt x="44" y="23"/>
                  </a:moveTo>
                  <a:cubicBezTo>
                    <a:pt x="45" y="20"/>
                    <a:pt x="46" y="16"/>
                    <a:pt x="45" y="13"/>
                  </a:cubicBezTo>
                  <a:cubicBezTo>
                    <a:pt x="44" y="9"/>
                    <a:pt x="41" y="8"/>
                    <a:pt x="39" y="10"/>
                  </a:cubicBezTo>
                  <a:cubicBezTo>
                    <a:pt x="39" y="7"/>
                    <a:pt x="38" y="5"/>
                    <a:pt x="36" y="3"/>
                  </a:cubicBezTo>
                  <a:cubicBezTo>
                    <a:pt x="34" y="2"/>
                    <a:pt x="32" y="3"/>
                    <a:pt x="30" y="5"/>
                  </a:cubicBezTo>
                  <a:cubicBezTo>
                    <a:pt x="30" y="3"/>
                    <a:pt x="29" y="1"/>
                    <a:pt x="27" y="0"/>
                  </a:cubicBezTo>
                  <a:cubicBezTo>
                    <a:pt x="24" y="0"/>
                    <a:pt x="21" y="1"/>
                    <a:pt x="19" y="3"/>
                  </a:cubicBezTo>
                  <a:cubicBezTo>
                    <a:pt x="19" y="2"/>
                    <a:pt x="19" y="1"/>
                    <a:pt x="18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1" y="2"/>
                    <a:pt x="8" y="9"/>
                    <a:pt x="7" y="14"/>
                  </a:cubicBezTo>
                  <a:cubicBezTo>
                    <a:pt x="6" y="19"/>
                    <a:pt x="7" y="24"/>
                    <a:pt x="6" y="29"/>
                  </a:cubicBezTo>
                  <a:cubicBezTo>
                    <a:pt x="5" y="35"/>
                    <a:pt x="2" y="40"/>
                    <a:pt x="0" y="46"/>
                  </a:cubicBezTo>
                  <a:cubicBezTo>
                    <a:pt x="0" y="46"/>
                    <a:pt x="1" y="46"/>
                    <a:pt x="1" y="46"/>
                  </a:cubicBezTo>
                  <a:cubicBezTo>
                    <a:pt x="0" y="52"/>
                    <a:pt x="4" y="57"/>
                    <a:pt x="10" y="58"/>
                  </a:cubicBezTo>
                  <a:cubicBezTo>
                    <a:pt x="20" y="61"/>
                    <a:pt x="26" y="49"/>
                    <a:pt x="30" y="42"/>
                  </a:cubicBezTo>
                  <a:cubicBezTo>
                    <a:pt x="32" y="41"/>
                    <a:pt x="35" y="40"/>
                    <a:pt x="37" y="39"/>
                  </a:cubicBezTo>
                  <a:cubicBezTo>
                    <a:pt x="41" y="38"/>
                    <a:pt x="44" y="37"/>
                    <a:pt x="47" y="34"/>
                  </a:cubicBezTo>
                  <a:cubicBezTo>
                    <a:pt x="49" y="32"/>
                    <a:pt x="50" y="28"/>
                    <a:pt x="53" y="26"/>
                  </a:cubicBezTo>
                  <a:cubicBezTo>
                    <a:pt x="54" y="25"/>
                    <a:pt x="56" y="23"/>
                    <a:pt x="58" y="23"/>
                  </a:cubicBezTo>
                  <a:cubicBezTo>
                    <a:pt x="53" y="15"/>
                    <a:pt x="44" y="23"/>
                    <a:pt x="44" y="23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" name="Freeform 537">
              <a:extLst>
                <a:ext uri="{FF2B5EF4-FFF2-40B4-BE49-F238E27FC236}">
                  <a16:creationId xmlns:a16="http://schemas.microsoft.com/office/drawing/2014/main" id="{0959E662-F4D5-48D7-8FB9-B37FDC037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5513" y="4035425"/>
              <a:ext cx="417513" cy="747713"/>
            </a:xfrm>
            <a:custGeom>
              <a:avLst/>
              <a:gdLst>
                <a:gd name="T0" fmla="*/ 102 w 111"/>
                <a:gd name="T1" fmla="*/ 145 h 199"/>
                <a:gd name="T2" fmla="*/ 42 w 111"/>
                <a:gd name="T3" fmla="*/ 94 h 199"/>
                <a:gd name="T4" fmla="*/ 70 w 111"/>
                <a:gd name="T5" fmla="*/ 17 h 199"/>
                <a:gd name="T6" fmla="*/ 46 w 111"/>
                <a:gd name="T7" fmla="*/ 2 h 199"/>
                <a:gd name="T8" fmla="*/ 0 w 111"/>
                <a:gd name="T9" fmla="*/ 91 h 199"/>
                <a:gd name="T10" fmla="*/ 103 w 111"/>
                <a:gd name="T11" fmla="*/ 199 h 199"/>
                <a:gd name="T12" fmla="*/ 102 w 111"/>
                <a:gd name="T13" fmla="*/ 145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99">
                  <a:moveTo>
                    <a:pt x="102" y="145"/>
                  </a:moveTo>
                  <a:cubicBezTo>
                    <a:pt x="92" y="131"/>
                    <a:pt x="42" y="94"/>
                    <a:pt x="42" y="94"/>
                  </a:cubicBezTo>
                  <a:cubicBezTo>
                    <a:pt x="48" y="85"/>
                    <a:pt x="63" y="33"/>
                    <a:pt x="70" y="17"/>
                  </a:cubicBezTo>
                  <a:cubicBezTo>
                    <a:pt x="73" y="12"/>
                    <a:pt x="48" y="0"/>
                    <a:pt x="46" y="2"/>
                  </a:cubicBezTo>
                  <a:cubicBezTo>
                    <a:pt x="7" y="48"/>
                    <a:pt x="0" y="91"/>
                    <a:pt x="0" y="91"/>
                  </a:cubicBezTo>
                  <a:cubicBezTo>
                    <a:pt x="21" y="143"/>
                    <a:pt x="103" y="199"/>
                    <a:pt x="103" y="199"/>
                  </a:cubicBezTo>
                  <a:cubicBezTo>
                    <a:pt x="111" y="186"/>
                    <a:pt x="102" y="145"/>
                    <a:pt x="102" y="145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" name="Freeform 538">
              <a:extLst>
                <a:ext uri="{FF2B5EF4-FFF2-40B4-BE49-F238E27FC236}">
                  <a16:creationId xmlns:a16="http://schemas.microsoft.com/office/drawing/2014/main" id="{CCC10F82-4D8A-4D9C-812E-F0237BAA4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00" y="3900488"/>
              <a:ext cx="217488" cy="228600"/>
            </a:xfrm>
            <a:custGeom>
              <a:avLst/>
              <a:gdLst>
                <a:gd name="T0" fmla="*/ 14 w 58"/>
                <a:gd name="T1" fmla="*/ 23 h 61"/>
                <a:gd name="T2" fmla="*/ 13 w 58"/>
                <a:gd name="T3" fmla="*/ 13 h 61"/>
                <a:gd name="T4" fmla="*/ 19 w 58"/>
                <a:gd name="T5" fmla="*/ 10 h 61"/>
                <a:gd name="T6" fmla="*/ 22 w 58"/>
                <a:gd name="T7" fmla="*/ 4 h 61"/>
                <a:gd name="T8" fmla="*/ 28 w 58"/>
                <a:gd name="T9" fmla="*/ 6 h 61"/>
                <a:gd name="T10" fmla="*/ 31 w 58"/>
                <a:gd name="T11" fmla="*/ 1 h 61"/>
                <a:gd name="T12" fmla="*/ 39 w 58"/>
                <a:gd name="T13" fmla="*/ 3 h 61"/>
                <a:gd name="T14" fmla="*/ 40 w 58"/>
                <a:gd name="T15" fmla="*/ 1 h 61"/>
                <a:gd name="T16" fmla="*/ 42 w 58"/>
                <a:gd name="T17" fmla="*/ 1 h 61"/>
                <a:gd name="T18" fmla="*/ 51 w 58"/>
                <a:gd name="T19" fmla="*/ 14 h 61"/>
                <a:gd name="T20" fmla="*/ 52 w 58"/>
                <a:gd name="T21" fmla="*/ 30 h 61"/>
                <a:gd name="T22" fmla="*/ 58 w 58"/>
                <a:gd name="T23" fmla="*/ 46 h 61"/>
                <a:gd name="T24" fmla="*/ 57 w 58"/>
                <a:gd name="T25" fmla="*/ 47 h 61"/>
                <a:gd name="T26" fmla="*/ 48 w 58"/>
                <a:gd name="T27" fmla="*/ 59 h 61"/>
                <a:gd name="T28" fmla="*/ 28 w 58"/>
                <a:gd name="T29" fmla="*/ 43 h 61"/>
                <a:gd name="T30" fmla="*/ 21 w 58"/>
                <a:gd name="T31" fmla="*/ 40 h 61"/>
                <a:gd name="T32" fmla="*/ 11 w 58"/>
                <a:gd name="T33" fmla="*/ 35 h 61"/>
                <a:gd name="T34" fmla="*/ 5 w 58"/>
                <a:gd name="T35" fmla="*/ 26 h 61"/>
                <a:gd name="T36" fmla="*/ 0 w 58"/>
                <a:gd name="T37" fmla="*/ 23 h 61"/>
                <a:gd name="T38" fmla="*/ 14 w 58"/>
                <a:gd name="T3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8" h="61">
                  <a:moveTo>
                    <a:pt x="14" y="23"/>
                  </a:moveTo>
                  <a:cubicBezTo>
                    <a:pt x="13" y="20"/>
                    <a:pt x="12" y="17"/>
                    <a:pt x="13" y="13"/>
                  </a:cubicBezTo>
                  <a:cubicBezTo>
                    <a:pt x="14" y="9"/>
                    <a:pt x="17" y="9"/>
                    <a:pt x="19" y="10"/>
                  </a:cubicBezTo>
                  <a:cubicBezTo>
                    <a:pt x="19" y="8"/>
                    <a:pt x="20" y="6"/>
                    <a:pt x="22" y="4"/>
                  </a:cubicBezTo>
                  <a:cubicBezTo>
                    <a:pt x="24" y="3"/>
                    <a:pt x="26" y="4"/>
                    <a:pt x="28" y="6"/>
                  </a:cubicBezTo>
                  <a:cubicBezTo>
                    <a:pt x="28" y="3"/>
                    <a:pt x="29" y="1"/>
                    <a:pt x="31" y="1"/>
                  </a:cubicBezTo>
                  <a:cubicBezTo>
                    <a:pt x="34" y="0"/>
                    <a:pt x="37" y="1"/>
                    <a:pt x="39" y="3"/>
                  </a:cubicBezTo>
                  <a:cubicBezTo>
                    <a:pt x="39" y="2"/>
                    <a:pt x="39" y="2"/>
                    <a:pt x="40" y="1"/>
                  </a:cubicBezTo>
                  <a:cubicBezTo>
                    <a:pt x="41" y="0"/>
                    <a:pt x="41" y="0"/>
                    <a:pt x="42" y="1"/>
                  </a:cubicBezTo>
                  <a:cubicBezTo>
                    <a:pt x="47" y="3"/>
                    <a:pt x="50" y="9"/>
                    <a:pt x="51" y="14"/>
                  </a:cubicBezTo>
                  <a:cubicBezTo>
                    <a:pt x="52" y="19"/>
                    <a:pt x="51" y="25"/>
                    <a:pt x="52" y="30"/>
                  </a:cubicBezTo>
                  <a:cubicBezTo>
                    <a:pt x="53" y="35"/>
                    <a:pt x="56" y="41"/>
                    <a:pt x="58" y="46"/>
                  </a:cubicBezTo>
                  <a:cubicBezTo>
                    <a:pt x="58" y="46"/>
                    <a:pt x="58" y="47"/>
                    <a:pt x="57" y="47"/>
                  </a:cubicBezTo>
                  <a:cubicBezTo>
                    <a:pt x="58" y="52"/>
                    <a:pt x="54" y="57"/>
                    <a:pt x="48" y="59"/>
                  </a:cubicBezTo>
                  <a:cubicBezTo>
                    <a:pt x="38" y="61"/>
                    <a:pt x="32" y="49"/>
                    <a:pt x="28" y="43"/>
                  </a:cubicBezTo>
                  <a:cubicBezTo>
                    <a:pt x="26" y="41"/>
                    <a:pt x="23" y="41"/>
                    <a:pt x="21" y="40"/>
                  </a:cubicBezTo>
                  <a:cubicBezTo>
                    <a:pt x="17" y="39"/>
                    <a:pt x="14" y="37"/>
                    <a:pt x="11" y="35"/>
                  </a:cubicBezTo>
                  <a:cubicBezTo>
                    <a:pt x="9" y="32"/>
                    <a:pt x="8" y="29"/>
                    <a:pt x="5" y="26"/>
                  </a:cubicBezTo>
                  <a:cubicBezTo>
                    <a:pt x="4" y="25"/>
                    <a:pt x="2" y="24"/>
                    <a:pt x="0" y="23"/>
                  </a:cubicBezTo>
                  <a:cubicBezTo>
                    <a:pt x="5" y="16"/>
                    <a:pt x="14" y="23"/>
                    <a:pt x="14" y="23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" name="Freeform 539">
              <a:extLst>
                <a:ext uri="{FF2B5EF4-FFF2-40B4-BE49-F238E27FC236}">
                  <a16:creationId xmlns:a16="http://schemas.microsoft.com/office/drawing/2014/main" id="{6D119797-1AC6-4FDC-B584-D8A3A5D9D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2438" y="4038600"/>
              <a:ext cx="415925" cy="747713"/>
            </a:xfrm>
            <a:custGeom>
              <a:avLst/>
              <a:gdLst>
                <a:gd name="T0" fmla="*/ 9 w 111"/>
                <a:gd name="T1" fmla="*/ 146 h 199"/>
                <a:gd name="T2" fmla="*/ 69 w 111"/>
                <a:gd name="T3" fmla="*/ 94 h 199"/>
                <a:gd name="T4" fmla="*/ 41 w 111"/>
                <a:gd name="T5" fmla="*/ 18 h 199"/>
                <a:gd name="T6" fmla="*/ 65 w 111"/>
                <a:gd name="T7" fmla="*/ 3 h 199"/>
                <a:gd name="T8" fmla="*/ 111 w 111"/>
                <a:gd name="T9" fmla="*/ 92 h 199"/>
                <a:gd name="T10" fmla="*/ 8 w 111"/>
                <a:gd name="T11" fmla="*/ 199 h 199"/>
                <a:gd name="T12" fmla="*/ 9 w 111"/>
                <a:gd name="T13" fmla="*/ 146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99">
                  <a:moveTo>
                    <a:pt x="9" y="146"/>
                  </a:moveTo>
                  <a:cubicBezTo>
                    <a:pt x="19" y="132"/>
                    <a:pt x="69" y="94"/>
                    <a:pt x="69" y="94"/>
                  </a:cubicBezTo>
                  <a:cubicBezTo>
                    <a:pt x="63" y="86"/>
                    <a:pt x="48" y="34"/>
                    <a:pt x="41" y="18"/>
                  </a:cubicBezTo>
                  <a:cubicBezTo>
                    <a:pt x="38" y="13"/>
                    <a:pt x="63" y="0"/>
                    <a:pt x="65" y="3"/>
                  </a:cubicBezTo>
                  <a:cubicBezTo>
                    <a:pt x="104" y="48"/>
                    <a:pt x="111" y="92"/>
                    <a:pt x="111" y="92"/>
                  </a:cubicBezTo>
                  <a:cubicBezTo>
                    <a:pt x="90" y="144"/>
                    <a:pt x="8" y="199"/>
                    <a:pt x="8" y="199"/>
                  </a:cubicBezTo>
                  <a:cubicBezTo>
                    <a:pt x="0" y="187"/>
                    <a:pt x="9" y="146"/>
                    <a:pt x="9" y="146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701" name="Group 700">
            <a:extLst>
              <a:ext uri="{FF2B5EF4-FFF2-40B4-BE49-F238E27FC236}">
                <a16:creationId xmlns:a16="http://schemas.microsoft.com/office/drawing/2014/main" id="{9F6BE39D-6005-49EC-BF2F-6E366004BC78}"/>
              </a:ext>
            </a:extLst>
          </p:cNvPr>
          <p:cNvGrpSpPr/>
          <p:nvPr/>
        </p:nvGrpSpPr>
        <p:grpSpPr>
          <a:xfrm>
            <a:off x="6238931" y="3679583"/>
            <a:ext cx="2181225" cy="2185988"/>
            <a:chOff x="6009482" y="4294188"/>
            <a:chExt cx="2181225" cy="2185988"/>
          </a:xfrm>
        </p:grpSpPr>
        <p:sp>
          <p:nvSpPr>
            <p:cNvPr id="225" name="Rectangle 540">
              <a:extLst>
                <a:ext uri="{FF2B5EF4-FFF2-40B4-BE49-F238E27FC236}">
                  <a16:creationId xmlns:a16="http://schemas.microsoft.com/office/drawing/2014/main" id="{DEA91575-F97C-4913-9F3A-F53999A8B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2144" y="5822950"/>
              <a:ext cx="82550" cy="277813"/>
            </a:xfrm>
            <a:prstGeom prst="rect">
              <a:avLst/>
            </a:prstGeom>
            <a:solidFill>
              <a:srgbClr val="3C3E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" name="Freeform 541">
              <a:extLst>
                <a:ext uri="{FF2B5EF4-FFF2-40B4-BE49-F238E27FC236}">
                  <a16:creationId xmlns:a16="http://schemas.microsoft.com/office/drawing/2014/main" id="{B2DB73EC-7DF9-4ECA-8BB8-E5D90E66B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4694" y="6251575"/>
              <a:ext cx="150813" cy="139700"/>
            </a:xfrm>
            <a:custGeom>
              <a:avLst/>
              <a:gdLst>
                <a:gd name="T0" fmla="*/ 36 w 40"/>
                <a:gd name="T1" fmla="*/ 37 h 37"/>
                <a:gd name="T2" fmla="*/ 40 w 40"/>
                <a:gd name="T3" fmla="*/ 37 h 37"/>
                <a:gd name="T4" fmla="*/ 40 w 40"/>
                <a:gd name="T5" fmla="*/ 19 h 37"/>
                <a:gd name="T6" fmla="*/ 37 w 40"/>
                <a:gd name="T7" fmla="*/ 9 h 37"/>
                <a:gd name="T8" fmla="*/ 27 w 40"/>
                <a:gd name="T9" fmla="*/ 3 h 37"/>
                <a:gd name="T10" fmla="*/ 21 w 40"/>
                <a:gd name="T11" fmla="*/ 0 h 37"/>
                <a:gd name="T12" fmla="*/ 0 w 40"/>
                <a:gd name="T13" fmla="*/ 0 h 37"/>
                <a:gd name="T14" fmla="*/ 0 w 40"/>
                <a:gd name="T15" fmla="*/ 7 h 37"/>
                <a:gd name="T16" fmla="*/ 21 w 40"/>
                <a:gd name="T17" fmla="*/ 7 h 37"/>
                <a:gd name="T18" fmla="*/ 34 w 40"/>
                <a:gd name="T19" fmla="*/ 13 h 37"/>
                <a:gd name="T20" fmla="*/ 36 w 40"/>
                <a:gd name="T21" fmla="*/ 19 h 37"/>
                <a:gd name="T22" fmla="*/ 36 w 40"/>
                <a:gd name="T2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" h="37">
                  <a:moveTo>
                    <a:pt x="36" y="37"/>
                  </a:moveTo>
                  <a:cubicBezTo>
                    <a:pt x="40" y="37"/>
                    <a:pt x="40" y="37"/>
                    <a:pt x="40" y="3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5"/>
                    <a:pt x="40" y="12"/>
                    <a:pt x="37" y="9"/>
                  </a:cubicBezTo>
                  <a:cubicBezTo>
                    <a:pt x="35" y="7"/>
                    <a:pt x="31" y="3"/>
                    <a:pt x="27" y="3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4" y="7"/>
                    <a:pt x="31" y="9"/>
                    <a:pt x="34" y="13"/>
                  </a:cubicBezTo>
                  <a:cubicBezTo>
                    <a:pt x="35" y="14"/>
                    <a:pt x="36" y="17"/>
                    <a:pt x="36" y="19"/>
                  </a:cubicBezTo>
                  <a:lnTo>
                    <a:pt x="36" y="37"/>
                  </a:lnTo>
                  <a:close/>
                </a:path>
              </a:pathLst>
            </a:cu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" name="Freeform 542">
              <a:extLst>
                <a:ext uri="{FF2B5EF4-FFF2-40B4-BE49-F238E27FC236}">
                  <a16:creationId xmlns:a16="http://schemas.microsoft.com/office/drawing/2014/main" id="{F665D05E-7979-43D9-AF0E-1BF74D973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1057" y="6375400"/>
              <a:ext cx="74613" cy="74613"/>
            </a:xfrm>
            <a:custGeom>
              <a:avLst/>
              <a:gdLst>
                <a:gd name="T0" fmla="*/ 20 w 20"/>
                <a:gd name="T1" fmla="*/ 10 h 20"/>
                <a:gd name="T2" fmla="*/ 19 w 20"/>
                <a:gd name="T3" fmla="*/ 11 h 20"/>
                <a:gd name="T4" fmla="*/ 10 w 20"/>
                <a:gd name="T5" fmla="*/ 20 h 20"/>
                <a:gd name="T6" fmla="*/ 0 w 20"/>
                <a:gd name="T7" fmla="*/ 11 h 20"/>
                <a:gd name="T8" fmla="*/ 0 w 20"/>
                <a:gd name="T9" fmla="*/ 10 h 20"/>
                <a:gd name="T10" fmla="*/ 10 w 20"/>
                <a:gd name="T11" fmla="*/ 0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0"/>
                    <a:pt x="20" y="11"/>
                    <a:pt x="19" y="11"/>
                  </a:cubicBezTo>
                  <a:cubicBezTo>
                    <a:pt x="19" y="16"/>
                    <a:pt x="15" y="20"/>
                    <a:pt x="10" y="20"/>
                  </a:cubicBezTo>
                  <a:cubicBezTo>
                    <a:pt x="5" y="20"/>
                    <a:pt x="1" y="16"/>
                    <a:pt x="0" y="11"/>
                  </a:cubicBezTo>
                  <a:cubicBezTo>
                    <a:pt x="0" y="11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</a:path>
              </a:pathLst>
            </a:custGeom>
            <a:solidFill>
              <a:srgbClr val="2C2C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" name="Freeform 543">
              <a:extLst>
                <a:ext uri="{FF2B5EF4-FFF2-40B4-BE49-F238E27FC236}">
                  <a16:creationId xmlns:a16="http://schemas.microsoft.com/office/drawing/2014/main" id="{ADDB023F-DEFD-40D5-B44A-27481F246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1057" y="6375400"/>
              <a:ext cx="74613" cy="41275"/>
            </a:xfrm>
            <a:custGeom>
              <a:avLst/>
              <a:gdLst>
                <a:gd name="T0" fmla="*/ 20 w 20"/>
                <a:gd name="T1" fmla="*/ 10 h 11"/>
                <a:gd name="T2" fmla="*/ 19 w 20"/>
                <a:gd name="T3" fmla="*/ 11 h 11"/>
                <a:gd name="T4" fmla="*/ 0 w 20"/>
                <a:gd name="T5" fmla="*/ 11 h 11"/>
                <a:gd name="T6" fmla="*/ 0 w 20"/>
                <a:gd name="T7" fmla="*/ 10 h 11"/>
                <a:gd name="T8" fmla="*/ 10 w 20"/>
                <a:gd name="T9" fmla="*/ 0 h 11"/>
                <a:gd name="T10" fmla="*/ 20 w 20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1">
                  <a:moveTo>
                    <a:pt x="20" y="10"/>
                  </a:moveTo>
                  <a:cubicBezTo>
                    <a:pt x="20" y="10"/>
                    <a:pt x="20" y="11"/>
                    <a:pt x="1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20" y="4"/>
                    <a:pt x="20" y="10"/>
                  </a:cubicBezTo>
                  <a:close/>
                </a:path>
              </a:pathLst>
            </a:cu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" name="Freeform 544">
              <a:extLst>
                <a:ext uri="{FF2B5EF4-FFF2-40B4-BE49-F238E27FC236}">
                  <a16:creationId xmlns:a16="http://schemas.microsoft.com/office/drawing/2014/main" id="{EA3899EC-7CE0-4CFC-99EE-77EBC0674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757" y="6251575"/>
              <a:ext cx="179388" cy="139700"/>
            </a:xfrm>
            <a:custGeom>
              <a:avLst/>
              <a:gdLst>
                <a:gd name="T0" fmla="*/ 8 w 48"/>
                <a:gd name="T1" fmla="*/ 37 h 37"/>
                <a:gd name="T2" fmla="*/ 0 w 48"/>
                <a:gd name="T3" fmla="*/ 37 h 37"/>
                <a:gd name="T4" fmla="*/ 0 w 48"/>
                <a:gd name="T5" fmla="*/ 19 h 37"/>
                <a:gd name="T6" fmla="*/ 5 w 48"/>
                <a:gd name="T7" fmla="*/ 9 h 37"/>
                <a:gd name="T8" fmla="*/ 16 w 48"/>
                <a:gd name="T9" fmla="*/ 3 h 37"/>
                <a:gd name="T10" fmla="*/ 22 w 48"/>
                <a:gd name="T11" fmla="*/ 0 h 37"/>
                <a:gd name="T12" fmla="*/ 48 w 48"/>
                <a:gd name="T13" fmla="*/ 0 h 37"/>
                <a:gd name="T14" fmla="*/ 48 w 48"/>
                <a:gd name="T15" fmla="*/ 7 h 37"/>
                <a:gd name="T16" fmla="*/ 22 w 48"/>
                <a:gd name="T17" fmla="*/ 7 h 37"/>
                <a:gd name="T18" fmla="*/ 10 w 48"/>
                <a:gd name="T19" fmla="*/ 13 h 37"/>
                <a:gd name="T20" fmla="*/ 8 w 48"/>
                <a:gd name="T21" fmla="*/ 19 h 37"/>
                <a:gd name="T22" fmla="*/ 8 w 48"/>
                <a:gd name="T2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37">
                  <a:moveTo>
                    <a:pt x="8" y="37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5"/>
                    <a:pt x="2" y="12"/>
                    <a:pt x="5" y="9"/>
                  </a:cubicBezTo>
                  <a:cubicBezTo>
                    <a:pt x="7" y="7"/>
                    <a:pt x="11" y="3"/>
                    <a:pt x="16" y="3"/>
                  </a:cubicBezTo>
                  <a:cubicBezTo>
                    <a:pt x="19" y="2"/>
                    <a:pt x="21" y="0"/>
                    <a:pt x="22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19" y="7"/>
                    <a:pt x="13" y="9"/>
                    <a:pt x="10" y="13"/>
                  </a:cubicBezTo>
                  <a:cubicBezTo>
                    <a:pt x="8" y="14"/>
                    <a:pt x="8" y="17"/>
                    <a:pt x="8" y="19"/>
                  </a:cubicBezTo>
                  <a:lnTo>
                    <a:pt x="8" y="37"/>
                  </a:lnTo>
                  <a:close/>
                </a:path>
              </a:pathLst>
            </a:cu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" name="Freeform 545">
              <a:extLst>
                <a:ext uri="{FF2B5EF4-FFF2-40B4-BE49-F238E27FC236}">
                  <a16:creationId xmlns:a16="http://schemas.microsoft.com/office/drawing/2014/main" id="{38631CC2-1804-4B0B-9A39-30C6B1524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882" y="6375400"/>
              <a:ext cx="71438" cy="74613"/>
            </a:xfrm>
            <a:custGeom>
              <a:avLst/>
              <a:gdLst>
                <a:gd name="T0" fmla="*/ 0 w 19"/>
                <a:gd name="T1" fmla="*/ 10 h 20"/>
                <a:gd name="T2" fmla="*/ 0 w 19"/>
                <a:gd name="T3" fmla="*/ 11 h 20"/>
                <a:gd name="T4" fmla="*/ 9 w 19"/>
                <a:gd name="T5" fmla="*/ 20 h 20"/>
                <a:gd name="T6" fmla="*/ 19 w 19"/>
                <a:gd name="T7" fmla="*/ 11 h 20"/>
                <a:gd name="T8" fmla="*/ 19 w 19"/>
                <a:gd name="T9" fmla="*/ 10 h 20"/>
                <a:gd name="T10" fmla="*/ 9 w 19"/>
                <a:gd name="T11" fmla="*/ 0 h 20"/>
                <a:gd name="T12" fmla="*/ 0 w 19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cubicBezTo>
                    <a:pt x="0" y="10"/>
                    <a:pt x="0" y="11"/>
                    <a:pt x="0" y="11"/>
                  </a:cubicBezTo>
                  <a:cubicBezTo>
                    <a:pt x="0" y="16"/>
                    <a:pt x="4" y="20"/>
                    <a:pt x="9" y="20"/>
                  </a:cubicBezTo>
                  <a:cubicBezTo>
                    <a:pt x="14" y="20"/>
                    <a:pt x="18" y="16"/>
                    <a:pt x="19" y="11"/>
                  </a:cubicBezTo>
                  <a:cubicBezTo>
                    <a:pt x="19" y="11"/>
                    <a:pt x="19" y="10"/>
                    <a:pt x="19" y="10"/>
                  </a:cubicBez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2C2C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" name="Freeform 546">
              <a:extLst>
                <a:ext uri="{FF2B5EF4-FFF2-40B4-BE49-F238E27FC236}">
                  <a16:creationId xmlns:a16="http://schemas.microsoft.com/office/drawing/2014/main" id="{B345D101-EE70-48F2-B2EB-AD9B7998A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882" y="6375400"/>
              <a:ext cx="71438" cy="41275"/>
            </a:xfrm>
            <a:custGeom>
              <a:avLst/>
              <a:gdLst>
                <a:gd name="T0" fmla="*/ 0 w 19"/>
                <a:gd name="T1" fmla="*/ 10 h 11"/>
                <a:gd name="T2" fmla="*/ 0 w 19"/>
                <a:gd name="T3" fmla="*/ 11 h 11"/>
                <a:gd name="T4" fmla="*/ 19 w 19"/>
                <a:gd name="T5" fmla="*/ 11 h 11"/>
                <a:gd name="T6" fmla="*/ 19 w 19"/>
                <a:gd name="T7" fmla="*/ 10 h 11"/>
                <a:gd name="T8" fmla="*/ 9 w 19"/>
                <a:gd name="T9" fmla="*/ 0 h 11"/>
                <a:gd name="T10" fmla="*/ 0 w 19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1">
                  <a:moveTo>
                    <a:pt x="0" y="10"/>
                  </a:moveTo>
                  <a:cubicBezTo>
                    <a:pt x="0" y="10"/>
                    <a:pt x="0" y="11"/>
                    <a:pt x="0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0"/>
                    <a:pt x="19" y="10"/>
                  </a:cubicBez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2" name="Rectangle 547">
              <a:extLst>
                <a:ext uri="{FF2B5EF4-FFF2-40B4-BE49-F238E27FC236}">
                  <a16:creationId xmlns:a16="http://schemas.microsoft.com/office/drawing/2014/main" id="{489A88EF-BAC1-4438-BCCF-6C3D7FCC7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9132" y="6278563"/>
              <a:ext cx="30163" cy="112713"/>
            </a:xfrm>
            <a:prstGeom prst="rect">
              <a:avLst/>
            </a:pr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" name="Freeform 548">
              <a:extLst>
                <a:ext uri="{FF2B5EF4-FFF2-40B4-BE49-F238E27FC236}">
                  <a16:creationId xmlns:a16="http://schemas.microsoft.com/office/drawing/2014/main" id="{D4599ABE-3E2F-4D4F-9706-F195D393B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969" y="6375400"/>
              <a:ext cx="71438" cy="74613"/>
            </a:xfrm>
            <a:custGeom>
              <a:avLst/>
              <a:gdLst>
                <a:gd name="T0" fmla="*/ 19 w 19"/>
                <a:gd name="T1" fmla="*/ 10 h 20"/>
                <a:gd name="T2" fmla="*/ 19 w 19"/>
                <a:gd name="T3" fmla="*/ 11 h 20"/>
                <a:gd name="T4" fmla="*/ 10 w 19"/>
                <a:gd name="T5" fmla="*/ 20 h 20"/>
                <a:gd name="T6" fmla="*/ 0 w 19"/>
                <a:gd name="T7" fmla="*/ 11 h 20"/>
                <a:gd name="T8" fmla="*/ 0 w 19"/>
                <a:gd name="T9" fmla="*/ 10 h 20"/>
                <a:gd name="T10" fmla="*/ 10 w 19"/>
                <a:gd name="T11" fmla="*/ 0 h 20"/>
                <a:gd name="T12" fmla="*/ 19 w 19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20">
                  <a:moveTo>
                    <a:pt x="19" y="10"/>
                  </a:moveTo>
                  <a:cubicBezTo>
                    <a:pt x="19" y="10"/>
                    <a:pt x="19" y="11"/>
                    <a:pt x="19" y="11"/>
                  </a:cubicBezTo>
                  <a:cubicBezTo>
                    <a:pt x="19" y="16"/>
                    <a:pt x="15" y="20"/>
                    <a:pt x="10" y="20"/>
                  </a:cubicBezTo>
                  <a:cubicBezTo>
                    <a:pt x="5" y="20"/>
                    <a:pt x="0" y="16"/>
                    <a:pt x="0" y="11"/>
                  </a:cubicBezTo>
                  <a:cubicBezTo>
                    <a:pt x="0" y="11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19" y="4"/>
                    <a:pt x="19" y="10"/>
                  </a:cubicBezTo>
                  <a:close/>
                </a:path>
              </a:pathLst>
            </a:custGeom>
            <a:solidFill>
              <a:srgbClr val="2C2C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" name="Freeform 549">
              <a:extLst>
                <a:ext uri="{FF2B5EF4-FFF2-40B4-BE49-F238E27FC236}">
                  <a16:creationId xmlns:a16="http://schemas.microsoft.com/office/drawing/2014/main" id="{09008E8D-D39C-4CB8-9E08-DAB211069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969" y="6375400"/>
              <a:ext cx="71438" cy="41275"/>
            </a:xfrm>
            <a:custGeom>
              <a:avLst/>
              <a:gdLst>
                <a:gd name="T0" fmla="*/ 19 w 19"/>
                <a:gd name="T1" fmla="*/ 10 h 11"/>
                <a:gd name="T2" fmla="*/ 19 w 19"/>
                <a:gd name="T3" fmla="*/ 11 h 11"/>
                <a:gd name="T4" fmla="*/ 0 w 19"/>
                <a:gd name="T5" fmla="*/ 11 h 11"/>
                <a:gd name="T6" fmla="*/ 0 w 19"/>
                <a:gd name="T7" fmla="*/ 10 h 11"/>
                <a:gd name="T8" fmla="*/ 10 w 19"/>
                <a:gd name="T9" fmla="*/ 0 h 11"/>
                <a:gd name="T10" fmla="*/ 19 w 19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1">
                  <a:moveTo>
                    <a:pt x="19" y="10"/>
                  </a:moveTo>
                  <a:cubicBezTo>
                    <a:pt x="19" y="10"/>
                    <a:pt x="19" y="11"/>
                    <a:pt x="1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5" y="0"/>
                    <a:pt x="19" y="4"/>
                    <a:pt x="19" y="10"/>
                  </a:cubicBezTo>
                  <a:close/>
                </a:path>
              </a:pathLst>
            </a:cu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5" name="Rectangle 550">
              <a:extLst>
                <a:ext uri="{FF2B5EF4-FFF2-40B4-BE49-F238E27FC236}">
                  <a16:creationId xmlns:a16="http://schemas.microsoft.com/office/drawing/2014/main" id="{245F5201-5ECD-4D7B-9C1C-3907B9C52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6744" y="6059488"/>
              <a:ext cx="123825" cy="233363"/>
            </a:xfrm>
            <a:prstGeom prst="rect">
              <a:avLst/>
            </a:pr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6" name="Rectangle 551">
              <a:extLst>
                <a:ext uri="{FF2B5EF4-FFF2-40B4-BE49-F238E27FC236}">
                  <a16:creationId xmlns:a16="http://schemas.microsoft.com/office/drawing/2014/main" id="{D54FAC55-4D57-4362-95B6-BB286A33E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8319" y="5797550"/>
              <a:ext cx="301625" cy="55563"/>
            </a:xfrm>
            <a:prstGeom prst="rect">
              <a:avLst/>
            </a:pr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7" name="Rectangle 552">
              <a:extLst>
                <a:ext uri="{FF2B5EF4-FFF2-40B4-BE49-F238E27FC236}">
                  <a16:creationId xmlns:a16="http://schemas.microsoft.com/office/drawing/2014/main" id="{A947661A-8960-4A20-A33D-E12FD8D5C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7857" y="5605463"/>
              <a:ext cx="96838" cy="134938"/>
            </a:xfrm>
            <a:prstGeom prst="rect">
              <a:avLst/>
            </a:pr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8" name="Freeform 553">
              <a:extLst>
                <a:ext uri="{FF2B5EF4-FFF2-40B4-BE49-F238E27FC236}">
                  <a16:creationId xmlns:a16="http://schemas.microsoft.com/office/drawing/2014/main" id="{170EB85E-89BD-4F57-867C-0925F42FC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0507" y="5492750"/>
              <a:ext cx="195263" cy="277813"/>
            </a:xfrm>
            <a:custGeom>
              <a:avLst/>
              <a:gdLst>
                <a:gd name="T0" fmla="*/ 52 w 52"/>
                <a:gd name="T1" fmla="*/ 63 h 74"/>
                <a:gd name="T2" fmla="*/ 52 w 52"/>
                <a:gd name="T3" fmla="*/ 74 h 74"/>
                <a:gd name="T4" fmla="*/ 23 w 52"/>
                <a:gd name="T5" fmla="*/ 74 h 74"/>
                <a:gd name="T6" fmla="*/ 8 w 52"/>
                <a:gd name="T7" fmla="*/ 68 h 74"/>
                <a:gd name="T8" fmla="*/ 1 w 52"/>
                <a:gd name="T9" fmla="*/ 52 h 74"/>
                <a:gd name="T10" fmla="*/ 1 w 52"/>
                <a:gd name="T11" fmla="*/ 43 h 74"/>
                <a:gd name="T12" fmla="*/ 1 w 52"/>
                <a:gd name="T13" fmla="*/ 0 h 74"/>
                <a:gd name="T14" fmla="*/ 12 w 52"/>
                <a:gd name="T15" fmla="*/ 0 h 74"/>
                <a:gd name="T16" fmla="*/ 12 w 52"/>
                <a:gd name="T17" fmla="*/ 43 h 74"/>
                <a:gd name="T18" fmla="*/ 16 w 52"/>
                <a:gd name="T19" fmla="*/ 61 h 74"/>
                <a:gd name="T20" fmla="*/ 23 w 52"/>
                <a:gd name="T21" fmla="*/ 63 h 74"/>
                <a:gd name="T22" fmla="*/ 52 w 52"/>
                <a:gd name="T23" fmla="*/ 6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4">
                  <a:moveTo>
                    <a:pt x="52" y="63"/>
                  </a:moveTo>
                  <a:cubicBezTo>
                    <a:pt x="52" y="74"/>
                    <a:pt x="52" y="74"/>
                    <a:pt x="52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7" y="74"/>
                    <a:pt x="12" y="73"/>
                    <a:pt x="8" y="68"/>
                  </a:cubicBezTo>
                  <a:cubicBezTo>
                    <a:pt x="4" y="64"/>
                    <a:pt x="2" y="59"/>
                    <a:pt x="1" y="52"/>
                  </a:cubicBezTo>
                  <a:cubicBezTo>
                    <a:pt x="0" y="47"/>
                    <a:pt x="1" y="44"/>
                    <a:pt x="1" y="4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7"/>
                    <a:pt x="11" y="56"/>
                    <a:pt x="16" y="61"/>
                  </a:cubicBezTo>
                  <a:cubicBezTo>
                    <a:pt x="18" y="63"/>
                    <a:pt x="20" y="63"/>
                    <a:pt x="23" y="63"/>
                  </a:cubicBezTo>
                  <a:lnTo>
                    <a:pt x="52" y="63"/>
                  </a:lnTo>
                  <a:close/>
                </a:path>
              </a:pathLst>
            </a:cu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9" name="Freeform 554">
              <a:extLst>
                <a:ext uri="{FF2B5EF4-FFF2-40B4-BE49-F238E27FC236}">
                  <a16:creationId xmlns:a16="http://schemas.microsoft.com/office/drawing/2014/main" id="{EF509DEA-ADC2-40E0-8477-C65CD5AA9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7007" y="5467350"/>
              <a:ext cx="173038" cy="77788"/>
            </a:xfrm>
            <a:custGeom>
              <a:avLst/>
              <a:gdLst>
                <a:gd name="T0" fmla="*/ 46 w 46"/>
                <a:gd name="T1" fmla="*/ 10 h 21"/>
                <a:gd name="T2" fmla="*/ 46 w 46"/>
                <a:gd name="T3" fmla="*/ 12 h 21"/>
                <a:gd name="T4" fmla="*/ 36 w 46"/>
                <a:gd name="T5" fmla="*/ 21 h 21"/>
                <a:gd name="T6" fmla="*/ 9 w 46"/>
                <a:gd name="T7" fmla="*/ 21 h 21"/>
                <a:gd name="T8" fmla="*/ 0 w 46"/>
                <a:gd name="T9" fmla="*/ 12 h 21"/>
                <a:gd name="T10" fmla="*/ 0 w 46"/>
                <a:gd name="T11" fmla="*/ 10 h 21"/>
                <a:gd name="T12" fmla="*/ 9 w 46"/>
                <a:gd name="T13" fmla="*/ 0 h 21"/>
                <a:gd name="T14" fmla="*/ 36 w 46"/>
                <a:gd name="T15" fmla="*/ 0 h 21"/>
                <a:gd name="T16" fmla="*/ 37 w 46"/>
                <a:gd name="T17" fmla="*/ 0 h 21"/>
                <a:gd name="T18" fmla="*/ 41 w 46"/>
                <a:gd name="T19" fmla="*/ 1 h 21"/>
                <a:gd name="T20" fmla="*/ 41 w 46"/>
                <a:gd name="T21" fmla="*/ 2 h 21"/>
                <a:gd name="T22" fmla="*/ 46 w 46"/>
                <a:gd name="T23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" h="21">
                  <a:moveTo>
                    <a:pt x="46" y="10"/>
                  </a:moveTo>
                  <a:cubicBezTo>
                    <a:pt x="46" y="12"/>
                    <a:pt x="46" y="12"/>
                    <a:pt x="46" y="12"/>
                  </a:cubicBezTo>
                  <a:cubicBezTo>
                    <a:pt x="46" y="17"/>
                    <a:pt x="42" y="21"/>
                    <a:pt x="36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4" y="21"/>
                    <a:pt x="0" y="17"/>
                    <a:pt x="0" y="1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0"/>
                    <a:pt x="40" y="1"/>
                    <a:pt x="41" y="1"/>
                  </a:cubicBezTo>
                  <a:cubicBezTo>
                    <a:pt x="41" y="1"/>
                    <a:pt x="41" y="2"/>
                    <a:pt x="41" y="2"/>
                  </a:cubicBezTo>
                  <a:cubicBezTo>
                    <a:pt x="44" y="3"/>
                    <a:pt x="46" y="6"/>
                    <a:pt x="46" y="10"/>
                  </a:cubicBezTo>
                  <a:close/>
                </a:path>
              </a:pathLst>
            </a:custGeom>
            <a:solidFill>
              <a:srgbClr val="854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" name="Freeform 555">
              <a:extLst>
                <a:ext uri="{FF2B5EF4-FFF2-40B4-BE49-F238E27FC236}">
                  <a16:creationId xmlns:a16="http://schemas.microsoft.com/office/drawing/2014/main" id="{EA67ECC8-C63B-471F-BF7A-42D604E4C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6782" y="5492750"/>
              <a:ext cx="192088" cy="277813"/>
            </a:xfrm>
            <a:custGeom>
              <a:avLst/>
              <a:gdLst>
                <a:gd name="T0" fmla="*/ 0 w 51"/>
                <a:gd name="T1" fmla="*/ 63 h 74"/>
                <a:gd name="T2" fmla="*/ 0 w 51"/>
                <a:gd name="T3" fmla="*/ 74 h 74"/>
                <a:gd name="T4" fmla="*/ 28 w 51"/>
                <a:gd name="T5" fmla="*/ 74 h 74"/>
                <a:gd name="T6" fmla="*/ 43 w 51"/>
                <a:gd name="T7" fmla="*/ 68 h 74"/>
                <a:gd name="T8" fmla="*/ 51 w 51"/>
                <a:gd name="T9" fmla="*/ 52 h 74"/>
                <a:gd name="T10" fmla="*/ 51 w 51"/>
                <a:gd name="T11" fmla="*/ 43 h 74"/>
                <a:gd name="T12" fmla="*/ 51 w 51"/>
                <a:gd name="T13" fmla="*/ 0 h 74"/>
                <a:gd name="T14" fmla="*/ 40 w 51"/>
                <a:gd name="T15" fmla="*/ 0 h 74"/>
                <a:gd name="T16" fmla="*/ 40 w 51"/>
                <a:gd name="T17" fmla="*/ 43 h 74"/>
                <a:gd name="T18" fmla="*/ 35 w 51"/>
                <a:gd name="T19" fmla="*/ 61 h 74"/>
                <a:gd name="T20" fmla="*/ 28 w 51"/>
                <a:gd name="T21" fmla="*/ 63 h 74"/>
                <a:gd name="T22" fmla="*/ 0 w 51"/>
                <a:gd name="T23" fmla="*/ 6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" h="74">
                  <a:moveTo>
                    <a:pt x="0" y="63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34" y="74"/>
                    <a:pt x="39" y="73"/>
                    <a:pt x="43" y="68"/>
                  </a:cubicBezTo>
                  <a:cubicBezTo>
                    <a:pt x="47" y="64"/>
                    <a:pt x="50" y="59"/>
                    <a:pt x="51" y="52"/>
                  </a:cubicBezTo>
                  <a:cubicBezTo>
                    <a:pt x="51" y="47"/>
                    <a:pt x="51" y="44"/>
                    <a:pt x="51" y="43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7"/>
                    <a:pt x="40" y="56"/>
                    <a:pt x="35" y="61"/>
                  </a:cubicBezTo>
                  <a:cubicBezTo>
                    <a:pt x="33" y="63"/>
                    <a:pt x="31" y="63"/>
                    <a:pt x="28" y="63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6F72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1" name="Freeform 556">
              <a:extLst>
                <a:ext uri="{FF2B5EF4-FFF2-40B4-BE49-F238E27FC236}">
                  <a16:creationId xmlns:a16="http://schemas.microsoft.com/office/drawing/2014/main" id="{E9258556-6F6B-4F06-8EAE-4BFD3C785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332" y="5454650"/>
              <a:ext cx="180975" cy="79375"/>
            </a:xfrm>
            <a:custGeom>
              <a:avLst/>
              <a:gdLst>
                <a:gd name="T0" fmla="*/ 48 w 48"/>
                <a:gd name="T1" fmla="*/ 12 h 21"/>
                <a:gd name="T2" fmla="*/ 37 w 48"/>
                <a:gd name="T3" fmla="*/ 0 h 21"/>
                <a:gd name="T4" fmla="*/ 10 w 48"/>
                <a:gd name="T5" fmla="*/ 0 h 21"/>
                <a:gd name="T6" fmla="*/ 0 w 48"/>
                <a:gd name="T7" fmla="*/ 12 h 21"/>
                <a:gd name="T8" fmla="*/ 0 w 48"/>
                <a:gd name="T9" fmla="*/ 14 h 21"/>
                <a:gd name="T10" fmla="*/ 10 w 48"/>
                <a:gd name="T11" fmla="*/ 21 h 21"/>
                <a:gd name="T12" fmla="*/ 37 w 48"/>
                <a:gd name="T13" fmla="*/ 21 h 21"/>
                <a:gd name="T14" fmla="*/ 48 w 48"/>
                <a:gd name="T15" fmla="*/ 14 h 21"/>
                <a:gd name="T16" fmla="*/ 48 w 48"/>
                <a:gd name="T17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21">
                  <a:moveTo>
                    <a:pt x="48" y="12"/>
                  </a:moveTo>
                  <a:cubicBezTo>
                    <a:pt x="48" y="6"/>
                    <a:pt x="42" y="0"/>
                    <a:pt x="3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9"/>
                    <a:pt x="5" y="21"/>
                    <a:pt x="10" y="21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42" y="21"/>
                    <a:pt x="48" y="19"/>
                    <a:pt x="48" y="14"/>
                  </a:cubicBezTo>
                  <a:lnTo>
                    <a:pt x="48" y="12"/>
                  </a:lnTo>
                  <a:close/>
                </a:path>
              </a:pathLst>
            </a:custGeom>
            <a:solidFill>
              <a:srgbClr val="854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2" name="Freeform 557">
              <a:extLst>
                <a:ext uri="{FF2B5EF4-FFF2-40B4-BE49-F238E27FC236}">
                  <a16:creationId xmlns:a16="http://schemas.microsoft.com/office/drawing/2014/main" id="{32FE4796-287D-4D58-BC18-AFED43BDD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69" y="5041900"/>
              <a:ext cx="520700" cy="657225"/>
            </a:xfrm>
            <a:custGeom>
              <a:avLst/>
              <a:gdLst>
                <a:gd name="T0" fmla="*/ 139 w 139"/>
                <a:gd name="T1" fmla="*/ 166 h 175"/>
                <a:gd name="T2" fmla="*/ 130 w 139"/>
                <a:gd name="T3" fmla="*/ 175 h 175"/>
                <a:gd name="T4" fmla="*/ 9 w 139"/>
                <a:gd name="T5" fmla="*/ 175 h 175"/>
                <a:gd name="T6" fmla="*/ 0 w 139"/>
                <a:gd name="T7" fmla="*/ 166 h 175"/>
                <a:gd name="T8" fmla="*/ 0 w 139"/>
                <a:gd name="T9" fmla="*/ 9 h 175"/>
                <a:gd name="T10" fmla="*/ 9 w 139"/>
                <a:gd name="T11" fmla="*/ 0 h 175"/>
                <a:gd name="T12" fmla="*/ 130 w 139"/>
                <a:gd name="T13" fmla="*/ 0 h 175"/>
                <a:gd name="T14" fmla="*/ 139 w 139"/>
                <a:gd name="T15" fmla="*/ 9 h 175"/>
                <a:gd name="T16" fmla="*/ 139 w 139"/>
                <a:gd name="T17" fmla="*/ 16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75">
                  <a:moveTo>
                    <a:pt x="139" y="166"/>
                  </a:moveTo>
                  <a:cubicBezTo>
                    <a:pt x="139" y="171"/>
                    <a:pt x="135" y="175"/>
                    <a:pt x="130" y="175"/>
                  </a:cubicBezTo>
                  <a:cubicBezTo>
                    <a:pt x="9" y="175"/>
                    <a:pt x="9" y="175"/>
                    <a:pt x="9" y="175"/>
                  </a:cubicBezTo>
                  <a:cubicBezTo>
                    <a:pt x="4" y="175"/>
                    <a:pt x="0" y="171"/>
                    <a:pt x="0" y="16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5" y="0"/>
                    <a:pt x="139" y="4"/>
                    <a:pt x="139" y="9"/>
                  </a:cubicBezTo>
                  <a:lnTo>
                    <a:pt x="139" y="166"/>
                  </a:ln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3" name="Freeform 558">
              <a:extLst>
                <a:ext uri="{FF2B5EF4-FFF2-40B4-BE49-F238E27FC236}">
                  <a16:creationId xmlns:a16="http://schemas.microsoft.com/office/drawing/2014/main" id="{80E9CCF9-A481-45C7-84BF-49AE288FF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3219" y="5699125"/>
              <a:ext cx="673100" cy="112713"/>
            </a:xfrm>
            <a:custGeom>
              <a:avLst/>
              <a:gdLst>
                <a:gd name="T0" fmla="*/ 179 w 179"/>
                <a:gd name="T1" fmla="*/ 19 h 30"/>
                <a:gd name="T2" fmla="*/ 169 w 179"/>
                <a:gd name="T3" fmla="*/ 30 h 30"/>
                <a:gd name="T4" fmla="*/ 10 w 179"/>
                <a:gd name="T5" fmla="*/ 30 h 30"/>
                <a:gd name="T6" fmla="*/ 0 w 179"/>
                <a:gd name="T7" fmla="*/ 19 h 30"/>
                <a:gd name="T8" fmla="*/ 0 w 179"/>
                <a:gd name="T9" fmla="*/ 11 h 30"/>
                <a:gd name="T10" fmla="*/ 10 w 179"/>
                <a:gd name="T11" fmla="*/ 0 h 30"/>
                <a:gd name="T12" fmla="*/ 169 w 179"/>
                <a:gd name="T13" fmla="*/ 0 h 30"/>
                <a:gd name="T14" fmla="*/ 179 w 179"/>
                <a:gd name="T15" fmla="*/ 11 h 30"/>
                <a:gd name="T16" fmla="*/ 179 w 17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9" h="30">
                  <a:moveTo>
                    <a:pt x="179" y="19"/>
                  </a:moveTo>
                  <a:cubicBezTo>
                    <a:pt x="179" y="25"/>
                    <a:pt x="175" y="30"/>
                    <a:pt x="169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5" y="30"/>
                    <a:pt x="0" y="25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75" y="0"/>
                    <a:pt x="179" y="5"/>
                    <a:pt x="179" y="11"/>
                  </a:cubicBezTo>
                  <a:lnTo>
                    <a:pt x="179" y="19"/>
                  </a:lnTo>
                  <a:close/>
                </a:path>
              </a:pathLst>
            </a:custGeom>
            <a:solidFill>
              <a:srgbClr val="8546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4" name="Freeform 559">
              <a:extLst>
                <a:ext uri="{FF2B5EF4-FFF2-40B4-BE49-F238E27FC236}">
                  <a16:creationId xmlns:a16="http://schemas.microsoft.com/office/drawing/2014/main" id="{A40DBCA2-F4B3-4D9B-84A0-BFB3E84E1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0894" y="6237288"/>
              <a:ext cx="171450" cy="201613"/>
            </a:xfrm>
            <a:custGeom>
              <a:avLst/>
              <a:gdLst>
                <a:gd name="T0" fmla="*/ 46 w 46"/>
                <a:gd name="T1" fmla="*/ 54 h 54"/>
                <a:gd name="T2" fmla="*/ 0 w 46"/>
                <a:gd name="T3" fmla="*/ 49 h 54"/>
                <a:gd name="T4" fmla="*/ 4 w 46"/>
                <a:gd name="T5" fmla="*/ 28 h 54"/>
                <a:gd name="T6" fmla="*/ 5 w 46"/>
                <a:gd name="T7" fmla="*/ 4 h 54"/>
                <a:gd name="T8" fmla="*/ 35 w 46"/>
                <a:gd name="T9" fmla="*/ 4 h 54"/>
                <a:gd name="T10" fmla="*/ 38 w 46"/>
                <a:gd name="T11" fmla="*/ 28 h 54"/>
                <a:gd name="T12" fmla="*/ 46 w 46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54">
                  <a:moveTo>
                    <a:pt x="46" y="54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2" y="45"/>
                    <a:pt x="4" y="35"/>
                    <a:pt x="4" y="28"/>
                  </a:cubicBezTo>
                  <a:cubicBezTo>
                    <a:pt x="5" y="17"/>
                    <a:pt x="5" y="4"/>
                    <a:pt x="5" y="4"/>
                  </a:cubicBezTo>
                  <a:cubicBezTo>
                    <a:pt x="5" y="4"/>
                    <a:pt x="35" y="0"/>
                    <a:pt x="35" y="4"/>
                  </a:cubicBezTo>
                  <a:cubicBezTo>
                    <a:pt x="35" y="11"/>
                    <a:pt x="36" y="20"/>
                    <a:pt x="38" y="28"/>
                  </a:cubicBezTo>
                  <a:cubicBezTo>
                    <a:pt x="42" y="40"/>
                    <a:pt x="46" y="54"/>
                    <a:pt x="46" y="54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5" name="Freeform 560">
              <a:extLst>
                <a:ext uri="{FF2B5EF4-FFF2-40B4-BE49-F238E27FC236}">
                  <a16:creationId xmlns:a16="http://schemas.microsoft.com/office/drawing/2014/main" id="{DBCB2AD5-0C5D-4FA5-9081-7A8ACFCC5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1844" y="6372225"/>
              <a:ext cx="195263" cy="101600"/>
            </a:xfrm>
            <a:custGeom>
              <a:avLst/>
              <a:gdLst>
                <a:gd name="T0" fmla="*/ 52 w 52"/>
                <a:gd name="T1" fmla="*/ 21 h 27"/>
                <a:gd name="T2" fmla="*/ 52 w 52"/>
                <a:gd name="T3" fmla="*/ 21 h 27"/>
                <a:gd name="T4" fmla="*/ 50 w 52"/>
                <a:gd name="T5" fmla="*/ 27 h 27"/>
                <a:gd name="T6" fmla="*/ 2 w 52"/>
                <a:gd name="T7" fmla="*/ 27 h 27"/>
                <a:gd name="T8" fmla="*/ 0 w 52"/>
                <a:gd name="T9" fmla="*/ 21 h 27"/>
                <a:gd name="T10" fmla="*/ 0 w 52"/>
                <a:gd name="T11" fmla="*/ 21 h 27"/>
                <a:gd name="T12" fmla="*/ 26 w 52"/>
                <a:gd name="T13" fmla="*/ 0 h 27"/>
                <a:gd name="T14" fmla="*/ 52 w 52"/>
                <a:gd name="T15" fmla="*/ 2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7">
                  <a:moveTo>
                    <a:pt x="52" y="21"/>
                  </a:moveTo>
                  <a:cubicBezTo>
                    <a:pt x="52" y="21"/>
                    <a:pt x="52" y="20"/>
                    <a:pt x="52" y="21"/>
                  </a:cubicBezTo>
                  <a:cubicBezTo>
                    <a:pt x="51" y="23"/>
                    <a:pt x="51" y="23"/>
                    <a:pt x="50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1" y="23"/>
                    <a:pt x="0" y="23"/>
                    <a:pt x="0" y="21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0" y="9"/>
                    <a:pt x="12" y="0"/>
                    <a:pt x="26" y="0"/>
                  </a:cubicBezTo>
                  <a:cubicBezTo>
                    <a:pt x="40" y="0"/>
                    <a:pt x="52" y="10"/>
                    <a:pt x="52" y="2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6" name="Freeform 561">
              <a:extLst>
                <a:ext uri="{FF2B5EF4-FFF2-40B4-BE49-F238E27FC236}">
                  <a16:creationId xmlns:a16="http://schemas.microsoft.com/office/drawing/2014/main" id="{9ECFEB8A-77A8-4892-BDAD-F9C43DB6E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5182" y="6237288"/>
              <a:ext cx="128588" cy="96838"/>
            </a:xfrm>
            <a:custGeom>
              <a:avLst/>
              <a:gdLst>
                <a:gd name="T0" fmla="*/ 0 w 34"/>
                <a:gd name="T1" fmla="*/ 26 h 26"/>
                <a:gd name="T2" fmla="*/ 1 w 34"/>
                <a:gd name="T3" fmla="*/ 4 h 26"/>
                <a:gd name="T4" fmla="*/ 31 w 34"/>
                <a:gd name="T5" fmla="*/ 4 h 26"/>
                <a:gd name="T6" fmla="*/ 34 w 34"/>
                <a:gd name="T7" fmla="*/ 26 h 26"/>
                <a:gd name="T8" fmla="*/ 0 w 34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6">
                  <a:moveTo>
                    <a:pt x="0" y="26"/>
                  </a:moveTo>
                  <a:cubicBezTo>
                    <a:pt x="1" y="15"/>
                    <a:pt x="1" y="4"/>
                    <a:pt x="1" y="4"/>
                  </a:cubicBezTo>
                  <a:cubicBezTo>
                    <a:pt x="1" y="4"/>
                    <a:pt x="31" y="0"/>
                    <a:pt x="31" y="4"/>
                  </a:cubicBezTo>
                  <a:cubicBezTo>
                    <a:pt x="31" y="11"/>
                    <a:pt x="32" y="19"/>
                    <a:pt x="34" y="26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7" name="Freeform 562">
              <a:extLst>
                <a:ext uri="{FF2B5EF4-FFF2-40B4-BE49-F238E27FC236}">
                  <a16:creationId xmlns:a16="http://schemas.microsoft.com/office/drawing/2014/main" id="{D7C20598-B5D0-4097-8A87-D88A482E7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1844" y="6438900"/>
              <a:ext cx="195263" cy="26988"/>
            </a:xfrm>
            <a:custGeom>
              <a:avLst/>
              <a:gdLst>
                <a:gd name="T0" fmla="*/ 52 w 52"/>
                <a:gd name="T1" fmla="*/ 0 h 7"/>
                <a:gd name="T2" fmla="*/ 50 w 52"/>
                <a:gd name="T3" fmla="*/ 7 h 7"/>
                <a:gd name="T4" fmla="*/ 2 w 52"/>
                <a:gd name="T5" fmla="*/ 7 h 7"/>
                <a:gd name="T6" fmla="*/ 0 w 52"/>
                <a:gd name="T7" fmla="*/ 0 h 7"/>
                <a:gd name="T8" fmla="*/ 52 w 5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7">
                  <a:moveTo>
                    <a:pt x="52" y="0"/>
                  </a:moveTo>
                  <a:cubicBezTo>
                    <a:pt x="51" y="0"/>
                    <a:pt x="51" y="7"/>
                    <a:pt x="50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0" y="0"/>
                    <a:pt x="0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8" name="Freeform 563">
              <a:extLst>
                <a:ext uri="{FF2B5EF4-FFF2-40B4-BE49-F238E27FC236}">
                  <a16:creationId xmlns:a16="http://schemas.microsoft.com/office/drawing/2014/main" id="{1D0F01E9-6B74-4E99-AA9E-CF157229A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8519" y="6367463"/>
              <a:ext cx="65088" cy="23813"/>
            </a:xfrm>
            <a:custGeom>
              <a:avLst/>
              <a:gdLst>
                <a:gd name="T0" fmla="*/ 16 w 17"/>
                <a:gd name="T1" fmla="*/ 5 h 6"/>
                <a:gd name="T2" fmla="*/ 0 w 17"/>
                <a:gd name="T3" fmla="*/ 5 h 6"/>
                <a:gd name="T4" fmla="*/ 1 w 17"/>
                <a:gd name="T5" fmla="*/ 6 h 6"/>
                <a:gd name="T6" fmla="*/ 8 w 17"/>
                <a:gd name="T7" fmla="*/ 4 h 6"/>
                <a:gd name="T8" fmla="*/ 16 w 17"/>
                <a:gd name="T9" fmla="*/ 6 h 6"/>
                <a:gd name="T10" fmla="*/ 16 w 1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6" y="5"/>
                  </a:moveTo>
                  <a:cubicBezTo>
                    <a:pt x="13" y="0"/>
                    <a:pt x="4" y="2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4" y="6"/>
                    <a:pt x="6" y="5"/>
                    <a:pt x="8" y="4"/>
                  </a:cubicBezTo>
                  <a:cubicBezTo>
                    <a:pt x="11" y="4"/>
                    <a:pt x="13" y="6"/>
                    <a:pt x="16" y="6"/>
                  </a:cubicBezTo>
                  <a:cubicBezTo>
                    <a:pt x="16" y="6"/>
                    <a:pt x="17" y="5"/>
                    <a:pt x="16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9" name="Freeform 564">
              <a:extLst>
                <a:ext uri="{FF2B5EF4-FFF2-40B4-BE49-F238E27FC236}">
                  <a16:creationId xmlns:a16="http://schemas.microsoft.com/office/drawing/2014/main" id="{9FBCD005-1AC2-427B-894C-5FDC1E4EB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5344" y="6391275"/>
              <a:ext cx="63500" cy="22225"/>
            </a:xfrm>
            <a:custGeom>
              <a:avLst/>
              <a:gdLst>
                <a:gd name="T0" fmla="*/ 16 w 17"/>
                <a:gd name="T1" fmla="*/ 4 h 6"/>
                <a:gd name="T2" fmla="*/ 1 w 17"/>
                <a:gd name="T3" fmla="*/ 4 h 6"/>
                <a:gd name="T4" fmla="*/ 2 w 17"/>
                <a:gd name="T5" fmla="*/ 6 h 6"/>
                <a:gd name="T6" fmla="*/ 9 w 17"/>
                <a:gd name="T7" fmla="*/ 5 h 6"/>
                <a:gd name="T8" fmla="*/ 16 w 17"/>
                <a:gd name="T9" fmla="*/ 6 h 6"/>
                <a:gd name="T10" fmla="*/ 16 w 17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6" y="4"/>
                  </a:moveTo>
                  <a:cubicBezTo>
                    <a:pt x="12" y="1"/>
                    <a:pt x="4" y="0"/>
                    <a:pt x="1" y="4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4" y="5"/>
                    <a:pt x="7" y="5"/>
                    <a:pt x="9" y="5"/>
                  </a:cubicBezTo>
                  <a:cubicBezTo>
                    <a:pt x="11" y="5"/>
                    <a:pt x="13" y="6"/>
                    <a:pt x="16" y="6"/>
                  </a:cubicBezTo>
                  <a:cubicBezTo>
                    <a:pt x="17" y="6"/>
                    <a:pt x="17" y="5"/>
                    <a:pt x="16" y="4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0" name="Freeform 565">
              <a:extLst>
                <a:ext uri="{FF2B5EF4-FFF2-40B4-BE49-F238E27FC236}">
                  <a16:creationId xmlns:a16="http://schemas.microsoft.com/office/drawing/2014/main" id="{26D7FBA8-9A90-491C-8B8D-873EDB5FC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3582" y="5597525"/>
              <a:ext cx="420688" cy="722313"/>
            </a:xfrm>
            <a:custGeom>
              <a:avLst/>
              <a:gdLst>
                <a:gd name="T0" fmla="*/ 75 w 112"/>
                <a:gd name="T1" fmla="*/ 23 h 192"/>
                <a:gd name="T2" fmla="*/ 36 w 112"/>
                <a:gd name="T3" fmla="*/ 0 h 192"/>
                <a:gd name="T4" fmla="*/ 0 w 112"/>
                <a:gd name="T5" fmla="*/ 0 h 192"/>
                <a:gd name="T6" fmla="*/ 0 w 112"/>
                <a:gd name="T7" fmla="*/ 34 h 192"/>
                <a:gd name="T8" fmla="*/ 40 w 112"/>
                <a:gd name="T9" fmla="*/ 59 h 192"/>
                <a:gd name="T10" fmla="*/ 23 w 112"/>
                <a:gd name="T11" fmla="*/ 192 h 192"/>
                <a:gd name="T12" fmla="*/ 64 w 112"/>
                <a:gd name="T13" fmla="*/ 192 h 192"/>
                <a:gd name="T14" fmla="*/ 75 w 112"/>
                <a:gd name="T15" fmla="*/ 23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92">
                  <a:moveTo>
                    <a:pt x="75" y="23"/>
                  </a:moveTo>
                  <a:cubicBezTo>
                    <a:pt x="73" y="22"/>
                    <a:pt x="36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2" y="55"/>
                    <a:pt x="33" y="54"/>
                    <a:pt x="40" y="59"/>
                  </a:cubicBezTo>
                  <a:cubicBezTo>
                    <a:pt x="34" y="89"/>
                    <a:pt x="27" y="163"/>
                    <a:pt x="23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77" y="119"/>
                    <a:pt x="112" y="42"/>
                    <a:pt x="75" y="23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1" name="Freeform 566">
              <a:extLst>
                <a:ext uri="{FF2B5EF4-FFF2-40B4-BE49-F238E27FC236}">
                  <a16:creationId xmlns:a16="http://schemas.microsoft.com/office/drawing/2014/main" id="{91B57EF4-8980-4AA4-9196-CB43ACCF0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1319" y="6237288"/>
              <a:ext cx="168275" cy="201613"/>
            </a:xfrm>
            <a:custGeom>
              <a:avLst/>
              <a:gdLst>
                <a:gd name="T0" fmla="*/ 0 w 45"/>
                <a:gd name="T1" fmla="*/ 54 h 54"/>
                <a:gd name="T2" fmla="*/ 45 w 45"/>
                <a:gd name="T3" fmla="*/ 49 h 54"/>
                <a:gd name="T4" fmla="*/ 41 w 45"/>
                <a:gd name="T5" fmla="*/ 28 h 54"/>
                <a:gd name="T6" fmla="*/ 41 w 45"/>
                <a:gd name="T7" fmla="*/ 4 h 54"/>
                <a:gd name="T8" fmla="*/ 11 w 45"/>
                <a:gd name="T9" fmla="*/ 4 h 54"/>
                <a:gd name="T10" fmla="*/ 7 w 45"/>
                <a:gd name="T11" fmla="*/ 28 h 54"/>
                <a:gd name="T12" fmla="*/ 0 w 45"/>
                <a:gd name="T1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54">
                  <a:moveTo>
                    <a:pt x="0" y="54"/>
                  </a:moveTo>
                  <a:cubicBezTo>
                    <a:pt x="45" y="49"/>
                    <a:pt x="45" y="49"/>
                    <a:pt x="45" y="49"/>
                  </a:cubicBezTo>
                  <a:cubicBezTo>
                    <a:pt x="43" y="45"/>
                    <a:pt x="42" y="35"/>
                    <a:pt x="41" y="28"/>
                  </a:cubicBezTo>
                  <a:cubicBezTo>
                    <a:pt x="40" y="17"/>
                    <a:pt x="41" y="4"/>
                    <a:pt x="41" y="4"/>
                  </a:cubicBezTo>
                  <a:cubicBezTo>
                    <a:pt x="41" y="4"/>
                    <a:pt x="11" y="0"/>
                    <a:pt x="11" y="4"/>
                  </a:cubicBezTo>
                  <a:cubicBezTo>
                    <a:pt x="11" y="11"/>
                    <a:pt x="9" y="20"/>
                    <a:pt x="7" y="28"/>
                  </a:cubicBezTo>
                  <a:cubicBezTo>
                    <a:pt x="4" y="40"/>
                    <a:pt x="0" y="54"/>
                    <a:pt x="0" y="54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2" name="Freeform 567">
              <a:extLst>
                <a:ext uri="{FF2B5EF4-FFF2-40B4-BE49-F238E27FC236}">
                  <a16:creationId xmlns:a16="http://schemas.microsoft.com/office/drawing/2014/main" id="{31A8B4AC-22B2-4571-824D-4939B60FD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8144" y="6372225"/>
              <a:ext cx="190500" cy="101600"/>
            </a:xfrm>
            <a:custGeom>
              <a:avLst/>
              <a:gdLst>
                <a:gd name="T0" fmla="*/ 0 w 51"/>
                <a:gd name="T1" fmla="*/ 21 h 27"/>
                <a:gd name="T2" fmla="*/ 0 w 51"/>
                <a:gd name="T3" fmla="*/ 21 h 27"/>
                <a:gd name="T4" fmla="*/ 2 w 51"/>
                <a:gd name="T5" fmla="*/ 27 h 27"/>
                <a:gd name="T6" fmla="*/ 49 w 51"/>
                <a:gd name="T7" fmla="*/ 27 h 27"/>
                <a:gd name="T8" fmla="*/ 51 w 51"/>
                <a:gd name="T9" fmla="*/ 21 h 27"/>
                <a:gd name="T10" fmla="*/ 51 w 51"/>
                <a:gd name="T11" fmla="*/ 21 h 27"/>
                <a:gd name="T12" fmla="*/ 25 w 51"/>
                <a:gd name="T13" fmla="*/ 0 h 27"/>
                <a:gd name="T14" fmla="*/ 0 w 51"/>
                <a:gd name="T15" fmla="*/ 2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27">
                  <a:moveTo>
                    <a:pt x="0" y="21"/>
                  </a:moveTo>
                  <a:cubicBezTo>
                    <a:pt x="0" y="21"/>
                    <a:pt x="0" y="20"/>
                    <a:pt x="0" y="21"/>
                  </a:cubicBezTo>
                  <a:cubicBezTo>
                    <a:pt x="0" y="23"/>
                    <a:pt x="0" y="23"/>
                    <a:pt x="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3"/>
                    <a:pt x="51" y="23"/>
                    <a:pt x="51" y="21"/>
                  </a:cubicBezTo>
                  <a:cubicBezTo>
                    <a:pt x="51" y="20"/>
                    <a:pt x="51" y="21"/>
                    <a:pt x="51" y="21"/>
                  </a:cubicBezTo>
                  <a:cubicBezTo>
                    <a:pt x="51" y="9"/>
                    <a:pt x="40" y="0"/>
                    <a:pt x="25" y="0"/>
                  </a:cubicBezTo>
                  <a:cubicBezTo>
                    <a:pt x="11" y="0"/>
                    <a:pt x="0" y="10"/>
                    <a:pt x="0" y="21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3" name="Freeform 568">
              <a:extLst>
                <a:ext uri="{FF2B5EF4-FFF2-40B4-BE49-F238E27FC236}">
                  <a16:creationId xmlns:a16="http://schemas.microsoft.com/office/drawing/2014/main" id="{B09CAA7D-F7D7-4F0C-A867-E0377549E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6719" y="6237288"/>
              <a:ext cx="128588" cy="96838"/>
            </a:xfrm>
            <a:custGeom>
              <a:avLst/>
              <a:gdLst>
                <a:gd name="T0" fmla="*/ 34 w 34"/>
                <a:gd name="T1" fmla="*/ 26 h 26"/>
                <a:gd name="T2" fmla="*/ 34 w 34"/>
                <a:gd name="T3" fmla="*/ 4 h 26"/>
                <a:gd name="T4" fmla="*/ 4 w 34"/>
                <a:gd name="T5" fmla="*/ 4 h 26"/>
                <a:gd name="T6" fmla="*/ 0 w 34"/>
                <a:gd name="T7" fmla="*/ 26 h 26"/>
                <a:gd name="T8" fmla="*/ 34 w 34"/>
                <a:gd name="T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6">
                  <a:moveTo>
                    <a:pt x="34" y="26"/>
                  </a:moveTo>
                  <a:cubicBezTo>
                    <a:pt x="33" y="15"/>
                    <a:pt x="34" y="4"/>
                    <a:pt x="34" y="4"/>
                  </a:cubicBezTo>
                  <a:cubicBezTo>
                    <a:pt x="34" y="4"/>
                    <a:pt x="4" y="0"/>
                    <a:pt x="4" y="4"/>
                  </a:cubicBezTo>
                  <a:cubicBezTo>
                    <a:pt x="4" y="11"/>
                    <a:pt x="2" y="19"/>
                    <a:pt x="0" y="26"/>
                  </a:cubicBezTo>
                  <a:lnTo>
                    <a:pt x="34" y="26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4" name="Freeform 569">
              <a:extLst>
                <a:ext uri="{FF2B5EF4-FFF2-40B4-BE49-F238E27FC236}">
                  <a16:creationId xmlns:a16="http://schemas.microsoft.com/office/drawing/2014/main" id="{48986A4A-9917-46BE-8BD9-C2FF9EC25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8144" y="6438900"/>
              <a:ext cx="190500" cy="26988"/>
            </a:xfrm>
            <a:custGeom>
              <a:avLst/>
              <a:gdLst>
                <a:gd name="T0" fmla="*/ 0 w 51"/>
                <a:gd name="T1" fmla="*/ 0 h 7"/>
                <a:gd name="T2" fmla="*/ 2 w 51"/>
                <a:gd name="T3" fmla="*/ 7 h 7"/>
                <a:gd name="T4" fmla="*/ 49 w 51"/>
                <a:gd name="T5" fmla="*/ 7 h 7"/>
                <a:gd name="T6" fmla="*/ 51 w 51"/>
                <a:gd name="T7" fmla="*/ 0 h 7"/>
                <a:gd name="T8" fmla="*/ 0 w 51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7">
                  <a:moveTo>
                    <a:pt x="0" y="0"/>
                  </a:moveTo>
                  <a:cubicBezTo>
                    <a:pt x="0" y="0"/>
                    <a:pt x="0" y="7"/>
                    <a:pt x="2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1" y="0"/>
                    <a:pt x="5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5" name="Freeform 570">
              <a:extLst>
                <a:ext uri="{FF2B5EF4-FFF2-40B4-BE49-F238E27FC236}">
                  <a16:creationId xmlns:a16="http://schemas.microsoft.com/office/drawing/2014/main" id="{C574EBE9-631D-455E-B428-41F4B4426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882" y="6367463"/>
              <a:ext cx="65088" cy="23813"/>
            </a:xfrm>
            <a:custGeom>
              <a:avLst/>
              <a:gdLst>
                <a:gd name="T0" fmla="*/ 1 w 17"/>
                <a:gd name="T1" fmla="*/ 5 h 6"/>
                <a:gd name="T2" fmla="*/ 17 w 17"/>
                <a:gd name="T3" fmla="*/ 5 h 6"/>
                <a:gd name="T4" fmla="*/ 16 w 17"/>
                <a:gd name="T5" fmla="*/ 6 h 6"/>
                <a:gd name="T6" fmla="*/ 9 w 17"/>
                <a:gd name="T7" fmla="*/ 4 h 6"/>
                <a:gd name="T8" fmla="*/ 1 w 17"/>
                <a:gd name="T9" fmla="*/ 6 h 6"/>
                <a:gd name="T10" fmla="*/ 1 w 1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6">
                  <a:moveTo>
                    <a:pt x="1" y="5"/>
                  </a:moveTo>
                  <a:cubicBezTo>
                    <a:pt x="4" y="0"/>
                    <a:pt x="13" y="2"/>
                    <a:pt x="17" y="5"/>
                  </a:cubicBezTo>
                  <a:cubicBezTo>
                    <a:pt x="17" y="6"/>
                    <a:pt x="17" y="6"/>
                    <a:pt x="16" y="6"/>
                  </a:cubicBezTo>
                  <a:cubicBezTo>
                    <a:pt x="14" y="6"/>
                    <a:pt x="12" y="5"/>
                    <a:pt x="9" y="4"/>
                  </a:cubicBezTo>
                  <a:cubicBezTo>
                    <a:pt x="6" y="4"/>
                    <a:pt x="4" y="6"/>
                    <a:pt x="1" y="6"/>
                  </a:cubicBezTo>
                  <a:cubicBezTo>
                    <a:pt x="1" y="6"/>
                    <a:pt x="0" y="5"/>
                    <a:pt x="1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6" name="Freeform 571">
              <a:extLst>
                <a:ext uri="{FF2B5EF4-FFF2-40B4-BE49-F238E27FC236}">
                  <a16:creationId xmlns:a16="http://schemas.microsoft.com/office/drawing/2014/main" id="{323536AF-DD20-403E-9090-C73E4BE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4819" y="6391275"/>
              <a:ext cx="60325" cy="22225"/>
            </a:xfrm>
            <a:custGeom>
              <a:avLst/>
              <a:gdLst>
                <a:gd name="T0" fmla="*/ 0 w 16"/>
                <a:gd name="T1" fmla="*/ 4 h 6"/>
                <a:gd name="T2" fmla="*/ 15 w 16"/>
                <a:gd name="T3" fmla="*/ 4 h 6"/>
                <a:gd name="T4" fmla="*/ 15 w 16"/>
                <a:gd name="T5" fmla="*/ 6 h 6"/>
                <a:gd name="T6" fmla="*/ 7 w 16"/>
                <a:gd name="T7" fmla="*/ 5 h 6"/>
                <a:gd name="T8" fmla="*/ 0 w 16"/>
                <a:gd name="T9" fmla="*/ 6 h 6"/>
                <a:gd name="T10" fmla="*/ 0 w 16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0" y="4"/>
                  </a:moveTo>
                  <a:cubicBezTo>
                    <a:pt x="4" y="1"/>
                    <a:pt x="12" y="0"/>
                    <a:pt x="15" y="4"/>
                  </a:cubicBezTo>
                  <a:cubicBezTo>
                    <a:pt x="16" y="5"/>
                    <a:pt x="15" y="6"/>
                    <a:pt x="15" y="6"/>
                  </a:cubicBezTo>
                  <a:cubicBezTo>
                    <a:pt x="12" y="5"/>
                    <a:pt x="10" y="5"/>
                    <a:pt x="7" y="5"/>
                  </a:cubicBezTo>
                  <a:cubicBezTo>
                    <a:pt x="5" y="5"/>
                    <a:pt x="3" y="6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7" name="Freeform 572">
              <a:extLst>
                <a:ext uri="{FF2B5EF4-FFF2-40B4-BE49-F238E27FC236}">
                  <a16:creationId xmlns:a16="http://schemas.microsoft.com/office/drawing/2014/main" id="{6EFC72A5-CBE7-4631-B40F-6B32E79A7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6219" y="5597525"/>
              <a:ext cx="415925" cy="722313"/>
            </a:xfrm>
            <a:custGeom>
              <a:avLst/>
              <a:gdLst>
                <a:gd name="T0" fmla="*/ 37 w 111"/>
                <a:gd name="T1" fmla="*/ 23 h 192"/>
                <a:gd name="T2" fmla="*/ 76 w 111"/>
                <a:gd name="T3" fmla="*/ 0 h 192"/>
                <a:gd name="T4" fmla="*/ 111 w 111"/>
                <a:gd name="T5" fmla="*/ 0 h 192"/>
                <a:gd name="T6" fmla="*/ 111 w 111"/>
                <a:gd name="T7" fmla="*/ 34 h 192"/>
                <a:gd name="T8" fmla="*/ 71 w 111"/>
                <a:gd name="T9" fmla="*/ 59 h 192"/>
                <a:gd name="T10" fmla="*/ 88 w 111"/>
                <a:gd name="T11" fmla="*/ 192 h 192"/>
                <a:gd name="T12" fmla="*/ 48 w 111"/>
                <a:gd name="T13" fmla="*/ 192 h 192"/>
                <a:gd name="T14" fmla="*/ 37 w 111"/>
                <a:gd name="T15" fmla="*/ 23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1" h="192">
                  <a:moveTo>
                    <a:pt x="37" y="23"/>
                  </a:moveTo>
                  <a:cubicBezTo>
                    <a:pt x="39" y="22"/>
                    <a:pt x="76" y="0"/>
                    <a:pt x="76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00" y="55"/>
                    <a:pt x="79" y="54"/>
                    <a:pt x="71" y="59"/>
                  </a:cubicBezTo>
                  <a:cubicBezTo>
                    <a:pt x="78" y="89"/>
                    <a:pt x="85" y="163"/>
                    <a:pt x="88" y="192"/>
                  </a:cubicBezTo>
                  <a:cubicBezTo>
                    <a:pt x="48" y="192"/>
                    <a:pt x="48" y="192"/>
                    <a:pt x="48" y="192"/>
                  </a:cubicBezTo>
                  <a:cubicBezTo>
                    <a:pt x="34" y="119"/>
                    <a:pt x="0" y="42"/>
                    <a:pt x="37" y="23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8" name="Freeform 573">
              <a:extLst>
                <a:ext uri="{FF2B5EF4-FFF2-40B4-BE49-F238E27FC236}">
                  <a16:creationId xmlns:a16="http://schemas.microsoft.com/office/drawing/2014/main" id="{334B59F0-EC7B-436E-91A9-0B6394267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7044" y="5481638"/>
              <a:ext cx="395288" cy="274638"/>
            </a:xfrm>
            <a:custGeom>
              <a:avLst/>
              <a:gdLst>
                <a:gd name="T0" fmla="*/ 103 w 105"/>
                <a:gd name="T1" fmla="*/ 63 h 73"/>
                <a:gd name="T2" fmla="*/ 7 w 105"/>
                <a:gd name="T3" fmla="*/ 65 h 73"/>
                <a:gd name="T4" fmla="*/ 6 w 105"/>
                <a:gd name="T5" fmla="*/ 14 h 73"/>
                <a:gd name="T6" fmla="*/ 9 w 105"/>
                <a:gd name="T7" fmla="*/ 0 h 73"/>
                <a:gd name="T8" fmla="*/ 99 w 105"/>
                <a:gd name="T9" fmla="*/ 1 h 73"/>
                <a:gd name="T10" fmla="*/ 100 w 105"/>
                <a:gd name="T11" fmla="*/ 12 h 73"/>
                <a:gd name="T12" fmla="*/ 103 w 105"/>
                <a:gd name="T13" fmla="*/ 6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73">
                  <a:moveTo>
                    <a:pt x="103" y="63"/>
                  </a:moveTo>
                  <a:cubicBezTo>
                    <a:pt x="101" y="73"/>
                    <a:pt x="16" y="69"/>
                    <a:pt x="7" y="65"/>
                  </a:cubicBezTo>
                  <a:cubicBezTo>
                    <a:pt x="0" y="62"/>
                    <a:pt x="4" y="32"/>
                    <a:pt x="6" y="14"/>
                  </a:cubicBezTo>
                  <a:cubicBezTo>
                    <a:pt x="8" y="6"/>
                    <a:pt x="9" y="0"/>
                    <a:pt x="9" y="0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9" y="1"/>
                    <a:pt x="100" y="6"/>
                    <a:pt x="100" y="12"/>
                  </a:cubicBezTo>
                  <a:cubicBezTo>
                    <a:pt x="102" y="28"/>
                    <a:pt x="105" y="55"/>
                    <a:pt x="103" y="63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9" name="Freeform 574">
              <a:extLst>
                <a:ext uri="{FF2B5EF4-FFF2-40B4-BE49-F238E27FC236}">
                  <a16:creationId xmlns:a16="http://schemas.microsoft.com/office/drawing/2014/main" id="{A1B57562-E7C9-47B9-9904-C7D20065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7244" y="5489575"/>
              <a:ext cx="46038" cy="55563"/>
            </a:xfrm>
            <a:custGeom>
              <a:avLst/>
              <a:gdLst>
                <a:gd name="T0" fmla="*/ 3 w 12"/>
                <a:gd name="T1" fmla="*/ 15 h 15"/>
                <a:gd name="T2" fmla="*/ 12 w 12"/>
                <a:gd name="T3" fmla="*/ 10 h 15"/>
                <a:gd name="T4" fmla="*/ 11 w 12"/>
                <a:gd name="T5" fmla="*/ 0 h 15"/>
                <a:gd name="T6" fmla="*/ 0 w 12"/>
                <a:gd name="T7" fmla="*/ 0 h 15"/>
                <a:gd name="T8" fmla="*/ 3 w 12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3" y="15"/>
                  </a:moveTo>
                  <a:cubicBezTo>
                    <a:pt x="6" y="13"/>
                    <a:pt x="9" y="12"/>
                    <a:pt x="12" y="10"/>
                  </a:cubicBezTo>
                  <a:cubicBezTo>
                    <a:pt x="12" y="4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2" y="10"/>
                    <a:pt x="3" y="15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0" name="Freeform 575">
              <a:extLst>
                <a:ext uri="{FF2B5EF4-FFF2-40B4-BE49-F238E27FC236}">
                  <a16:creationId xmlns:a16="http://schemas.microsoft.com/office/drawing/2014/main" id="{CD9423EF-0C1C-4767-B4BA-BB555E75B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9757" y="5481638"/>
              <a:ext cx="184150" cy="85725"/>
            </a:xfrm>
            <a:custGeom>
              <a:avLst/>
              <a:gdLst>
                <a:gd name="T0" fmla="*/ 49 w 49"/>
                <a:gd name="T1" fmla="*/ 20 h 23"/>
                <a:gd name="T2" fmla="*/ 39 w 49"/>
                <a:gd name="T3" fmla="*/ 22 h 23"/>
                <a:gd name="T4" fmla="*/ 9 w 49"/>
                <a:gd name="T5" fmla="*/ 22 h 23"/>
                <a:gd name="T6" fmla="*/ 0 w 49"/>
                <a:gd name="T7" fmla="*/ 20 h 23"/>
                <a:gd name="T8" fmla="*/ 1 w 49"/>
                <a:gd name="T9" fmla="*/ 0 h 23"/>
                <a:gd name="T10" fmla="*/ 44 w 49"/>
                <a:gd name="T11" fmla="*/ 1 h 23"/>
                <a:gd name="T12" fmla="*/ 49 w 49"/>
                <a:gd name="T13" fmla="*/ 2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23">
                  <a:moveTo>
                    <a:pt x="49" y="20"/>
                  </a:moveTo>
                  <a:cubicBezTo>
                    <a:pt x="45" y="21"/>
                    <a:pt x="42" y="21"/>
                    <a:pt x="39" y="22"/>
                  </a:cubicBezTo>
                  <a:cubicBezTo>
                    <a:pt x="28" y="23"/>
                    <a:pt x="18" y="23"/>
                    <a:pt x="9" y="22"/>
                  </a:cubicBezTo>
                  <a:cubicBezTo>
                    <a:pt x="6" y="21"/>
                    <a:pt x="3" y="21"/>
                    <a:pt x="0" y="20"/>
                  </a:cubicBezTo>
                  <a:cubicBezTo>
                    <a:pt x="1" y="14"/>
                    <a:pt x="1" y="7"/>
                    <a:pt x="1" y="0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6" y="7"/>
                    <a:pt x="47" y="14"/>
                    <a:pt x="49" y="2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1" name="Freeform 576">
              <a:extLst>
                <a:ext uri="{FF2B5EF4-FFF2-40B4-BE49-F238E27FC236}">
                  <a16:creationId xmlns:a16="http://schemas.microsoft.com/office/drawing/2014/main" id="{7CCC613E-62DC-46B5-96AA-814C04D44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9269" y="5484813"/>
              <a:ext cx="49213" cy="65088"/>
            </a:xfrm>
            <a:custGeom>
              <a:avLst/>
              <a:gdLst>
                <a:gd name="T0" fmla="*/ 13 w 13"/>
                <a:gd name="T1" fmla="*/ 0 h 17"/>
                <a:gd name="T2" fmla="*/ 3 w 13"/>
                <a:gd name="T3" fmla="*/ 0 h 17"/>
                <a:gd name="T4" fmla="*/ 0 w 13"/>
                <a:gd name="T5" fmla="*/ 13 h 17"/>
                <a:gd name="T6" fmla="*/ 11 w 13"/>
                <a:gd name="T7" fmla="*/ 17 h 17"/>
                <a:gd name="T8" fmla="*/ 13 w 1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7">
                  <a:moveTo>
                    <a:pt x="1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5"/>
                    <a:pt x="0" y="13"/>
                  </a:cubicBezTo>
                  <a:cubicBezTo>
                    <a:pt x="3" y="14"/>
                    <a:pt x="7" y="15"/>
                    <a:pt x="11" y="17"/>
                  </a:cubicBezTo>
                  <a:cubicBezTo>
                    <a:pt x="11" y="11"/>
                    <a:pt x="12" y="6"/>
                    <a:pt x="13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2" name="Freeform 577">
              <a:extLst>
                <a:ext uri="{FF2B5EF4-FFF2-40B4-BE49-F238E27FC236}">
                  <a16:creationId xmlns:a16="http://schemas.microsoft.com/office/drawing/2014/main" id="{BC51B746-8AD1-41C9-9A5E-3C01D4BAA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744" y="5484813"/>
              <a:ext cx="119063" cy="82550"/>
            </a:xfrm>
            <a:custGeom>
              <a:avLst/>
              <a:gdLst>
                <a:gd name="T0" fmla="*/ 32 w 32"/>
                <a:gd name="T1" fmla="*/ 21 h 22"/>
                <a:gd name="T2" fmla="*/ 2 w 32"/>
                <a:gd name="T3" fmla="*/ 21 h 22"/>
                <a:gd name="T4" fmla="*/ 0 w 32"/>
                <a:gd name="T5" fmla="*/ 2 h 22"/>
                <a:gd name="T6" fmla="*/ 30 w 32"/>
                <a:gd name="T7" fmla="*/ 0 h 22"/>
                <a:gd name="T8" fmla="*/ 32 w 32"/>
                <a:gd name="T9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2">
                  <a:moveTo>
                    <a:pt x="32" y="21"/>
                  </a:moveTo>
                  <a:cubicBezTo>
                    <a:pt x="21" y="22"/>
                    <a:pt x="11" y="22"/>
                    <a:pt x="2" y="2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0" y="0"/>
                    <a:pt x="30" y="0"/>
                    <a:pt x="30" y="0"/>
                  </a:cubicBezTo>
                  <a:lnTo>
                    <a:pt x="32" y="21"/>
                  </a:lnTo>
                  <a:close/>
                </a:path>
              </a:pathLst>
            </a:cu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3" name="Freeform 578">
              <a:extLst>
                <a:ext uri="{FF2B5EF4-FFF2-40B4-BE49-F238E27FC236}">
                  <a16:creationId xmlns:a16="http://schemas.microsoft.com/office/drawing/2014/main" id="{CC94426E-AA0A-45D9-8A66-6751FD7BC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07" y="4910138"/>
              <a:ext cx="476250" cy="620713"/>
            </a:xfrm>
            <a:custGeom>
              <a:avLst/>
              <a:gdLst>
                <a:gd name="T0" fmla="*/ 1 w 127"/>
                <a:gd name="T1" fmla="*/ 13 h 165"/>
                <a:gd name="T2" fmla="*/ 127 w 127"/>
                <a:gd name="T3" fmla="*/ 11 h 165"/>
                <a:gd name="T4" fmla="*/ 108 w 127"/>
                <a:gd name="T5" fmla="*/ 153 h 165"/>
                <a:gd name="T6" fmla="*/ 18 w 127"/>
                <a:gd name="T7" fmla="*/ 152 h 165"/>
                <a:gd name="T8" fmla="*/ 1 w 127"/>
                <a:gd name="T9" fmla="*/ 13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65">
                  <a:moveTo>
                    <a:pt x="1" y="13"/>
                  </a:moveTo>
                  <a:cubicBezTo>
                    <a:pt x="1" y="13"/>
                    <a:pt x="65" y="0"/>
                    <a:pt x="127" y="11"/>
                  </a:cubicBezTo>
                  <a:cubicBezTo>
                    <a:pt x="127" y="11"/>
                    <a:pt x="113" y="128"/>
                    <a:pt x="108" y="153"/>
                  </a:cubicBezTo>
                  <a:cubicBezTo>
                    <a:pt x="108" y="153"/>
                    <a:pt x="60" y="165"/>
                    <a:pt x="18" y="152"/>
                  </a:cubicBezTo>
                  <a:cubicBezTo>
                    <a:pt x="18" y="152"/>
                    <a:pt x="0" y="35"/>
                    <a:pt x="1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4" name="Freeform 579">
              <a:extLst>
                <a:ext uri="{FF2B5EF4-FFF2-40B4-BE49-F238E27FC236}">
                  <a16:creationId xmlns:a16="http://schemas.microsoft.com/office/drawing/2014/main" id="{81D12A5E-C067-4CFE-BAAB-7C96A24CF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0869" y="4764088"/>
              <a:ext cx="165100" cy="239713"/>
            </a:xfrm>
            <a:custGeom>
              <a:avLst/>
              <a:gdLst>
                <a:gd name="T0" fmla="*/ 44 w 44"/>
                <a:gd name="T1" fmla="*/ 44 h 64"/>
                <a:gd name="T2" fmla="*/ 22 w 44"/>
                <a:gd name="T3" fmla="*/ 64 h 64"/>
                <a:gd name="T4" fmla="*/ 22 w 44"/>
                <a:gd name="T5" fmla="*/ 64 h 64"/>
                <a:gd name="T6" fmla="*/ 0 w 44"/>
                <a:gd name="T7" fmla="*/ 44 h 64"/>
                <a:gd name="T8" fmla="*/ 0 w 44"/>
                <a:gd name="T9" fmla="*/ 19 h 64"/>
                <a:gd name="T10" fmla="*/ 22 w 44"/>
                <a:gd name="T11" fmla="*/ 0 h 64"/>
                <a:gd name="T12" fmla="*/ 22 w 44"/>
                <a:gd name="T13" fmla="*/ 0 h 64"/>
                <a:gd name="T14" fmla="*/ 44 w 44"/>
                <a:gd name="T15" fmla="*/ 19 h 64"/>
                <a:gd name="T16" fmla="*/ 44 w 44"/>
                <a:gd name="T17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64">
                  <a:moveTo>
                    <a:pt x="44" y="44"/>
                  </a:moveTo>
                  <a:cubicBezTo>
                    <a:pt x="44" y="55"/>
                    <a:pt x="33" y="64"/>
                    <a:pt x="22" y="64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11" y="64"/>
                    <a:pt x="0" y="55"/>
                    <a:pt x="0" y="4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11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3" y="0"/>
                    <a:pt x="44" y="9"/>
                    <a:pt x="44" y="19"/>
                  </a:cubicBezTo>
                  <a:lnTo>
                    <a:pt x="44" y="44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5" name="Oval 580">
              <a:extLst>
                <a:ext uri="{FF2B5EF4-FFF2-40B4-BE49-F238E27FC236}">
                  <a16:creationId xmlns:a16="http://schemas.microsoft.com/office/drawing/2014/main" id="{5C9293A8-D31D-4AA8-963E-908E104B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957" y="5049838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6" name="Oval 581">
              <a:extLst>
                <a:ext uri="{FF2B5EF4-FFF2-40B4-BE49-F238E27FC236}">
                  <a16:creationId xmlns:a16="http://schemas.microsoft.com/office/drawing/2014/main" id="{03A94060-9C28-497B-BD9E-1A6689B1C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957" y="5159375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7" name="Oval 582">
              <a:extLst>
                <a:ext uri="{FF2B5EF4-FFF2-40B4-BE49-F238E27FC236}">
                  <a16:creationId xmlns:a16="http://schemas.microsoft.com/office/drawing/2014/main" id="{E9CEE26F-3791-4812-AD5B-A564DB97F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957" y="5376863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8" name="Oval 583">
              <a:extLst>
                <a:ext uri="{FF2B5EF4-FFF2-40B4-BE49-F238E27FC236}">
                  <a16:creationId xmlns:a16="http://schemas.microsoft.com/office/drawing/2014/main" id="{728D7399-4AB0-4B64-83A1-755733521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957" y="5267325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9" name="Freeform 584">
              <a:extLst>
                <a:ext uri="{FF2B5EF4-FFF2-40B4-BE49-F238E27FC236}">
                  <a16:creationId xmlns:a16="http://schemas.microsoft.com/office/drawing/2014/main" id="{A9AB68C4-3C8E-488A-99BD-69A2C3B1B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5307" y="4884738"/>
              <a:ext cx="131763" cy="187325"/>
            </a:xfrm>
            <a:custGeom>
              <a:avLst/>
              <a:gdLst>
                <a:gd name="T0" fmla="*/ 16 w 35"/>
                <a:gd name="T1" fmla="*/ 0 h 50"/>
                <a:gd name="T2" fmla="*/ 0 w 35"/>
                <a:gd name="T3" fmla="*/ 16 h 50"/>
                <a:gd name="T4" fmla="*/ 13 w 35"/>
                <a:gd name="T5" fmla="*/ 50 h 50"/>
                <a:gd name="T6" fmla="*/ 35 w 35"/>
                <a:gd name="T7" fmla="*/ 32 h 50"/>
                <a:gd name="T8" fmla="*/ 16 w 35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0">
                  <a:moveTo>
                    <a:pt x="16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2"/>
                    <a:pt x="18" y="14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0" name="Freeform 585">
              <a:extLst>
                <a:ext uri="{FF2B5EF4-FFF2-40B4-BE49-F238E27FC236}">
                  <a16:creationId xmlns:a16="http://schemas.microsoft.com/office/drawing/2014/main" id="{658CE38E-BFF1-4964-BAC3-147D2BB18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7069" y="4884738"/>
              <a:ext cx="130175" cy="187325"/>
            </a:xfrm>
            <a:custGeom>
              <a:avLst/>
              <a:gdLst>
                <a:gd name="T0" fmla="*/ 19 w 35"/>
                <a:gd name="T1" fmla="*/ 0 h 50"/>
                <a:gd name="T2" fmla="*/ 35 w 35"/>
                <a:gd name="T3" fmla="*/ 16 h 50"/>
                <a:gd name="T4" fmla="*/ 22 w 35"/>
                <a:gd name="T5" fmla="*/ 50 h 50"/>
                <a:gd name="T6" fmla="*/ 0 w 35"/>
                <a:gd name="T7" fmla="*/ 32 h 50"/>
                <a:gd name="T8" fmla="*/ 19 w 35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0">
                  <a:moveTo>
                    <a:pt x="19" y="0"/>
                  </a:moveTo>
                  <a:cubicBezTo>
                    <a:pt x="35" y="16"/>
                    <a:pt x="35" y="16"/>
                    <a:pt x="35" y="16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17" y="14"/>
                    <a:pt x="19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1" name="Freeform 586">
              <a:extLst>
                <a:ext uri="{FF2B5EF4-FFF2-40B4-BE49-F238E27FC236}">
                  <a16:creationId xmlns:a16="http://schemas.microsoft.com/office/drawing/2014/main" id="{DCA20543-2748-4DC5-BA1C-EBEDB26CA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8157" y="4400550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69 w 98"/>
                <a:gd name="T3" fmla="*/ 125 h 131"/>
                <a:gd name="T4" fmla="*/ 48 w 98"/>
                <a:gd name="T5" fmla="*/ 129 h 131"/>
                <a:gd name="T6" fmla="*/ 2 w 98"/>
                <a:gd name="T7" fmla="*/ 78 h 131"/>
                <a:gd name="T8" fmla="*/ 4 w 98"/>
                <a:gd name="T9" fmla="*/ 32 h 131"/>
                <a:gd name="T10" fmla="*/ 6 w 98"/>
                <a:gd name="T11" fmla="*/ 25 h 131"/>
                <a:gd name="T12" fmla="*/ 30 w 98"/>
                <a:gd name="T13" fmla="*/ 4 h 131"/>
                <a:gd name="T14" fmla="*/ 62 w 98"/>
                <a:gd name="T15" fmla="*/ 2 h 131"/>
                <a:gd name="T16" fmla="*/ 93 w 98"/>
                <a:gd name="T17" fmla="*/ 28 h 131"/>
                <a:gd name="T18" fmla="*/ 96 w 98"/>
                <a:gd name="T19" fmla="*/ 43 h 131"/>
                <a:gd name="T20" fmla="*/ 98 w 98"/>
                <a:gd name="T21" fmla="*/ 74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5"/>
                    <a:pt x="81" y="119"/>
                    <a:pt x="69" y="125"/>
                  </a:cubicBezTo>
                  <a:cubicBezTo>
                    <a:pt x="58" y="131"/>
                    <a:pt x="48" y="129"/>
                    <a:pt x="48" y="129"/>
                  </a:cubicBezTo>
                  <a:cubicBezTo>
                    <a:pt x="2" y="118"/>
                    <a:pt x="5" y="97"/>
                    <a:pt x="2" y="78"/>
                  </a:cubicBezTo>
                  <a:cubicBezTo>
                    <a:pt x="1" y="70"/>
                    <a:pt x="0" y="53"/>
                    <a:pt x="4" y="32"/>
                  </a:cubicBezTo>
                  <a:cubicBezTo>
                    <a:pt x="4" y="30"/>
                    <a:pt x="5" y="27"/>
                    <a:pt x="6" y="25"/>
                  </a:cubicBezTo>
                  <a:cubicBezTo>
                    <a:pt x="14" y="10"/>
                    <a:pt x="30" y="4"/>
                    <a:pt x="30" y="4"/>
                  </a:cubicBezTo>
                  <a:cubicBezTo>
                    <a:pt x="40" y="1"/>
                    <a:pt x="52" y="0"/>
                    <a:pt x="62" y="2"/>
                  </a:cubicBezTo>
                  <a:cubicBezTo>
                    <a:pt x="77" y="5"/>
                    <a:pt x="89" y="12"/>
                    <a:pt x="93" y="28"/>
                  </a:cubicBezTo>
                  <a:cubicBezTo>
                    <a:pt x="94" y="33"/>
                    <a:pt x="95" y="38"/>
                    <a:pt x="96" y="43"/>
                  </a:cubicBezTo>
                  <a:cubicBezTo>
                    <a:pt x="97" y="53"/>
                    <a:pt x="97" y="64"/>
                    <a:pt x="98" y="74"/>
                  </a:cubicBezTo>
                  <a:cubicBezTo>
                    <a:pt x="98" y="79"/>
                    <a:pt x="98" y="84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2" name="Freeform 587">
              <a:extLst>
                <a:ext uri="{FF2B5EF4-FFF2-40B4-BE49-F238E27FC236}">
                  <a16:creationId xmlns:a16="http://schemas.microsoft.com/office/drawing/2014/main" id="{DE425EC9-F7F4-49E6-97AF-DBF3F78E3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969" y="4549775"/>
              <a:ext cx="93663" cy="169863"/>
            </a:xfrm>
            <a:custGeom>
              <a:avLst/>
              <a:gdLst>
                <a:gd name="T0" fmla="*/ 10 w 25"/>
                <a:gd name="T1" fmla="*/ 3 h 45"/>
                <a:gd name="T2" fmla="*/ 7 w 25"/>
                <a:gd name="T3" fmla="*/ 12 h 45"/>
                <a:gd name="T4" fmla="*/ 8 w 25"/>
                <a:gd name="T5" fmla="*/ 37 h 45"/>
                <a:gd name="T6" fmla="*/ 3 w 25"/>
                <a:gd name="T7" fmla="*/ 39 h 45"/>
                <a:gd name="T8" fmla="*/ 12 w 25"/>
                <a:gd name="T9" fmla="*/ 45 h 45"/>
                <a:gd name="T10" fmla="*/ 19 w 25"/>
                <a:gd name="T11" fmla="*/ 42 h 45"/>
                <a:gd name="T12" fmla="*/ 23 w 25"/>
                <a:gd name="T13" fmla="*/ 34 h 45"/>
                <a:gd name="T14" fmla="*/ 17 w 25"/>
                <a:gd name="T15" fmla="*/ 36 h 45"/>
                <a:gd name="T16" fmla="*/ 10 w 25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5">
                  <a:moveTo>
                    <a:pt x="10" y="3"/>
                  </a:moveTo>
                  <a:cubicBezTo>
                    <a:pt x="10" y="3"/>
                    <a:pt x="6" y="0"/>
                    <a:pt x="7" y="12"/>
                  </a:cubicBezTo>
                  <a:cubicBezTo>
                    <a:pt x="7" y="24"/>
                    <a:pt x="8" y="37"/>
                    <a:pt x="8" y="37"/>
                  </a:cubicBezTo>
                  <a:cubicBezTo>
                    <a:pt x="8" y="37"/>
                    <a:pt x="0" y="33"/>
                    <a:pt x="3" y="39"/>
                  </a:cubicBezTo>
                  <a:cubicBezTo>
                    <a:pt x="5" y="43"/>
                    <a:pt x="8" y="44"/>
                    <a:pt x="12" y="45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5" y="36"/>
                    <a:pt x="23" y="34"/>
                  </a:cubicBezTo>
                  <a:cubicBezTo>
                    <a:pt x="22" y="34"/>
                    <a:pt x="18" y="36"/>
                    <a:pt x="17" y="36"/>
                  </a:cubicBezTo>
                  <a:cubicBezTo>
                    <a:pt x="17" y="36"/>
                    <a:pt x="16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3" name="Freeform 588">
              <a:extLst>
                <a:ext uri="{FF2B5EF4-FFF2-40B4-BE49-F238E27FC236}">
                  <a16:creationId xmlns:a16="http://schemas.microsoft.com/office/drawing/2014/main" id="{A3FC98F5-4E6E-44F2-8133-B75BE8544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4694" y="4516438"/>
              <a:ext cx="106363" cy="55563"/>
            </a:xfrm>
            <a:custGeom>
              <a:avLst/>
              <a:gdLst>
                <a:gd name="T0" fmla="*/ 1 w 28"/>
                <a:gd name="T1" fmla="*/ 4 h 15"/>
                <a:gd name="T2" fmla="*/ 28 w 28"/>
                <a:gd name="T3" fmla="*/ 15 h 15"/>
                <a:gd name="T4" fmla="*/ 0 w 28"/>
                <a:gd name="T5" fmla="*/ 12 h 15"/>
                <a:gd name="T6" fmla="*/ 1 w 28"/>
                <a:gd name="T7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1" y="4"/>
                  </a:moveTo>
                  <a:cubicBezTo>
                    <a:pt x="1" y="4"/>
                    <a:pt x="22" y="0"/>
                    <a:pt x="28" y="15"/>
                  </a:cubicBezTo>
                  <a:cubicBezTo>
                    <a:pt x="28" y="15"/>
                    <a:pt x="5" y="8"/>
                    <a:pt x="0" y="12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4" name="Freeform 589">
              <a:extLst>
                <a:ext uri="{FF2B5EF4-FFF2-40B4-BE49-F238E27FC236}">
                  <a16:creationId xmlns:a16="http://schemas.microsoft.com/office/drawing/2014/main" id="{2AE8664E-CE6E-4B13-951E-F56FCE069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432" y="4516438"/>
              <a:ext cx="106363" cy="55563"/>
            </a:xfrm>
            <a:custGeom>
              <a:avLst/>
              <a:gdLst>
                <a:gd name="T0" fmla="*/ 28 w 28"/>
                <a:gd name="T1" fmla="*/ 6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6"/>
                  </a:moveTo>
                  <a:cubicBezTo>
                    <a:pt x="28" y="6"/>
                    <a:pt x="7" y="0"/>
                    <a:pt x="0" y="15"/>
                  </a:cubicBezTo>
                  <a:cubicBezTo>
                    <a:pt x="0" y="15"/>
                    <a:pt x="23" y="10"/>
                    <a:pt x="28" y="13"/>
                  </a:cubicBezTo>
                  <a:lnTo>
                    <a:pt x="28" y="6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5" name="Freeform 590">
              <a:extLst>
                <a:ext uri="{FF2B5EF4-FFF2-40B4-BE49-F238E27FC236}">
                  <a16:creationId xmlns:a16="http://schemas.microsoft.com/office/drawing/2014/main" id="{F134B4C6-25E4-492C-87C9-BF88B642E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5307" y="4583113"/>
              <a:ext cx="93663" cy="84138"/>
            </a:xfrm>
            <a:custGeom>
              <a:avLst/>
              <a:gdLst>
                <a:gd name="T0" fmla="*/ 1 w 25"/>
                <a:gd name="T1" fmla="*/ 12 h 22"/>
                <a:gd name="T2" fmla="*/ 13 w 25"/>
                <a:gd name="T3" fmla="*/ 22 h 22"/>
                <a:gd name="T4" fmla="*/ 25 w 25"/>
                <a:gd name="T5" fmla="*/ 10 h 22"/>
                <a:gd name="T6" fmla="*/ 12 w 25"/>
                <a:gd name="T7" fmla="*/ 0 h 22"/>
                <a:gd name="T8" fmla="*/ 1 w 25"/>
                <a:gd name="T9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2">
                  <a:moveTo>
                    <a:pt x="1" y="12"/>
                  </a:moveTo>
                  <a:cubicBezTo>
                    <a:pt x="1" y="18"/>
                    <a:pt x="7" y="22"/>
                    <a:pt x="13" y="22"/>
                  </a:cubicBezTo>
                  <a:cubicBezTo>
                    <a:pt x="20" y="22"/>
                    <a:pt x="25" y="16"/>
                    <a:pt x="25" y="10"/>
                  </a:cubicBezTo>
                  <a:cubicBezTo>
                    <a:pt x="24" y="4"/>
                    <a:pt x="19" y="0"/>
                    <a:pt x="12" y="0"/>
                  </a:cubicBezTo>
                  <a:cubicBezTo>
                    <a:pt x="5" y="1"/>
                    <a:pt x="0" y="6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6" name="Freeform 591">
              <a:extLst>
                <a:ext uri="{FF2B5EF4-FFF2-40B4-BE49-F238E27FC236}">
                  <a16:creationId xmlns:a16="http://schemas.microsoft.com/office/drawing/2014/main" id="{3BA49EA8-07D5-4F33-B193-72331C15F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4357" y="4587875"/>
              <a:ext cx="60325" cy="74613"/>
            </a:xfrm>
            <a:custGeom>
              <a:avLst/>
              <a:gdLst>
                <a:gd name="T0" fmla="*/ 16 w 16"/>
                <a:gd name="T1" fmla="*/ 9 h 20"/>
                <a:gd name="T2" fmla="*/ 9 w 16"/>
                <a:gd name="T3" fmla="*/ 19 h 20"/>
                <a:gd name="T4" fmla="*/ 1 w 16"/>
                <a:gd name="T5" fmla="*/ 10 h 20"/>
                <a:gd name="T6" fmla="*/ 8 w 16"/>
                <a:gd name="T7" fmla="*/ 0 h 20"/>
                <a:gd name="T8" fmla="*/ 16 w 16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0">
                  <a:moveTo>
                    <a:pt x="16" y="9"/>
                  </a:moveTo>
                  <a:cubicBezTo>
                    <a:pt x="16" y="15"/>
                    <a:pt x="13" y="19"/>
                    <a:pt x="9" y="19"/>
                  </a:cubicBezTo>
                  <a:cubicBezTo>
                    <a:pt x="5" y="20"/>
                    <a:pt x="1" y="16"/>
                    <a:pt x="1" y="10"/>
                  </a:cubicBezTo>
                  <a:cubicBezTo>
                    <a:pt x="0" y="5"/>
                    <a:pt x="3" y="0"/>
                    <a:pt x="8" y="0"/>
                  </a:cubicBezTo>
                  <a:cubicBezTo>
                    <a:pt x="12" y="0"/>
                    <a:pt x="15" y="4"/>
                    <a:pt x="16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7" name="Freeform 592">
              <a:extLst>
                <a:ext uri="{FF2B5EF4-FFF2-40B4-BE49-F238E27FC236}">
                  <a16:creationId xmlns:a16="http://schemas.microsoft.com/office/drawing/2014/main" id="{D73E9897-3EF1-4CDB-94A9-EE3F2FBFE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5469" y="4598988"/>
              <a:ext cx="41275" cy="52388"/>
            </a:xfrm>
            <a:custGeom>
              <a:avLst/>
              <a:gdLst>
                <a:gd name="T0" fmla="*/ 10 w 11"/>
                <a:gd name="T1" fmla="*/ 6 h 14"/>
                <a:gd name="T2" fmla="*/ 6 w 11"/>
                <a:gd name="T3" fmla="*/ 14 h 14"/>
                <a:gd name="T4" fmla="*/ 0 w 11"/>
                <a:gd name="T5" fmla="*/ 7 h 14"/>
                <a:gd name="T6" fmla="*/ 5 w 11"/>
                <a:gd name="T7" fmla="*/ 0 h 14"/>
                <a:gd name="T8" fmla="*/ 10 w 11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0" y="6"/>
                  </a:moveTo>
                  <a:cubicBezTo>
                    <a:pt x="11" y="10"/>
                    <a:pt x="9" y="13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0" y="3"/>
                    <a:pt x="10" y="6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8" name="Oval 593">
              <a:extLst>
                <a:ext uri="{FF2B5EF4-FFF2-40B4-BE49-F238E27FC236}">
                  <a16:creationId xmlns:a16="http://schemas.microsoft.com/office/drawing/2014/main" id="{2F7D4CA1-98CD-4AE0-BC7F-DC8FD1390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519" y="4591050"/>
              <a:ext cx="17463" cy="158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9" name="Freeform 594">
              <a:extLst>
                <a:ext uri="{FF2B5EF4-FFF2-40B4-BE49-F238E27FC236}">
                  <a16:creationId xmlns:a16="http://schemas.microsoft.com/office/drawing/2014/main" id="{429E09BE-716F-4EA6-823E-D574848BA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4694" y="4576763"/>
              <a:ext cx="95250" cy="85725"/>
            </a:xfrm>
            <a:custGeom>
              <a:avLst/>
              <a:gdLst>
                <a:gd name="T0" fmla="*/ 1 w 25"/>
                <a:gd name="T1" fmla="*/ 13 h 23"/>
                <a:gd name="T2" fmla="*/ 13 w 25"/>
                <a:gd name="T3" fmla="*/ 23 h 23"/>
                <a:gd name="T4" fmla="*/ 25 w 25"/>
                <a:gd name="T5" fmla="*/ 11 h 23"/>
                <a:gd name="T6" fmla="*/ 12 w 25"/>
                <a:gd name="T7" fmla="*/ 1 h 23"/>
                <a:gd name="T8" fmla="*/ 1 w 25"/>
                <a:gd name="T9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3">
                  <a:moveTo>
                    <a:pt x="1" y="13"/>
                  </a:moveTo>
                  <a:cubicBezTo>
                    <a:pt x="1" y="19"/>
                    <a:pt x="7" y="23"/>
                    <a:pt x="13" y="23"/>
                  </a:cubicBezTo>
                  <a:cubicBezTo>
                    <a:pt x="20" y="22"/>
                    <a:pt x="25" y="17"/>
                    <a:pt x="25" y="11"/>
                  </a:cubicBezTo>
                  <a:cubicBezTo>
                    <a:pt x="24" y="5"/>
                    <a:pt x="18" y="0"/>
                    <a:pt x="12" y="1"/>
                  </a:cubicBezTo>
                  <a:cubicBezTo>
                    <a:pt x="5" y="1"/>
                    <a:pt x="0" y="7"/>
                    <a:pt x="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0" name="Freeform 595">
              <a:extLst>
                <a:ext uri="{FF2B5EF4-FFF2-40B4-BE49-F238E27FC236}">
                  <a16:creationId xmlns:a16="http://schemas.microsoft.com/office/drawing/2014/main" id="{72375D42-D54E-456A-8506-6F783E4C9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0569" y="4583113"/>
              <a:ext cx="55563" cy="71438"/>
            </a:xfrm>
            <a:custGeom>
              <a:avLst/>
              <a:gdLst>
                <a:gd name="T0" fmla="*/ 15 w 15"/>
                <a:gd name="T1" fmla="*/ 9 h 19"/>
                <a:gd name="T2" fmla="*/ 8 w 15"/>
                <a:gd name="T3" fmla="*/ 19 h 19"/>
                <a:gd name="T4" fmla="*/ 0 w 15"/>
                <a:gd name="T5" fmla="*/ 10 h 19"/>
                <a:gd name="T6" fmla="*/ 7 w 15"/>
                <a:gd name="T7" fmla="*/ 0 h 19"/>
                <a:gd name="T8" fmla="*/ 15 w 15"/>
                <a:gd name="T9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9">
                  <a:moveTo>
                    <a:pt x="15" y="9"/>
                  </a:moveTo>
                  <a:cubicBezTo>
                    <a:pt x="15" y="14"/>
                    <a:pt x="12" y="19"/>
                    <a:pt x="8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5"/>
                    <a:pt x="3" y="0"/>
                    <a:pt x="7" y="0"/>
                  </a:cubicBezTo>
                  <a:cubicBezTo>
                    <a:pt x="11" y="0"/>
                    <a:pt x="14" y="4"/>
                    <a:pt x="15" y="9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1" name="Freeform 596">
              <a:extLst>
                <a:ext uri="{FF2B5EF4-FFF2-40B4-BE49-F238E27FC236}">
                  <a16:creationId xmlns:a16="http://schemas.microsoft.com/office/drawing/2014/main" id="{E2CF4381-C976-4E64-9F0D-54DA719C7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8507" y="4595813"/>
              <a:ext cx="41275" cy="52388"/>
            </a:xfrm>
            <a:custGeom>
              <a:avLst/>
              <a:gdLst>
                <a:gd name="T0" fmla="*/ 11 w 11"/>
                <a:gd name="T1" fmla="*/ 6 h 14"/>
                <a:gd name="T2" fmla="*/ 6 w 11"/>
                <a:gd name="T3" fmla="*/ 13 h 14"/>
                <a:gd name="T4" fmla="*/ 0 w 11"/>
                <a:gd name="T5" fmla="*/ 7 h 14"/>
                <a:gd name="T6" fmla="*/ 5 w 11"/>
                <a:gd name="T7" fmla="*/ 0 h 14"/>
                <a:gd name="T8" fmla="*/ 11 w 11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6"/>
                  </a:moveTo>
                  <a:cubicBezTo>
                    <a:pt x="11" y="10"/>
                    <a:pt x="9" y="13"/>
                    <a:pt x="6" y="13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" y="0"/>
                    <a:pt x="10" y="2"/>
                    <a:pt x="11" y="6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2" name="Oval 597">
              <a:extLst>
                <a:ext uri="{FF2B5EF4-FFF2-40B4-BE49-F238E27FC236}">
                  <a16:creationId xmlns:a16="http://schemas.microsoft.com/office/drawing/2014/main" id="{8E85C91F-790A-413A-A0B0-2D3B31440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5969" y="4587875"/>
              <a:ext cx="23813" cy="142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3" name="Freeform 598">
              <a:extLst>
                <a:ext uri="{FF2B5EF4-FFF2-40B4-BE49-F238E27FC236}">
                  <a16:creationId xmlns:a16="http://schemas.microsoft.com/office/drawing/2014/main" id="{0B71EEB1-90C4-4750-86AE-32100BDD3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1969" y="4294188"/>
              <a:ext cx="404813" cy="236538"/>
            </a:xfrm>
            <a:custGeom>
              <a:avLst/>
              <a:gdLst>
                <a:gd name="T0" fmla="*/ 107 w 108"/>
                <a:gd name="T1" fmla="*/ 23 h 63"/>
                <a:gd name="T2" fmla="*/ 95 w 108"/>
                <a:gd name="T3" fmla="*/ 32 h 63"/>
                <a:gd name="T4" fmla="*/ 102 w 108"/>
                <a:gd name="T5" fmla="*/ 16 h 63"/>
                <a:gd name="T6" fmla="*/ 102 w 108"/>
                <a:gd name="T7" fmla="*/ 16 h 63"/>
                <a:gd name="T8" fmla="*/ 100 w 108"/>
                <a:gd name="T9" fmla="*/ 18 h 63"/>
                <a:gd name="T10" fmla="*/ 86 w 108"/>
                <a:gd name="T11" fmla="*/ 19 h 63"/>
                <a:gd name="T12" fmla="*/ 66 w 108"/>
                <a:gd name="T13" fmla="*/ 7 h 63"/>
                <a:gd name="T14" fmla="*/ 41 w 108"/>
                <a:gd name="T15" fmla="*/ 0 h 63"/>
                <a:gd name="T16" fmla="*/ 28 w 108"/>
                <a:gd name="T17" fmla="*/ 3 h 63"/>
                <a:gd name="T18" fmla="*/ 1 w 108"/>
                <a:gd name="T19" fmla="*/ 27 h 63"/>
                <a:gd name="T20" fmla="*/ 0 w 108"/>
                <a:gd name="T21" fmla="*/ 32 h 63"/>
                <a:gd name="T22" fmla="*/ 1 w 108"/>
                <a:gd name="T23" fmla="*/ 37 h 63"/>
                <a:gd name="T24" fmla="*/ 2 w 108"/>
                <a:gd name="T25" fmla="*/ 38 h 63"/>
                <a:gd name="T26" fmla="*/ 2 w 108"/>
                <a:gd name="T27" fmla="*/ 37 h 63"/>
                <a:gd name="T28" fmla="*/ 2 w 108"/>
                <a:gd name="T29" fmla="*/ 37 h 63"/>
                <a:gd name="T30" fmla="*/ 19 w 108"/>
                <a:gd name="T31" fmla="*/ 51 h 63"/>
                <a:gd name="T32" fmla="*/ 62 w 108"/>
                <a:gd name="T33" fmla="*/ 59 h 63"/>
                <a:gd name="T34" fmla="*/ 104 w 108"/>
                <a:gd name="T35" fmla="*/ 30 h 63"/>
                <a:gd name="T36" fmla="*/ 108 w 108"/>
                <a:gd name="T37" fmla="*/ 24 h 63"/>
                <a:gd name="T38" fmla="*/ 107 w 108"/>
                <a:gd name="T39" fmla="*/ 2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8" h="63">
                  <a:moveTo>
                    <a:pt x="107" y="23"/>
                  </a:moveTo>
                  <a:cubicBezTo>
                    <a:pt x="105" y="27"/>
                    <a:pt x="100" y="31"/>
                    <a:pt x="95" y="32"/>
                  </a:cubicBezTo>
                  <a:cubicBezTo>
                    <a:pt x="99" y="28"/>
                    <a:pt x="103" y="22"/>
                    <a:pt x="102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1" y="16"/>
                    <a:pt x="100" y="17"/>
                    <a:pt x="100" y="18"/>
                  </a:cubicBezTo>
                  <a:cubicBezTo>
                    <a:pt x="96" y="21"/>
                    <a:pt x="90" y="21"/>
                    <a:pt x="86" y="19"/>
                  </a:cubicBezTo>
                  <a:cubicBezTo>
                    <a:pt x="78" y="16"/>
                    <a:pt x="72" y="11"/>
                    <a:pt x="66" y="7"/>
                  </a:cubicBezTo>
                  <a:cubicBezTo>
                    <a:pt x="58" y="3"/>
                    <a:pt x="50" y="0"/>
                    <a:pt x="41" y="0"/>
                  </a:cubicBezTo>
                  <a:cubicBezTo>
                    <a:pt x="37" y="1"/>
                    <a:pt x="32" y="2"/>
                    <a:pt x="28" y="3"/>
                  </a:cubicBezTo>
                  <a:cubicBezTo>
                    <a:pt x="17" y="7"/>
                    <a:pt x="4" y="15"/>
                    <a:pt x="1" y="27"/>
                  </a:cubicBezTo>
                  <a:cubicBezTo>
                    <a:pt x="1" y="28"/>
                    <a:pt x="0" y="30"/>
                    <a:pt x="0" y="32"/>
                  </a:cubicBezTo>
                  <a:cubicBezTo>
                    <a:pt x="1" y="33"/>
                    <a:pt x="1" y="36"/>
                    <a:pt x="1" y="37"/>
                  </a:cubicBezTo>
                  <a:cubicBezTo>
                    <a:pt x="1" y="37"/>
                    <a:pt x="1" y="38"/>
                    <a:pt x="2" y="38"/>
                  </a:cubicBezTo>
                  <a:cubicBezTo>
                    <a:pt x="2" y="38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7" y="33"/>
                    <a:pt x="16" y="49"/>
                    <a:pt x="19" y="51"/>
                  </a:cubicBezTo>
                  <a:cubicBezTo>
                    <a:pt x="31" y="61"/>
                    <a:pt x="48" y="63"/>
                    <a:pt x="62" y="59"/>
                  </a:cubicBezTo>
                  <a:cubicBezTo>
                    <a:pt x="77" y="55"/>
                    <a:pt x="95" y="44"/>
                    <a:pt x="104" y="30"/>
                  </a:cubicBezTo>
                  <a:cubicBezTo>
                    <a:pt x="105" y="28"/>
                    <a:pt x="107" y="26"/>
                    <a:pt x="108" y="24"/>
                  </a:cubicBezTo>
                  <a:cubicBezTo>
                    <a:pt x="108" y="23"/>
                    <a:pt x="108" y="23"/>
                    <a:pt x="107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4" name="Freeform 599">
              <a:extLst>
                <a:ext uri="{FF2B5EF4-FFF2-40B4-BE49-F238E27FC236}">
                  <a16:creationId xmlns:a16="http://schemas.microsoft.com/office/drawing/2014/main" id="{5D87CD0C-44DD-4E0B-83A1-80AA82E27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4232" y="4519613"/>
              <a:ext cx="109538" cy="173038"/>
            </a:xfrm>
            <a:custGeom>
              <a:avLst/>
              <a:gdLst>
                <a:gd name="T0" fmla="*/ 4 w 29"/>
                <a:gd name="T1" fmla="*/ 23 h 46"/>
                <a:gd name="T2" fmla="*/ 23 w 29"/>
                <a:gd name="T3" fmla="*/ 18 h 46"/>
                <a:gd name="T4" fmla="*/ 9 w 29"/>
                <a:gd name="T5" fmla="*/ 45 h 46"/>
                <a:gd name="T6" fmla="*/ 4 w 29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4" y="23"/>
                  </a:moveTo>
                  <a:cubicBezTo>
                    <a:pt x="4" y="23"/>
                    <a:pt x="14" y="0"/>
                    <a:pt x="23" y="18"/>
                  </a:cubicBezTo>
                  <a:cubicBezTo>
                    <a:pt x="29" y="32"/>
                    <a:pt x="18" y="46"/>
                    <a:pt x="9" y="45"/>
                  </a:cubicBezTo>
                  <a:cubicBezTo>
                    <a:pt x="0" y="44"/>
                    <a:pt x="4" y="23"/>
                    <a:pt x="4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5" name="Freeform 600">
              <a:extLst>
                <a:ext uri="{FF2B5EF4-FFF2-40B4-BE49-F238E27FC236}">
                  <a16:creationId xmlns:a16="http://schemas.microsoft.com/office/drawing/2014/main" id="{606D69BA-327E-44DA-9947-FE7E46A63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169" y="4565650"/>
              <a:ext cx="66675" cy="101600"/>
            </a:xfrm>
            <a:custGeom>
              <a:avLst/>
              <a:gdLst>
                <a:gd name="T0" fmla="*/ 3 w 18"/>
                <a:gd name="T1" fmla="*/ 14 h 27"/>
                <a:gd name="T2" fmla="*/ 14 w 18"/>
                <a:gd name="T3" fmla="*/ 5 h 27"/>
                <a:gd name="T4" fmla="*/ 18 w 18"/>
                <a:gd name="T5" fmla="*/ 17 h 27"/>
                <a:gd name="T6" fmla="*/ 10 w 18"/>
                <a:gd name="T7" fmla="*/ 15 h 27"/>
                <a:gd name="T8" fmla="*/ 5 w 18"/>
                <a:gd name="T9" fmla="*/ 24 h 27"/>
                <a:gd name="T10" fmla="*/ 3 w 18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3" y="14"/>
                  </a:moveTo>
                  <a:cubicBezTo>
                    <a:pt x="3" y="14"/>
                    <a:pt x="10" y="0"/>
                    <a:pt x="14" y="5"/>
                  </a:cubicBezTo>
                  <a:cubicBezTo>
                    <a:pt x="18" y="10"/>
                    <a:pt x="18" y="17"/>
                    <a:pt x="18" y="17"/>
                  </a:cubicBezTo>
                  <a:cubicBezTo>
                    <a:pt x="18" y="17"/>
                    <a:pt x="15" y="10"/>
                    <a:pt x="10" y="15"/>
                  </a:cubicBezTo>
                  <a:cubicBezTo>
                    <a:pt x="10" y="15"/>
                    <a:pt x="17" y="27"/>
                    <a:pt x="5" y="24"/>
                  </a:cubicBezTo>
                  <a:cubicBezTo>
                    <a:pt x="5" y="24"/>
                    <a:pt x="0" y="21"/>
                    <a:pt x="3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6" name="Freeform 601">
              <a:extLst>
                <a:ext uri="{FF2B5EF4-FFF2-40B4-BE49-F238E27FC236}">
                  <a16:creationId xmlns:a16="http://schemas.microsoft.com/office/drawing/2014/main" id="{50BDD22C-4744-4CA7-A545-2114EF2A6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4494" y="4406900"/>
              <a:ext cx="169863" cy="225425"/>
            </a:xfrm>
            <a:custGeom>
              <a:avLst/>
              <a:gdLst>
                <a:gd name="T0" fmla="*/ 44 w 45"/>
                <a:gd name="T1" fmla="*/ 5 h 60"/>
                <a:gd name="T2" fmla="*/ 37 w 45"/>
                <a:gd name="T3" fmla="*/ 33 h 60"/>
                <a:gd name="T4" fmla="*/ 29 w 45"/>
                <a:gd name="T5" fmla="*/ 60 h 60"/>
                <a:gd name="T6" fmla="*/ 33 w 45"/>
                <a:gd name="T7" fmla="*/ 3 h 60"/>
                <a:gd name="T8" fmla="*/ 44 w 45"/>
                <a:gd name="T9" fmla="*/ 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0">
                  <a:moveTo>
                    <a:pt x="44" y="5"/>
                  </a:moveTo>
                  <a:cubicBezTo>
                    <a:pt x="44" y="5"/>
                    <a:pt x="45" y="24"/>
                    <a:pt x="37" y="33"/>
                  </a:cubicBezTo>
                  <a:cubicBezTo>
                    <a:pt x="29" y="42"/>
                    <a:pt x="29" y="60"/>
                    <a:pt x="29" y="60"/>
                  </a:cubicBezTo>
                  <a:cubicBezTo>
                    <a:pt x="29" y="60"/>
                    <a:pt x="0" y="24"/>
                    <a:pt x="33" y="3"/>
                  </a:cubicBezTo>
                  <a:cubicBezTo>
                    <a:pt x="33" y="3"/>
                    <a:pt x="39" y="0"/>
                    <a:pt x="44" y="5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7" name="Freeform 602">
              <a:extLst>
                <a:ext uri="{FF2B5EF4-FFF2-40B4-BE49-F238E27FC236}">
                  <a16:creationId xmlns:a16="http://schemas.microsoft.com/office/drawing/2014/main" id="{170D040B-644F-478F-A7C7-C994B0F68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1844" y="4392613"/>
              <a:ext cx="138113" cy="220663"/>
            </a:xfrm>
            <a:custGeom>
              <a:avLst/>
              <a:gdLst>
                <a:gd name="T0" fmla="*/ 3 w 37"/>
                <a:gd name="T1" fmla="*/ 16 h 59"/>
                <a:gd name="T2" fmla="*/ 19 w 37"/>
                <a:gd name="T3" fmla="*/ 59 h 59"/>
                <a:gd name="T4" fmla="*/ 20 w 37"/>
                <a:gd name="T5" fmla="*/ 8 h 59"/>
                <a:gd name="T6" fmla="*/ 3 w 37"/>
                <a:gd name="T7" fmla="*/ 1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3" y="16"/>
                  </a:moveTo>
                  <a:cubicBezTo>
                    <a:pt x="3" y="16"/>
                    <a:pt x="16" y="34"/>
                    <a:pt x="19" y="59"/>
                  </a:cubicBezTo>
                  <a:cubicBezTo>
                    <a:pt x="19" y="59"/>
                    <a:pt x="37" y="31"/>
                    <a:pt x="20" y="8"/>
                  </a:cubicBezTo>
                  <a:cubicBezTo>
                    <a:pt x="20" y="8"/>
                    <a:pt x="0" y="0"/>
                    <a:pt x="3" y="16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8" name="Freeform 603">
              <a:extLst>
                <a:ext uri="{FF2B5EF4-FFF2-40B4-BE49-F238E27FC236}">
                  <a16:creationId xmlns:a16="http://schemas.microsoft.com/office/drawing/2014/main" id="{3FDECD8C-09B8-40B1-AF5F-E4AE5E3AB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69" y="4535488"/>
              <a:ext cx="107950" cy="173038"/>
            </a:xfrm>
            <a:custGeom>
              <a:avLst/>
              <a:gdLst>
                <a:gd name="T0" fmla="*/ 25 w 29"/>
                <a:gd name="T1" fmla="*/ 22 h 46"/>
                <a:gd name="T2" fmla="*/ 7 w 29"/>
                <a:gd name="T3" fmla="*/ 17 h 46"/>
                <a:gd name="T4" fmla="*/ 20 w 29"/>
                <a:gd name="T5" fmla="*/ 45 h 46"/>
                <a:gd name="T6" fmla="*/ 25 w 29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25" y="22"/>
                  </a:moveTo>
                  <a:cubicBezTo>
                    <a:pt x="25" y="22"/>
                    <a:pt x="15" y="0"/>
                    <a:pt x="7" y="17"/>
                  </a:cubicBezTo>
                  <a:cubicBezTo>
                    <a:pt x="0" y="32"/>
                    <a:pt x="11" y="46"/>
                    <a:pt x="20" y="45"/>
                  </a:cubicBezTo>
                  <a:cubicBezTo>
                    <a:pt x="29" y="44"/>
                    <a:pt x="25" y="22"/>
                    <a:pt x="25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9" name="Freeform 604">
              <a:extLst>
                <a:ext uri="{FF2B5EF4-FFF2-40B4-BE49-F238E27FC236}">
                  <a16:creationId xmlns:a16="http://schemas.microsoft.com/office/drawing/2014/main" id="{9BF12D20-16EB-4FE6-AA16-4D738B485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882" y="4576763"/>
              <a:ext cx="68263" cy="101600"/>
            </a:xfrm>
            <a:custGeom>
              <a:avLst/>
              <a:gdLst>
                <a:gd name="T0" fmla="*/ 15 w 18"/>
                <a:gd name="T1" fmla="*/ 15 h 27"/>
                <a:gd name="T2" fmla="*/ 3 w 18"/>
                <a:gd name="T3" fmla="*/ 6 h 27"/>
                <a:gd name="T4" fmla="*/ 0 w 18"/>
                <a:gd name="T5" fmla="*/ 18 h 27"/>
                <a:gd name="T6" fmla="*/ 8 w 18"/>
                <a:gd name="T7" fmla="*/ 15 h 27"/>
                <a:gd name="T8" fmla="*/ 13 w 18"/>
                <a:gd name="T9" fmla="*/ 25 h 27"/>
                <a:gd name="T10" fmla="*/ 15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5" y="15"/>
                  </a:moveTo>
                  <a:cubicBezTo>
                    <a:pt x="15" y="15"/>
                    <a:pt x="7" y="0"/>
                    <a:pt x="3" y="6"/>
                  </a:cubicBezTo>
                  <a:cubicBezTo>
                    <a:pt x="0" y="11"/>
                    <a:pt x="0" y="18"/>
                    <a:pt x="0" y="18"/>
                  </a:cubicBezTo>
                  <a:cubicBezTo>
                    <a:pt x="0" y="18"/>
                    <a:pt x="2" y="10"/>
                    <a:pt x="8" y="15"/>
                  </a:cubicBezTo>
                  <a:cubicBezTo>
                    <a:pt x="8" y="15"/>
                    <a:pt x="1" y="27"/>
                    <a:pt x="13" y="25"/>
                  </a:cubicBezTo>
                  <a:cubicBezTo>
                    <a:pt x="13" y="25"/>
                    <a:pt x="18" y="21"/>
                    <a:pt x="15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" name="Freeform 608">
              <a:extLst>
                <a:ext uri="{FF2B5EF4-FFF2-40B4-BE49-F238E27FC236}">
                  <a16:creationId xmlns:a16="http://schemas.microsoft.com/office/drawing/2014/main" id="{4F75C65B-7F3F-4874-AEEA-AB5E0BD393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49269" y="4546600"/>
              <a:ext cx="373063" cy="146050"/>
            </a:xfrm>
            <a:custGeom>
              <a:avLst/>
              <a:gdLst>
                <a:gd name="T0" fmla="*/ 94 w 99"/>
                <a:gd name="T1" fmla="*/ 26 h 39"/>
                <a:gd name="T2" fmla="*/ 97 w 99"/>
                <a:gd name="T3" fmla="*/ 9 h 39"/>
                <a:gd name="T4" fmla="*/ 97 w 99"/>
                <a:gd name="T5" fmla="*/ 8 h 39"/>
                <a:gd name="T6" fmla="*/ 96 w 99"/>
                <a:gd name="T7" fmla="*/ 7 h 39"/>
                <a:gd name="T8" fmla="*/ 59 w 99"/>
                <a:gd name="T9" fmla="*/ 9 h 39"/>
                <a:gd name="T10" fmla="*/ 53 w 99"/>
                <a:gd name="T11" fmla="*/ 12 h 39"/>
                <a:gd name="T12" fmla="*/ 53 w 99"/>
                <a:gd name="T13" fmla="*/ 12 h 39"/>
                <a:gd name="T14" fmla="*/ 46 w 99"/>
                <a:gd name="T15" fmla="*/ 12 h 39"/>
                <a:gd name="T16" fmla="*/ 46 w 99"/>
                <a:gd name="T17" fmla="*/ 12 h 39"/>
                <a:gd name="T18" fmla="*/ 45 w 99"/>
                <a:gd name="T19" fmla="*/ 11 h 39"/>
                <a:gd name="T20" fmla="*/ 39 w 99"/>
                <a:gd name="T21" fmla="*/ 8 h 39"/>
                <a:gd name="T22" fmla="*/ 2 w 99"/>
                <a:gd name="T23" fmla="*/ 9 h 39"/>
                <a:gd name="T24" fmla="*/ 1 w 99"/>
                <a:gd name="T25" fmla="*/ 10 h 39"/>
                <a:gd name="T26" fmla="*/ 1 w 99"/>
                <a:gd name="T27" fmla="*/ 11 h 39"/>
                <a:gd name="T28" fmla="*/ 5 w 99"/>
                <a:gd name="T29" fmla="*/ 28 h 39"/>
                <a:gd name="T30" fmla="*/ 14 w 99"/>
                <a:gd name="T31" fmla="*/ 37 h 39"/>
                <a:gd name="T32" fmla="*/ 26 w 99"/>
                <a:gd name="T33" fmla="*/ 39 h 39"/>
                <a:gd name="T34" fmla="*/ 44 w 99"/>
                <a:gd name="T35" fmla="*/ 26 h 39"/>
                <a:gd name="T36" fmla="*/ 44 w 99"/>
                <a:gd name="T37" fmla="*/ 26 h 39"/>
                <a:gd name="T38" fmla="*/ 46 w 99"/>
                <a:gd name="T39" fmla="*/ 18 h 39"/>
                <a:gd name="T40" fmla="*/ 52 w 99"/>
                <a:gd name="T41" fmla="*/ 18 h 39"/>
                <a:gd name="T42" fmla="*/ 55 w 99"/>
                <a:gd name="T43" fmla="*/ 26 h 39"/>
                <a:gd name="T44" fmla="*/ 55 w 99"/>
                <a:gd name="T45" fmla="*/ 27 h 39"/>
                <a:gd name="T46" fmla="*/ 74 w 99"/>
                <a:gd name="T47" fmla="*/ 38 h 39"/>
                <a:gd name="T48" fmla="*/ 85 w 99"/>
                <a:gd name="T49" fmla="*/ 36 h 39"/>
                <a:gd name="T50" fmla="*/ 94 w 99"/>
                <a:gd name="T51" fmla="*/ 26 h 39"/>
                <a:gd name="T52" fmla="*/ 26 w 99"/>
                <a:gd name="T53" fmla="*/ 35 h 39"/>
                <a:gd name="T54" fmla="*/ 16 w 99"/>
                <a:gd name="T55" fmla="*/ 33 h 39"/>
                <a:gd name="T56" fmla="*/ 8 w 99"/>
                <a:gd name="T57" fmla="*/ 26 h 39"/>
                <a:gd name="T58" fmla="*/ 5 w 99"/>
                <a:gd name="T59" fmla="*/ 12 h 39"/>
                <a:gd name="T60" fmla="*/ 38 w 99"/>
                <a:gd name="T61" fmla="*/ 12 h 39"/>
                <a:gd name="T62" fmla="*/ 42 w 99"/>
                <a:gd name="T63" fmla="*/ 14 h 39"/>
                <a:gd name="T64" fmla="*/ 40 w 99"/>
                <a:gd name="T65" fmla="*/ 24 h 39"/>
                <a:gd name="T66" fmla="*/ 40 w 99"/>
                <a:gd name="T67" fmla="*/ 25 h 39"/>
                <a:gd name="T68" fmla="*/ 26 w 99"/>
                <a:gd name="T69" fmla="*/ 35 h 39"/>
                <a:gd name="T70" fmla="*/ 84 w 99"/>
                <a:gd name="T71" fmla="*/ 32 h 39"/>
                <a:gd name="T72" fmla="*/ 74 w 99"/>
                <a:gd name="T73" fmla="*/ 34 h 39"/>
                <a:gd name="T74" fmla="*/ 59 w 99"/>
                <a:gd name="T75" fmla="*/ 25 h 39"/>
                <a:gd name="T76" fmla="*/ 59 w 99"/>
                <a:gd name="T77" fmla="*/ 25 h 39"/>
                <a:gd name="T78" fmla="*/ 56 w 99"/>
                <a:gd name="T79" fmla="*/ 15 h 39"/>
                <a:gd name="T80" fmla="*/ 61 w 99"/>
                <a:gd name="T81" fmla="*/ 12 h 39"/>
                <a:gd name="T82" fmla="*/ 93 w 99"/>
                <a:gd name="T83" fmla="*/ 11 h 39"/>
                <a:gd name="T84" fmla="*/ 91 w 99"/>
                <a:gd name="T85" fmla="*/ 25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4" y="26"/>
                  </a:moveTo>
                  <a:cubicBezTo>
                    <a:pt x="99" y="14"/>
                    <a:pt x="97" y="9"/>
                    <a:pt x="97" y="9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78" y="0"/>
                    <a:pt x="59" y="9"/>
                  </a:cubicBezTo>
                  <a:cubicBezTo>
                    <a:pt x="57" y="10"/>
                    <a:pt x="55" y="11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3" y="10"/>
                    <a:pt x="41" y="9"/>
                    <a:pt x="39" y="8"/>
                  </a:cubicBezTo>
                  <a:cubicBezTo>
                    <a:pt x="20" y="1"/>
                    <a:pt x="3" y="9"/>
                    <a:pt x="2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0" y="16"/>
                    <a:pt x="5" y="28"/>
                  </a:cubicBezTo>
                  <a:cubicBezTo>
                    <a:pt x="6" y="32"/>
                    <a:pt x="10" y="35"/>
                    <a:pt x="14" y="37"/>
                  </a:cubicBezTo>
                  <a:cubicBezTo>
                    <a:pt x="20" y="39"/>
                    <a:pt x="26" y="39"/>
                    <a:pt x="26" y="39"/>
                  </a:cubicBezTo>
                  <a:cubicBezTo>
                    <a:pt x="40" y="37"/>
                    <a:pt x="42" y="31"/>
                    <a:pt x="44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5" y="23"/>
                    <a:pt x="46" y="20"/>
                    <a:pt x="46" y="18"/>
                  </a:cubicBezTo>
                  <a:cubicBezTo>
                    <a:pt x="47" y="17"/>
                    <a:pt x="49" y="17"/>
                    <a:pt x="52" y="18"/>
                  </a:cubicBezTo>
                  <a:cubicBezTo>
                    <a:pt x="53" y="20"/>
                    <a:pt x="53" y="23"/>
                    <a:pt x="55" y="26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7" y="31"/>
                    <a:pt x="60" y="38"/>
                    <a:pt x="74" y="38"/>
                  </a:cubicBezTo>
                  <a:cubicBezTo>
                    <a:pt x="74" y="38"/>
                    <a:pt x="80" y="39"/>
                    <a:pt x="85" y="36"/>
                  </a:cubicBezTo>
                  <a:cubicBezTo>
                    <a:pt x="90" y="34"/>
                    <a:pt x="93" y="31"/>
                    <a:pt x="94" y="26"/>
                  </a:cubicBezTo>
                  <a:close/>
                  <a:moveTo>
                    <a:pt x="26" y="35"/>
                  </a:moveTo>
                  <a:cubicBezTo>
                    <a:pt x="26" y="35"/>
                    <a:pt x="21" y="35"/>
                    <a:pt x="16" y="33"/>
                  </a:cubicBezTo>
                  <a:cubicBezTo>
                    <a:pt x="12" y="32"/>
                    <a:pt x="10" y="30"/>
                    <a:pt x="8" y="26"/>
                  </a:cubicBezTo>
                  <a:cubicBezTo>
                    <a:pt x="5" y="19"/>
                    <a:pt x="5" y="14"/>
                    <a:pt x="5" y="12"/>
                  </a:cubicBezTo>
                  <a:cubicBezTo>
                    <a:pt x="9" y="11"/>
                    <a:pt x="22" y="6"/>
                    <a:pt x="38" y="12"/>
                  </a:cubicBezTo>
                  <a:cubicBezTo>
                    <a:pt x="39" y="13"/>
                    <a:pt x="41" y="13"/>
                    <a:pt x="42" y="14"/>
                  </a:cubicBezTo>
                  <a:cubicBezTo>
                    <a:pt x="42" y="16"/>
                    <a:pt x="42" y="19"/>
                    <a:pt x="40" y="24"/>
                  </a:cubicBezTo>
                  <a:cubicBezTo>
                    <a:pt x="40" y="24"/>
                    <a:pt x="40" y="25"/>
                    <a:pt x="40" y="25"/>
                  </a:cubicBezTo>
                  <a:cubicBezTo>
                    <a:pt x="39" y="29"/>
                    <a:pt x="37" y="33"/>
                    <a:pt x="26" y="35"/>
                  </a:cubicBezTo>
                  <a:close/>
                  <a:moveTo>
                    <a:pt x="84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3" y="34"/>
                    <a:pt x="61" y="29"/>
                    <a:pt x="59" y="25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7" y="20"/>
                    <a:pt x="56" y="17"/>
                    <a:pt x="56" y="15"/>
                  </a:cubicBezTo>
                  <a:cubicBezTo>
                    <a:pt x="57" y="14"/>
                    <a:pt x="59" y="13"/>
                    <a:pt x="61" y="12"/>
                  </a:cubicBezTo>
                  <a:cubicBezTo>
                    <a:pt x="75" y="6"/>
                    <a:pt x="89" y="9"/>
                    <a:pt x="93" y="11"/>
                  </a:cubicBezTo>
                  <a:cubicBezTo>
                    <a:pt x="94" y="13"/>
                    <a:pt x="93" y="17"/>
                    <a:pt x="91" y="25"/>
                  </a:cubicBezTo>
                  <a:cubicBezTo>
                    <a:pt x="90" y="28"/>
                    <a:pt x="87" y="31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" name="Freeform 609">
              <a:extLst>
                <a:ext uri="{FF2B5EF4-FFF2-40B4-BE49-F238E27FC236}">
                  <a16:creationId xmlns:a16="http://schemas.microsoft.com/office/drawing/2014/main" id="{22179CAF-0EA5-4F92-8DD3-0AB304F0E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0869" y="4719638"/>
              <a:ext cx="158750" cy="115888"/>
            </a:xfrm>
            <a:custGeom>
              <a:avLst/>
              <a:gdLst>
                <a:gd name="T0" fmla="*/ 0 w 42"/>
                <a:gd name="T1" fmla="*/ 4 h 31"/>
                <a:gd name="T2" fmla="*/ 42 w 42"/>
                <a:gd name="T3" fmla="*/ 0 h 31"/>
                <a:gd name="T4" fmla="*/ 0 w 42"/>
                <a:gd name="T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1">
                  <a:moveTo>
                    <a:pt x="0" y="4"/>
                  </a:moveTo>
                  <a:cubicBezTo>
                    <a:pt x="0" y="4"/>
                    <a:pt x="26" y="31"/>
                    <a:pt x="42" y="0"/>
                  </a:cubicBezTo>
                  <a:cubicBezTo>
                    <a:pt x="42" y="0"/>
                    <a:pt x="28" y="15"/>
                    <a:pt x="0" y="4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1" name="Freeform 610">
              <a:extLst>
                <a:ext uri="{FF2B5EF4-FFF2-40B4-BE49-F238E27FC236}">
                  <a16:creationId xmlns:a16="http://schemas.microsoft.com/office/drawing/2014/main" id="{FCD5DF7B-93C6-4D7A-BB38-ABB46AFC1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4782" y="4959350"/>
              <a:ext cx="338138" cy="525463"/>
            </a:xfrm>
            <a:custGeom>
              <a:avLst/>
              <a:gdLst>
                <a:gd name="T0" fmla="*/ 78 w 90"/>
                <a:gd name="T1" fmla="*/ 1 h 140"/>
                <a:gd name="T2" fmla="*/ 0 w 90"/>
                <a:gd name="T3" fmla="*/ 105 h 140"/>
                <a:gd name="T4" fmla="*/ 90 w 90"/>
                <a:gd name="T5" fmla="*/ 41 h 140"/>
                <a:gd name="T6" fmla="*/ 78 w 90"/>
                <a:gd name="T7" fmla="*/ 1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40">
                  <a:moveTo>
                    <a:pt x="78" y="1"/>
                  </a:moveTo>
                  <a:cubicBezTo>
                    <a:pt x="75" y="1"/>
                    <a:pt x="6" y="46"/>
                    <a:pt x="0" y="105"/>
                  </a:cubicBezTo>
                  <a:cubicBezTo>
                    <a:pt x="0" y="105"/>
                    <a:pt x="11" y="140"/>
                    <a:pt x="90" y="41"/>
                  </a:cubicBezTo>
                  <a:cubicBezTo>
                    <a:pt x="90" y="41"/>
                    <a:pt x="90" y="0"/>
                    <a:pt x="78" y="1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" name="Freeform 611">
              <a:extLst>
                <a:ext uri="{FF2B5EF4-FFF2-40B4-BE49-F238E27FC236}">
                  <a16:creationId xmlns:a16="http://schemas.microsoft.com/office/drawing/2014/main" id="{A40EC3B0-7D51-4B05-AF12-909257DDA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794" y="5192713"/>
              <a:ext cx="390525" cy="214313"/>
            </a:xfrm>
            <a:custGeom>
              <a:avLst/>
              <a:gdLst>
                <a:gd name="T0" fmla="*/ 104 w 104"/>
                <a:gd name="T1" fmla="*/ 36 h 57"/>
                <a:gd name="T2" fmla="*/ 7 w 104"/>
                <a:gd name="T3" fmla="*/ 43 h 57"/>
                <a:gd name="T4" fmla="*/ 104 w 104"/>
                <a:gd name="T5" fmla="*/ 54 h 57"/>
                <a:gd name="T6" fmla="*/ 104 w 104"/>
                <a:gd name="T7" fmla="*/ 3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57">
                  <a:moveTo>
                    <a:pt x="104" y="36"/>
                  </a:moveTo>
                  <a:cubicBezTo>
                    <a:pt x="50" y="0"/>
                    <a:pt x="7" y="43"/>
                    <a:pt x="7" y="43"/>
                  </a:cubicBezTo>
                  <a:cubicBezTo>
                    <a:pt x="0" y="56"/>
                    <a:pt x="74" y="57"/>
                    <a:pt x="104" y="54"/>
                  </a:cubicBezTo>
                  <a:lnTo>
                    <a:pt x="104" y="36"/>
                  </a:ln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" name="Freeform 612">
              <a:extLst>
                <a:ext uri="{FF2B5EF4-FFF2-40B4-BE49-F238E27FC236}">
                  <a16:creationId xmlns:a16="http://schemas.microsoft.com/office/drawing/2014/main" id="{E007336C-23CA-4273-93CE-F56BB4B9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07" y="5229225"/>
              <a:ext cx="222250" cy="177800"/>
            </a:xfrm>
            <a:custGeom>
              <a:avLst/>
              <a:gdLst>
                <a:gd name="T0" fmla="*/ 0 w 59"/>
                <a:gd name="T1" fmla="*/ 47 h 47"/>
                <a:gd name="T2" fmla="*/ 59 w 59"/>
                <a:gd name="T3" fmla="*/ 46 h 47"/>
                <a:gd name="T4" fmla="*/ 0 w 59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47">
                  <a:moveTo>
                    <a:pt x="0" y="47"/>
                  </a:moveTo>
                  <a:cubicBezTo>
                    <a:pt x="0" y="47"/>
                    <a:pt x="23" y="0"/>
                    <a:pt x="59" y="46"/>
                  </a:cubicBezTo>
                  <a:lnTo>
                    <a:pt x="0" y="47"/>
                  </a:ln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" name="Freeform 613">
              <a:extLst>
                <a:ext uri="{FF2B5EF4-FFF2-40B4-BE49-F238E27FC236}">
                  <a16:creationId xmlns:a16="http://schemas.microsoft.com/office/drawing/2014/main" id="{09634442-BAD4-4DF7-A28C-31824B8E3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9944" y="4962525"/>
              <a:ext cx="633413" cy="455613"/>
            </a:xfrm>
            <a:custGeom>
              <a:avLst/>
              <a:gdLst>
                <a:gd name="T0" fmla="*/ 27 w 169"/>
                <a:gd name="T1" fmla="*/ 0 h 121"/>
                <a:gd name="T2" fmla="*/ 79 w 169"/>
                <a:gd name="T3" fmla="*/ 60 h 121"/>
                <a:gd name="T4" fmla="*/ 151 w 169"/>
                <a:gd name="T5" fmla="*/ 94 h 121"/>
                <a:gd name="T6" fmla="*/ 151 w 169"/>
                <a:gd name="T7" fmla="*/ 115 h 121"/>
                <a:gd name="T8" fmla="*/ 23 w 169"/>
                <a:gd name="T9" fmla="*/ 74 h 121"/>
                <a:gd name="T10" fmla="*/ 27 w 169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" h="121">
                  <a:moveTo>
                    <a:pt x="27" y="0"/>
                  </a:moveTo>
                  <a:cubicBezTo>
                    <a:pt x="27" y="0"/>
                    <a:pt x="54" y="44"/>
                    <a:pt x="79" y="60"/>
                  </a:cubicBezTo>
                  <a:cubicBezTo>
                    <a:pt x="106" y="77"/>
                    <a:pt x="151" y="94"/>
                    <a:pt x="151" y="94"/>
                  </a:cubicBezTo>
                  <a:cubicBezTo>
                    <a:pt x="151" y="94"/>
                    <a:pt x="169" y="112"/>
                    <a:pt x="151" y="115"/>
                  </a:cubicBezTo>
                  <a:cubicBezTo>
                    <a:pt x="105" y="121"/>
                    <a:pt x="41" y="114"/>
                    <a:pt x="23" y="74"/>
                  </a:cubicBezTo>
                  <a:cubicBezTo>
                    <a:pt x="4" y="34"/>
                    <a:pt x="0" y="26"/>
                    <a:pt x="27" y="0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" name="Freeform 614">
              <a:extLst>
                <a:ext uri="{FF2B5EF4-FFF2-40B4-BE49-F238E27FC236}">
                  <a16:creationId xmlns:a16="http://schemas.microsoft.com/office/drawing/2014/main" id="{7D1069AF-F5A2-4426-9067-680E8F409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857" y="5319713"/>
              <a:ext cx="168275" cy="82550"/>
            </a:xfrm>
            <a:custGeom>
              <a:avLst/>
              <a:gdLst>
                <a:gd name="T0" fmla="*/ 45 w 45"/>
                <a:gd name="T1" fmla="*/ 22 h 22"/>
                <a:gd name="T2" fmla="*/ 22 w 45"/>
                <a:gd name="T3" fmla="*/ 0 h 22"/>
                <a:gd name="T4" fmla="*/ 0 w 45"/>
                <a:gd name="T5" fmla="*/ 22 h 22"/>
                <a:gd name="T6" fmla="*/ 45 w 45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22">
                  <a:moveTo>
                    <a:pt x="45" y="22"/>
                  </a:moveTo>
                  <a:cubicBezTo>
                    <a:pt x="42" y="9"/>
                    <a:pt x="33" y="0"/>
                    <a:pt x="22" y="0"/>
                  </a:cubicBezTo>
                  <a:cubicBezTo>
                    <a:pt x="12" y="0"/>
                    <a:pt x="3" y="9"/>
                    <a:pt x="0" y="22"/>
                  </a:cubicBezTo>
                  <a:lnTo>
                    <a:pt x="45" y="22"/>
                  </a:ln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" name="Oval 615">
              <a:extLst>
                <a:ext uri="{FF2B5EF4-FFF2-40B4-BE49-F238E27FC236}">
                  <a16:creationId xmlns:a16="http://schemas.microsoft.com/office/drawing/2014/main" id="{9966AC3C-E36E-461B-97EC-712D72A5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1744" y="5341938"/>
              <a:ext cx="47625" cy="41275"/>
            </a:xfrm>
            <a:prstGeom prst="ellipse">
              <a:avLst/>
            </a:pr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" name="Oval 616">
              <a:extLst>
                <a:ext uri="{FF2B5EF4-FFF2-40B4-BE49-F238E27FC236}">
                  <a16:creationId xmlns:a16="http://schemas.microsoft.com/office/drawing/2014/main" id="{CBCA1C03-4F75-46FD-8B53-56246F16D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4132" y="5289550"/>
              <a:ext cx="33338" cy="57150"/>
            </a:xfrm>
            <a:prstGeom prst="ellipse">
              <a:avLst/>
            </a:pr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" name="Freeform 617">
              <a:extLst>
                <a:ext uri="{FF2B5EF4-FFF2-40B4-BE49-F238E27FC236}">
                  <a16:creationId xmlns:a16="http://schemas.microsoft.com/office/drawing/2014/main" id="{04954DBC-CE6D-455A-AEEA-E74029114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8582" y="5286375"/>
              <a:ext cx="44450" cy="60325"/>
            </a:xfrm>
            <a:custGeom>
              <a:avLst/>
              <a:gdLst>
                <a:gd name="T0" fmla="*/ 10 w 12"/>
                <a:gd name="T1" fmla="*/ 9 h 16"/>
                <a:gd name="T2" fmla="*/ 3 w 12"/>
                <a:gd name="T3" fmla="*/ 15 h 16"/>
                <a:gd name="T4" fmla="*/ 2 w 12"/>
                <a:gd name="T5" fmla="*/ 6 h 16"/>
                <a:gd name="T6" fmla="*/ 9 w 12"/>
                <a:gd name="T7" fmla="*/ 1 h 16"/>
                <a:gd name="T8" fmla="*/ 10 w 12"/>
                <a:gd name="T9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6">
                  <a:moveTo>
                    <a:pt x="10" y="9"/>
                  </a:moveTo>
                  <a:cubicBezTo>
                    <a:pt x="9" y="13"/>
                    <a:pt x="6" y="16"/>
                    <a:pt x="3" y="15"/>
                  </a:cubicBezTo>
                  <a:cubicBezTo>
                    <a:pt x="1" y="14"/>
                    <a:pt x="0" y="10"/>
                    <a:pt x="2" y="6"/>
                  </a:cubicBezTo>
                  <a:cubicBezTo>
                    <a:pt x="3" y="2"/>
                    <a:pt x="6" y="0"/>
                    <a:pt x="9" y="1"/>
                  </a:cubicBezTo>
                  <a:cubicBezTo>
                    <a:pt x="11" y="1"/>
                    <a:pt x="12" y="5"/>
                    <a:pt x="10" y="9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" name="Freeform 618">
              <a:extLst>
                <a:ext uri="{FF2B5EF4-FFF2-40B4-BE49-F238E27FC236}">
                  <a16:creationId xmlns:a16="http://schemas.microsoft.com/office/drawing/2014/main" id="{03EA9A75-780C-445A-9DAB-07B33E8BF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9857" y="5319713"/>
              <a:ext cx="52388" cy="57150"/>
            </a:xfrm>
            <a:custGeom>
              <a:avLst/>
              <a:gdLst>
                <a:gd name="T0" fmla="*/ 10 w 14"/>
                <a:gd name="T1" fmla="*/ 11 h 15"/>
                <a:gd name="T2" fmla="*/ 2 w 14"/>
                <a:gd name="T3" fmla="*/ 13 h 15"/>
                <a:gd name="T4" fmla="*/ 3 w 14"/>
                <a:gd name="T5" fmla="*/ 5 h 15"/>
                <a:gd name="T6" fmla="*/ 12 w 14"/>
                <a:gd name="T7" fmla="*/ 2 h 15"/>
                <a:gd name="T8" fmla="*/ 10 w 14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0" y="11"/>
                  </a:moveTo>
                  <a:cubicBezTo>
                    <a:pt x="8" y="14"/>
                    <a:pt x="4" y="15"/>
                    <a:pt x="2" y="13"/>
                  </a:cubicBezTo>
                  <a:cubicBezTo>
                    <a:pt x="0" y="12"/>
                    <a:pt x="1" y="8"/>
                    <a:pt x="3" y="5"/>
                  </a:cubicBezTo>
                  <a:cubicBezTo>
                    <a:pt x="6" y="1"/>
                    <a:pt x="10" y="0"/>
                    <a:pt x="12" y="2"/>
                  </a:cubicBezTo>
                  <a:cubicBezTo>
                    <a:pt x="14" y="3"/>
                    <a:pt x="13" y="7"/>
                    <a:pt x="10" y="11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" name="Freeform 619">
              <a:extLst>
                <a:ext uri="{FF2B5EF4-FFF2-40B4-BE49-F238E27FC236}">
                  <a16:creationId xmlns:a16="http://schemas.microsoft.com/office/drawing/2014/main" id="{E1F5F7AF-7B5B-4AF4-992B-8867E6FCB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44" y="5360988"/>
              <a:ext cx="60325" cy="41275"/>
            </a:xfrm>
            <a:custGeom>
              <a:avLst/>
              <a:gdLst>
                <a:gd name="T0" fmla="*/ 10 w 16"/>
                <a:gd name="T1" fmla="*/ 10 h 11"/>
                <a:gd name="T2" fmla="*/ 1 w 16"/>
                <a:gd name="T3" fmla="*/ 8 h 11"/>
                <a:gd name="T4" fmla="*/ 7 w 16"/>
                <a:gd name="T5" fmla="*/ 1 h 11"/>
                <a:gd name="T6" fmla="*/ 15 w 16"/>
                <a:gd name="T7" fmla="*/ 3 h 11"/>
                <a:gd name="T8" fmla="*/ 10 w 16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1">
                  <a:moveTo>
                    <a:pt x="10" y="10"/>
                  </a:moveTo>
                  <a:cubicBezTo>
                    <a:pt x="6" y="11"/>
                    <a:pt x="2" y="10"/>
                    <a:pt x="1" y="8"/>
                  </a:cubicBezTo>
                  <a:cubicBezTo>
                    <a:pt x="0" y="5"/>
                    <a:pt x="3" y="2"/>
                    <a:pt x="7" y="1"/>
                  </a:cubicBezTo>
                  <a:cubicBezTo>
                    <a:pt x="11" y="0"/>
                    <a:pt x="15" y="1"/>
                    <a:pt x="15" y="3"/>
                  </a:cubicBezTo>
                  <a:cubicBezTo>
                    <a:pt x="16" y="6"/>
                    <a:pt x="14" y="9"/>
                    <a:pt x="10" y="10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" name="Freeform 620">
              <a:extLst>
                <a:ext uri="{FF2B5EF4-FFF2-40B4-BE49-F238E27FC236}">
                  <a16:creationId xmlns:a16="http://schemas.microsoft.com/office/drawing/2014/main" id="{547F9527-894A-4CDE-9A4D-68433DA6D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4582" y="5478463"/>
              <a:ext cx="273050" cy="1001713"/>
            </a:xfrm>
            <a:custGeom>
              <a:avLst/>
              <a:gdLst>
                <a:gd name="T0" fmla="*/ 35 w 172"/>
                <a:gd name="T1" fmla="*/ 631 h 631"/>
                <a:gd name="T2" fmla="*/ 172 w 172"/>
                <a:gd name="T3" fmla="*/ 11 h 631"/>
                <a:gd name="T4" fmla="*/ 139 w 172"/>
                <a:gd name="T5" fmla="*/ 0 h 631"/>
                <a:gd name="T6" fmla="*/ 0 w 172"/>
                <a:gd name="T7" fmla="*/ 631 h 631"/>
                <a:gd name="T8" fmla="*/ 35 w 172"/>
                <a:gd name="T9" fmla="*/ 631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631">
                  <a:moveTo>
                    <a:pt x="35" y="631"/>
                  </a:moveTo>
                  <a:lnTo>
                    <a:pt x="172" y="11"/>
                  </a:lnTo>
                  <a:lnTo>
                    <a:pt x="139" y="0"/>
                  </a:lnTo>
                  <a:lnTo>
                    <a:pt x="0" y="631"/>
                  </a:lnTo>
                  <a:lnTo>
                    <a:pt x="35" y="631"/>
                  </a:lnTo>
                  <a:close/>
                </a:path>
              </a:pathLst>
            </a:custGeom>
            <a:solidFill>
              <a:srgbClr val="8387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" name="Freeform 621">
              <a:extLst>
                <a:ext uri="{FF2B5EF4-FFF2-40B4-BE49-F238E27FC236}">
                  <a16:creationId xmlns:a16="http://schemas.microsoft.com/office/drawing/2014/main" id="{67B51CA6-D632-41FB-8CA6-77548FA7F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969" y="5478463"/>
              <a:ext cx="274638" cy="1001713"/>
            </a:xfrm>
            <a:custGeom>
              <a:avLst/>
              <a:gdLst>
                <a:gd name="T0" fmla="*/ 137 w 173"/>
                <a:gd name="T1" fmla="*/ 631 h 631"/>
                <a:gd name="T2" fmla="*/ 0 w 173"/>
                <a:gd name="T3" fmla="*/ 11 h 631"/>
                <a:gd name="T4" fmla="*/ 33 w 173"/>
                <a:gd name="T5" fmla="*/ 0 h 631"/>
                <a:gd name="T6" fmla="*/ 173 w 173"/>
                <a:gd name="T7" fmla="*/ 631 h 631"/>
                <a:gd name="T8" fmla="*/ 137 w 173"/>
                <a:gd name="T9" fmla="*/ 631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631">
                  <a:moveTo>
                    <a:pt x="137" y="631"/>
                  </a:moveTo>
                  <a:lnTo>
                    <a:pt x="0" y="11"/>
                  </a:lnTo>
                  <a:lnTo>
                    <a:pt x="33" y="0"/>
                  </a:lnTo>
                  <a:lnTo>
                    <a:pt x="173" y="631"/>
                  </a:lnTo>
                  <a:lnTo>
                    <a:pt x="137" y="631"/>
                  </a:lnTo>
                  <a:close/>
                </a:path>
              </a:pathLst>
            </a:custGeom>
            <a:solidFill>
              <a:srgbClr val="8387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" name="Rectangle 622">
              <a:extLst>
                <a:ext uri="{FF2B5EF4-FFF2-40B4-BE49-F238E27FC236}">
                  <a16:creationId xmlns:a16="http://schemas.microsoft.com/office/drawing/2014/main" id="{95E277D9-E6C8-450C-B134-C537C9299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9482" y="5395913"/>
              <a:ext cx="2181225" cy="104775"/>
            </a:xfrm>
            <a:prstGeom prst="rect">
              <a:avLst/>
            </a:prstGeom>
            <a:solidFill>
              <a:srgbClr val="B877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" name="Freeform 623">
              <a:extLst>
                <a:ext uri="{FF2B5EF4-FFF2-40B4-BE49-F238E27FC236}">
                  <a16:creationId xmlns:a16="http://schemas.microsoft.com/office/drawing/2014/main" id="{622E2B42-77A3-42E7-AFF8-D18E4E808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07" y="5030788"/>
              <a:ext cx="552450" cy="323850"/>
            </a:xfrm>
            <a:custGeom>
              <a:avLst/>
              <a:gdLst>
                <a:gd name="T0" fmla="*/ 147 w 147"/>
                <a:gd name="T1" fmla="*/ 79 h 86"/>
                <a:gd name="T2" fmla="*/ 140 w 147"/>
                <a:gd name="T3" fmla="*/ 86 h 86"/>
                <a:gd name="T4" fmla="*/ 7 w 147"/>
                <a:gd name="T5" fmla="*/ 86 h 86"/>
                <a:gd name="T6" fmla="*/ 0 w 147"/>
                <a:gd name="T7" fmla="*/ 79 h 86"/>
                <a:gd name="T8" fmla="*/ 0 w 147"/>
                <a:gd name="T9" fmla="*/ 7 h 86"/>
                <a:gd name="T10" fmla="*/ 7 w 147"/>
                <a:gd name="T11" fmla="*/ 0 h 86"/>
                <a:gd name="T12" fmla="*/ 140 w 147"/>
                <a:gd name="T13" fmla="*/ 0 h 86"/>
                <a:gd name="T14" fmla="*/ 147 w 147"/>
                <a:gd name="T15" fmla="*/ 7 h 86"/>
                <a:gd name="T16" fmla="*/ 147 w 147"/>
                <a:gd name="T17" fmla="*/ 79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86">
                  <a:moveTo>
                    <a:pt x="147" y="79"/>
                  </a:moveTo>
                  <a:cubicBezTo>
                    <a:pt x="147" y="83"/>
                    <a:pt x="144" y="86"/>
                    <a:pt x="140" y="86"/>
                  </a:cubicBezTo>
                  <a:cubicBezTo>
                    <a:pt x="7" y="86"/>
                    <a:pt x="7" y="86"/>
                    <a:pt x="7" y="86"/>
                  </a:cubicBezTo>
                  <a:cubicBezTo>
                    <a:pt x="3" y="86"/>
                    <a:pt x="0" y="83"/>
                    <a:pt x="0" y="7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4" y="0"/>
                    <a:pt x="147" y="3"/>
                    <a:pt x="147" y="7"/>
                  </a:cubicBezTo>
                  <a:lnTo>
                    <a:pt x="147" y="79"/>
                  </a:ln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" name="Freeform 624">
              <a:extLst>
                <a:ext uri="{FF2B5EF4-FFF2-40B4-BE49-F238E27FC236}">
                  <a16:creationId xmlns:a16="http://schemas.microsoft.com/office/drawing/2014/main" id="{698656DD-6FFE-4BE4-8BFF-F8D5C1E88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6257" y="5349875"/>
              <a:ext cx="641350" cy="46038"/>
            </a:xfrm>
            <a:custGeom>
              <a:avLst/>
              <a:gdLst>
                <a:gd name="T0" fmla="*/ 0 w 171"/>
                <a:gd name="T1" fmla="*/ 0 h 12"/>
                <a:gd name="T2" fmla="*/ 0 w 171"/>
                <a:gd name="T3" fmla="*/ 1 h 12"/>
                <a:gd name="T4" fmla="*/ 11 w 171"/>
                <a:gd name="T5" fmla="*/ 12 h 12"/>
                <a:gd name="T6" fmla="*/ 160 w 171"/>
                <a:gd name="T7" fmla="*/ 12 h 12"/>
                <a:gd name="T8" fmla="*/ 171 w 171"/>
                <a:gd name="T9" fmla="*/ 1 h 12"/>
                <a:gd name="T10" fmla="*/ 171 w 171"/>
                <a:gd name="T11" fmla="*/ 0 h 12"/>
                <a:gd name="T12" fmla="*/ 0 w 171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1" h="12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5" y="12"/>
                    <a:pt x="11" y="12"/>
                  </a:cubicBezTo>
                  <a:cubicBezTo>
                    <a:pt x="160" y="12"/>
                    <a:pt x="160" y="12"/>
                    <a:pt x="160" y="12"/>
                  </a:cubicBezTo>
                  <a:cubicBezTo>
                    <a:pt x="166" y="12"/>
                    <a:pt x="171" y="7"/>
                    <a:pt x="171" y="1"/>
                  </a:cubicBezTo>
                  <a:cubicBezTo>
                    <a:pt x="171" y="1"/>
                    <a:pt x="171" y="1"/>
                    <a:pt x="17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" name="Oval 625">
              <a:extLst>
                <a:ext uri="{FF2B5EF4-FFF2-40B4-BE49-F238E27FC236}">
                  <a16:creationId xmlns:a16="http://schemas.microsoft.com/office/drawing/2014/main" id="{81A6F2A1-3F5D-4FE3-8AB0-C41400B76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5182" y="5162550"/>
              <a:ext cx="63500" cy="63500"/>
            </a:xfrm>
            <a:prstGeom prst="ellipse">
              <a:avLst/>
            </a:prstGeom>
            <a:solidFill>
              <a:srgbClr val="74B5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697" name="Group 696">
            <a:extLst>
              <a:ext uri="{FF2B5EF4-FFF2-40B4-BE49-F238E27FC236}">
                <a16:creationId xmlns:a16="http://schemas.microsoft.com/office/drawing/2014/main" id="{BC6E2477-E95E-41CE-87BD-CD8B625BF934}"/>
              </a:ext>
            </a:extLst>
          </p:cNvPr>
          <p:cNvGrpSpPr/>
          <p:nvPr/>
        </p:nvGrpSpPr>
        <p:grpSpPr>
          <a:xfrm>
            <a:off x="4363108" y="3485011"/>
            <a:ext cx="1066800" cy="2576513"/>
            <a:chOff x="7453313" y="1038225"/>
            <a:chExt cx="1066800" cy="2576513"/>
          </a:xfrm>
        </p:grpSpPr>
        <p:sp>
          <p:nvSpPr>
            <p:cNvPr id="32" name="Freeform 626">
              <a:extLst>
                <a:ext uri="{FF2B5EF4-FFF2-40B4-BE49-F238E27FC236}">
                  <a16:creationId xmlns:a16="http://schemas.microsoft.com/office/drawing/2014/main" id="{DD181505-670F-4DDB-8353-2EB34BF90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1717675"/>
              <a:ext cx="314325" cy="574675"/>
            </a:xfrm>
            <a:custGeom>
              <a:avLst/>
              <a:gdLst>
                <a:gd name="T0" fmla="*/ 17 w 84"/>
                <a:gd name="T1" fmla="*/ 0 h 153"/>
                <a:gd name="T2" fmla="*/ 73 w 84"/>
                <a:gd name="T3" fmla="*/ 126 h 153"/>
                <a:gd name="T4" fmla="*/ 41 w 84"/>
                <a:gd name="T5" fmla="*/ 140 h 153"/>
                <a:gd name="T6" fmla="*/ 0 w 84"/>
                <a:gd name="T7" fmla="*/ 46 h 153"/>
                <a:gd name="T8" fmla="*/ 17 w 84"/>
                <a:gd name="T9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153">
                  <a:moveTo>
                    <a:pt x="17" y="0"/>
                  </a:moveTo>
                  <a:cubicBezTo>
                    <a:pt x="17" y="0"/>
                    <a:pt x="84" y="99"/>
                    <a:pt x="73" y="126"/>
                  </a:cubicBezTo>
                  <a:cubicBezTo>
                    <a:pt x="61" y="153"/>
                    <a:pt x="41" y="140"/>
                    <a:pt x="41" y="14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9" y="6"/>
                    <a:pt x="17" y="0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3" name="Freeform 627">
              <a:extLst>
                <a:ext uri="{FF2B5EF4-FFF2-40B4-BE49-F238E27FC236}">
                  <a16:creationId xmlns:a16="http://schemas.microsoft.com/office/drawing/2014/main" id="{3736A010-FBA7-48EE-BC00-C76C0643A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850" y="1668463"/>
              <a:ext cx="506413" cy="657225"/>
            </a:xfrm>
            <a:custGeom>
              <a:avLst/>
              <a:gdLst>
                <a:gd name="T0" fmla="*/ 134 w 135"/>
                <a:gd name="T1" fmla="*/ 13 h 175"/>
                <a:gd name="T2" fmla="*/ 0 w 135"/>
                <a:gd name="T3" fmla="*/ 11 h 175"/>
                <a:gd name="T4" fmla="*/ 20 w 135"/>
                <a:gd name="T5" fmla="*/ 162 h 175"/>
                <a:gd name="T6" fmla="*/ 116 w 135"/>
                <a:gd name="T7" fmla="*/ 162 h 175"/>
                <a:gd name="T8" fmla="*/ 134 w 135"/>
                <a:gd name="T9" fmla="*/ 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175">
                  <a:moveTo>
                    <a:pt x="134" y="13"/>
                  </a:moveTo>
                  <a:cubicBezTo>
                    <a:pt x="134" y="13"/>
                    <a:pt x="65" y="0"/>
                    <a:pt x="0" y="11"/>
                  </a:cubicBezTo>
                  <a:cubicBezTo>
                    <a:pt x="0" y="11"/>
                    <a:pt x="15" y="136"/>
                    <a:pt x="20" y="162"/>
                  </a:cubicBezTo>
                  <a:cubicBezTo>
                    <a:pt x="20" y="162"/>
                    <a:pt x="71" y="175"/>
                    <a:pt x="116" y="162"/>
                  </a:cubicBezTo>
                  <a:cubicBezTo>
                    <a:pt x="116" y="162"/>
                    <a:pt x="135" y="37"/>
                    <a:pt x="134" y="13"/>
                  </a:cubicBezTo>
                  <a:close/>
                </a:path>
              </a:pathLst>
            </a:custGeom>
            <a:solidFill>
              <a:srgbClr val="EBE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4" name="Freeform 628">
              <a:extLst>
                <a:ext uri="{FF2B5EF4-FFF2-40B4-BE49-F238E27FC236}">
                  <a16:creationId xmlns:a16="http://schemas.microsoft.com/office/drawing/2014/main" id="{7D8AC21A-A8EF-49E5-8FCF-B1304BA92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2888" y="1511300"/>
              <a:ext cx="179388" cy="255588"/>
            </a:xfrm>
            <a:custGeom>
              <a:avLst/>
              <a:gdLst>
                <a:gd name="T0" fmla="*/ 0 w 48"/>
                <a:gd name="T1" fmla="*/ 47 h 68"/>
                <a:gd name="T2" fmla="*/ 24 w 48"/>
                <a:gd name="T3" fmla="*/ 68 h 68"/>
                <a:gd name="T4" fmla="*/ 24 w 48"/>
                <a:gd name="T5" fmla="*/ 68 h 68"/>
                <a:gd name="T6" fmla="*/ 48 w 48"/>
                <a:gd name="T7" fmla="*/ 47 h 68"/>
                <a:gd name="T8" fmla="*/ 48 w 48"/>
                <a:gd name="T9" fmla="*/ 21 h 68"/>
                <a:gd name="T10" fmla="*/ 24 w 48"/>
                <a:gd name="T11" fmla="*/ 0 h 68"/>
                <a:gd name="T12" fmla="*/ 24 w 48"/>
                <a:gd name="T13" fmla="*/ 0 h 68"/>
                <a:gd name="T14" fmla="*/ 0 w 48"/>
                <a:gd name="T15" fmla="*/ 21 h 68"/>
                <a:gd name="T16" fmla="*/ 0 w 48"/>
                <a:gd name="T17" fmla="*/ 4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68">
                  <a:moveTo>
                    <a:pt x="0" y="47"/>
                  </a:moveTo>
                  <a:cubicBezTo>
                    <a:pt x="0" y="59"/>
                    <a:pt x="13" y="68"/>
                    <a:pt x="24" y="68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35" y="68"/>
                    <a:pt x="48" y="59"/>
                    <a:pt x="48" y="47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8" y="10"/>
                    <a:pt x="35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3" y="0"/>
                    <a:pt x="0" y="10"/>
                    <a:pt x="0" y="21"/>
                  </a:cubicBezTo>
                  <a:lnTo>
                    <a:pt x="0" y="47"/>
                  </a:ln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5" name="Oval 629">
              <a:extLst>
                <a:ext uri="{FF2B5EF4-FFF2-40B4-BE49-F238E27FC236}">
                  <a16:creationId xmlns:a16="http://schemas.microsoft.com/office/drawing/2014/main" id="{BDB10E70-268A-4C6A-9DEA-FEFC66C11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4325" y="1816100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6" name="Oval 630">
              <a:extLst>
                <a:ext uri="{FF2B5EF4-FFF2-40B4-BE49-F238E27FC236}">
                  <a16:creationId xmlns:a16="http://schemas.microsoft.com/office/drawing/2014/main" id="{0BE80607-59C6-4F94-B324-4FDD4FEB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4325" y="1931988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7" name="Oval 631">
              <a:extLst>
                <a:ext uri="{FF2B5EF4-FFF2-40B4-BE49-F238E27FC236}">
                  <a16:creationId xmlns:a16="http://schemas.microsoft.com/office/drawing/2014/main" id="{7549CAA2-BC10-4509-814F-4702C180D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7500" y="2165350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8" name="Oval 632">
              <a:extLst>
                <a:ext uri="{FF2B5EF4-FFF2-40B4-BE49-F238E27FC236}">
                  <a16:creationId xmlns:a16="http://schemas.microsoft.com/office/drawing/2014/main" id="{9B294908-BF8A-4EE6-ADF2-A84F09CF5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4325" y="2047875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9" name="Freeform 633">
              <a:extLst>
                <a:ext uri="{FF2B5EF4-FFF2-40B4-BE49-F238E27FC236}">
                  <a16:creationId xmlns:a16="http://schemas.microsoft.com/office/drawing/2014/main" id="{9507DB4A-0AF9-4E84-9A8A-0B51A3F8C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8613" y="1643063"/>
              <a:ext cx="134938" cy="198438"/>
            </a:xfrm>
            <a:custGeom>
              <a:avLst/>
              <a:gdLst>
                <a:gd name="T0" fmla="*/ 20 w 36"/>
                <a:gd name="T1" fmla="*/ 0 h 53"/>
                <a:gd name="T2" fmla="*/ 36 w 36"/>
                <a:gd name="T3" fmla="*/ 17 h 53"/>
                <a:gd name="T4" fmla="*/ 23 w 36"/>
                <a:gd name="T5" fmla="*/ 53 h 53"/>
                <a:gd name="T6" fmla="*/ 0 w 36"/>
                <a:gd name="T7" fmla="*/ 33 h 53"/>
                <a:gd name="T8" fmla="*/ 20 w 36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53">
                  <a:moveTo>
                    <a:pt x="20" y="0"/>
                  </a:moveTo>
                  <a:cubicBezTo>
                    <a:pt x="36" y="17"/>
                    <a:pt x="36" y="17"/>
                    <a:pt x="36" y="17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8" y="14"/>
                    <a:pt x="20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0" name="Freeform 634">
              <a:extLst>
                <a:ext uri="{FF2B5EF4-FFF2-40B4-BE49-F238E27FC236}">
                  <a16:creationId xmlns:a16="http://schemas.microsoft.com/office/drawing/2014/main" id="{D1956732-BE0C-4B23-9BD1-051A3E07D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0500" y="1643063"/>
              <a:ext cx="138113" cy="198438"/>
            </a:xfrm>
            <a:custGeom>
              <a:avLst/>
              <a:gdLst>
                <a:gd name="T0" fmla="*/ 16 w 37"/>
                <a:gd name="T1" fmla="*/ 0 h 53"/>
                <a:gd name="T2" fmla="*/ 0 w 37"/>
                <a:gd name="T3" fmla="*/ 17 h 53"/>
                <a:gd name="T4" fmla="*/ 13 w 37"/>
                <a:gd name="T5" fmla="*/ 53 h 53"/>
                <a:gd name="T6" fmla="*/ 37 w 37"/>
                <a:gd name="T7" fmla="*/ 33 h 53"/>
                <a:gd name="T8" fmla="*/ 16 w 37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3"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19" y="14"/>
                    <a:pt x="16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1" name="Freeform 635">
              <a:extLst>
                <a:ext uri="{FF2B5EF4-FFF2-40B4-BE49-F238E27FC236}">
                  <a16:creationId xmlns:a16="http://schemas.microsoft.com/office/drawing/2014/main" id="{7EBF7AAD-5C8B-4684-8A80-FA02D90A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1288" y="1135063"/>
              <a:ext cx="368300" cy="492125"/>
            </a:xfrm>
            <a:custGeom>
              <a:avLst/>
              <a:gdLst>
                <a:gd name="T0" fmla="*/ 98 w 98"/>
                <a:gd name="T1" fmla="*/ 89 h 131"/>
                <a:gd name="T2" fmla="*/ 69 w 98"/>
                <a:gd name="T3" fmla="*/ 125 h 131"/>
                <a:gd name="T4" fmla="*/ 47 w 98"/>
                <a:gd name="T5" fmla="*/ 129 h 131"/>
                <a:gd name="T6" fmla="*/ 2 w 98"/>
                <a:gd name="T7" fmla="*/ 79 h 131"/>
                <a:gd name="T8" fmla="*/ 4 w 98"/>
                <a:gd name="T9" fmla="*/ 33 h 131"/>
                <a:gd name="T10" fmla="*/ 6 w 98"/>
                <a:gd name="T11" fmla="*/ 25 h 131"/>
                <a:gd name="T12" fmla="*/ 30 w 98"/>
                <a:gd name="T13" fmla="*/ 5 h 131"/>
                <a:gd name="T14" fmla="*/ 62 w 98"/>
                <a:gd name="T15" fmla="*/ 2 h 131"/>
                <a:gd name="T16" fmla="*/ 93 w 98"/>
                <a:gd name="T17" fmla="*/ 28 h 131"/>
                <a:gd name="T18" fmla="*/ 95 w 98"/>
                <a:gd name="T19" fmla="*/ 43 h 131"/>
                <a:gd name="T20" fmla="*/ 98 w 98"/>
                <a:gd name="T21" fmla="*/ 75 h 131"/>
                <a:gd name="T22" fmla="*/ 98 w 98"/>
                <a:gd name="T2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8" h="131">
                  <a:moveTo>
                    <a:pt x="98" y="89"/>
                  </a:moveTo>
                  <a:cubicBezTo>
                    <a:pt x="98" y="106"/>
                    <a:pt x="81" y="119"/>
                    <a:pt x="69" y="125"/>
                  </a:cubicBezTo>
                  <a:cubicBezTo>
                    <a:pt x="58" y="131"/>
                    <a:pt x="47" y="129"/>
                    <a:pt x="47" y="129"/>
                  </a:cubicBezTo>
                  <a:cubicBezTo>
                    <a:pt x="2" y="119"/>
                    <a:pt x="5" y="97"/>
                    <a:pt x="2" y="79"/>
                  </a:cubicBezTo>
                  <a:cubicBezTo>
                    <a:pt x="1" y="70"/>
                    <a:pt x="0" y="53"/>
                    <a:pt x="4" y="33"/>
                  </a:cubicBezTo>
                  <a:cubicBezTo>
                    <a:pt x="4" y="30"/>
                    <a:pt x="5" y="28"/>
                    <a:pt x="6" y="25"/>
                  </a:cubicBezTo>
                  <a:cubicBezTo>
                    <a:pt x="13" y="10"/>
                    <a:pt x="30" y="5"/>
                    <a:pt x="30" y="5"/>
                  </a:cubicBezTo>
                  <a:cubicBezTo>
                    <a:pt x="40" y="1"/>
                    <a:pt x="52" y="0"/>
                    <a:pt x="62" y="2"/>
                  </a:cubicBezTo>
                  <a:cubicBezTo>
                    <a:pt x="77" y="5"/>
                    <a:pt x="89" y="13"/>
                    <a:pt x="93" y="28"/>
                  </a:cubicBezTo>
                  <a:cubicBezTo>
                    <a:pt x="94" y="33"/>
                    <a:pt x="95" y="38"/>
                    <a:pt x="95" y="43"/>
                  </a:cubicBezTo>
                  <a:cubicBezTo>
                    <a:pt x="97" y="54"/>
                    <a:pt x="97" y="64"/>
                    <a:pt x="98" y="75"/>
                  </a:cubicBezTo>
                  <a:cubicBezTo>
                    <a:pt x="98" y="80"/>
                    <a:pt x="98" y="85"/>
                    <a:pt x="98" y="89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2" name="Freeform 636">
              <a:extLst>
                <a:ext uri="{FF2B5EF4-FFF2-40B4-BE49-F238E27FC236}">
                  <a16:creationId xmlns:a16="http://schemas.microsoft.com/office/drawing/2014/main" id="{0282E51F-BA55-4361-8824-8D618E2FC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2100" y="1289050"/>
              <a:ext cx="88900" cy="169863"/>
            </a:xfrm>
            <a:custGeom>
              <a:avLst/>
              <a:gdLst>
                <a:gd name="T0" fmla="*/ 10 w 24"/>
                <a:gd name="T1" fmla="*/ 3 h 45"/>
                <a:gd name="T2" fmla="*/ 6 w 24"/>
                <a:gd name="T3" fmla="*/ 12 h 45"/>
                <a:gd name="T4" fmla="*/ 8 w 24"/>
                <a:gd name="T5" fmla="*/ 36 h 45"/>
                <a:gd name="T6" fmla="*/ 3 w 24"/>
                <a:gd name="T7" fmla="*/ 38 h 45"/>
                <a:gd name="T8" fmla="*/ 12 w 24"/>
                <a:gd name="T9" fmla="*/ 44 h 45"/>
                <a:gd name="T10" fmla="*/ 19 w 24"/>
                <a:gd name="T11" fmla="*/ 42 h 45"/>
                <a:gd name="T12" fmla="*/ 23 w 24"/>
                <a:gd name="T13" fmla="*/ 34 h 45"/>
                <a:gd name="T14" fmla="*/ 17 w 24"/>
                <a:gd name="T15" fmla="*/ 36 h 45"/>
                <a:gd name="T16" fmla="*/ 10 w 24"/>
                <a:gd name="T17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5">
                  <a:moveTo>
                    <a:pt x="10" y="3"/>
                  </a:moveTo>
                  <a:cubicBezTo>
                    <a:pt x="10" y="3"/>
                    <a:pt x="6" y="0"/>
                    <a:pt x="6" y="12"/>
                  </a:cubicBezTo>
                  <a:cubicBezTo>
                    <a:pt x="6" y="24"/>
                    <a:pt x="8" y="36"/>
                    <a:pt x="8" y="36"/>
                  </a:cubicBezTo>
                  <a:cubicBezTo>
                    <a:pt x="8" y="36"/>
                    <a:pt x="0" y="32"/>
                    <a:pt x="3" y="38"/>
                  </a:cubicBezTo>
                  <a:cubicBezTo>
                    <a:pt x="4" y="42"/>
                    <a:pt x="8" y="44"/>
                    <a:pt x="12" y="44"/>
                  </a:cubicBezTo>
                  <a:cubicBezTo>
                    <a:pt x="15" y="45"/>
                    <a:pt x="17" y="44"/>
                    <a:pt x="19" y="42"/>
                  </a:cubicBezTo>
                  <a:cubicBezTo>
                    <a:pt x="20" y="41"/>
                    <a:pt x="24" y="35"/>
                    <a:pt x="23" y="34"/>
                  </a:cubicBezTo>
                  <a:cubicBezTo>
                    <a:pt x="22" y="33"/>
                    <a:pt x="18" y="35"/>
                    <a:pt x="17" y="36"/>
                  </a:cubicBezTo>
                  <a:cubicBezTo>
                    <a:pt x="17" y="36"/>
                    <a:pt x="15" y="0"/>
                    <a:pt x="10" y="3"/>
                  </a:cubicBezTo>
                  <a:close/>
                </a:path>
              </a:pathLst>
            </a:custGeom>
            <a:solidFill>
              <a:srgbClr val="DD87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3" name="Freeform 637">
              <a:extLst>
                <a:ext uri="{FF2B5EF4-FFF2-40B4-BE49-F238E27FC236}">
                  <a16:creationId xmlns:a16="http://schemas.microsoft.com/office/drawing/2014/main" id="{4572F16A-119E-41F9-A965-11E6CA06E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7825" y="1252538"/>
              <a:ext cx="104775" cy="60325"/>
            </a:xfrm>
            <a:custGeom>
              <a:avLst/>
              <a:gdLst>
                <a:gd name="T0" fmla="*/ 0 w 28"/>
                <a:gd name="T1" fmla="*/ 4 h 16"/>
                <a:gd name="T2" fmla="*/ 28 w 28"/>
                <a:gd name="T3" fmla="*/ 16 h 16"/>
                <a:gd name="T4" fmla="*/ 0 w 28"/>
                <a:gd name="T5" fmla="*/ 12 h 16"/>
                <a:gd name="T6" fmla="*/ 0 w 28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6">
                  <a:moveTo>
                    <a:pt x="0" y="4"/>
                  </a:moveTo>
                  <a:cubicBezTo>
                    <a:pt x="0" y="4"/>
                    <a:pt x="21" y="0"/>
                    <a:pt x="28" y="16"/>
                  </a:cubicBezTo>
                  <a:cubicBezTo>
                    <a:pt x="28" y="16"/>
                    <a:pt x="5" y="9"/>
                    <a:pt x="0" y="12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4" name="Freeform 638">
              <a:extLst>
                <a:ext uri="{FF2B5EF4-FFF2-40B4-BE49-F238E27FC236}">
                  <a16:creationId xmlns:a16="http://schemas.microsoft.com/office/drawing/2014/main" id="{AAE8FEA8-A646-4C15-90A6-C51E218A4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9388" y="1255713"/>
              <a:ext cx="104775" cy="57150"/>
            </a:xfrm>
            <a:custGeom>
              <a:avLst/>
              <a:gdLst>
                <a:gd name="T0" fmla="*/ 28 w 28"/>
                <a:gd name="T1" fmla="*/ 5 h 15"/>
                <a:gd name="T2" fmla="*/ 0 w 28"/>
                <a:gd name="T3" fmla="*/ 15 h 15"/>
                <a:gd name="T4" fmla="*/ 28 w 28"/>
                <a:gd name="T5" fmla="*/ 13 h 15"/>
                <a:gd name="T6" fmla="*/ 28 w 28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5">
                  <a:moveTo>
                    <a:pt x="28" y="5"/>
                  </a:moveTo>
                  <a:cubicBezTo>
                    <a:pt x="28" y="5"/>
                    <a:pt x="8" y="0"/>
                    <a:pt x="0" y="15"/>
                  </a:cubicBezTo>
                  <a:cubicBezTo>
                    <a:pt x="0" y="15"/>
                    <a:pt x="24" y="9"/>
                    <a:pt x="28" y="13"/>
                  </a:cubicBezTo>
                  <a:lnTo>
                    <a:pt x="28" y="5"/>
                  </a:ln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5" name="Freeform 639">
              <a:extLst>
                <a:ext uri="{FF2B5EF4-FFF2-40B4-BE49-F238E27FC236}">
                  <a16:creationId xmlns:a16="http://schemas.microsoft.com/office/drawing/2014/main" id="{4C6C737F-E642-4898-AF66-154A6EE2D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7825" y="1319213"/>
              <a:ext cx="93663" cy="90488"/>
            </a:xfrm>
            <a:custGeom>
              <a:avLst/>
              <a:gdLst>
                <a:gd name="T0" fmla="*/ 21 w 25"/>
                <a:gd name="T1" fmla="*/ 21 h 24"/>
                <a:gd name="T2" fmla="*/ 13 w 25"/>
                <a:gd name="T3" fmla="*/ 24 h 24"/>
                <a:gd name="T4" fmla="*/ 9 w 25"/>
                <a:gd name="T5" fmla="*/ 24 h 24"/>
                <a:gd name="T6" fmla="*/ 0 w 25"/>
                <a:gd name="T7" fmla="*/ 13 h 24"/>
                <a:gd name="T8" fmla="*/ 12 w 25"/>
                <a:gd name="T9" fmla="*/ 1 h 24"/>
                <a:gd name="T10" fmla="*/ 24 w 25"/>
                <a:gd name="T11" fmla="*/ 12 h 24"/>
                <a:gd name="T12" fmla="*/ 21 w 25"/>
                <a:gd name="T13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4">
                  <a:moveTo>
                    <a:pt x="21" y="21"/>
                  </a:moveTo>
                  <a:cubicBezTo>
                    <a:pt x="19" y="23"/>
                    <a:pt x="16" y="24"/>
                    <a:pt x="13" y="24"/>
                  </a:cubicBezTo>
                  <a:cubicBezTo>
                    <a:pt x="12" y="24"/>
                    <a:pt x="10" y="24"/>
                    <a:pt x="9" y="24"/>
                  </a:cubicBezTo>
                  <a:cubicBezTo>
                    <a:pt x="4" y="22"/>
                    <a:pt x="1" y="18"/>
                    <a:pt x="0" y="13"/>
                  </a:cubicBezTo>
                  <a:cubicBezTo>
                    <a:pt x="0" y="7"/>
                    <a:pt x="5" y="1"/>
                    <a:pt x="12" y="1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5" y="15"/>
                    <a:pt x="23" y="18"/>
                    <a:pt x="21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6" name="Freeform 640">
              <a:extLst>
                <a:ext uri="{FF2B5EF4-FFF2-40B4-BE49-F238E27FC236}">
                  <a16:creationId xmlns:a16="http://schemas.microsoft.com/office/drawing/2014/main" id="{603644EA-5A38-46D1-8626-6D517825A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0050" y="1343025"/>
              <a:ext cx="60325" cy="66675"/>
            </a:xfrm>
            <a:custGeom>
              <a:avLst/>
              <a:gdLst>
                <a:gd name="T0" fmla="*/ 16 w 16"/>
                <a:gd name="T1" fmla="*/ 11 h 18"/>
                <a:gd name="T2" fmla="*/ 15 w 16"/>
                <a:gd name="T3" fmla="*/ 15 h 18"/>
                <a:gd name="T4" fmla="*/ 7 w 16"/>
                <a:gd name="T5" fmla="*/ 18 h 18"/>
                <a:gd name="T6" fmla="*/ 3 w 16"/>
                <a:gd name="T7" fmla="*/ 18 h 18"/>
                <a:gd name="T8" fmla="*/ 1 w 16"/>
                <a:gd name="T9" fmla="*/ 9 h 18"/>
                <a:gd name="T10" fmla="*/ 9 w 16"/>
                <a:gd name="T11" fmla="*/ 0 h 18"/>
                <a:gd name="T12" fmla="*/ 13 w 16"/>
                <a:gd name="T13" fmla="*/ 2 h 18"/>
                <a:gd name="T14" fmla="*/ 14 w 16"/>
                <a:gd name="T15" fmla="*/ 4 h 18"/>
                <a:gd name="T16" fmla="*/ 16 w 16"/>
                <a:gd name="T17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8">
                  <a:moveTo>
                    <a:pt x="16" y="11"/>
                  </a:moveTo>
                  <a:cubicBezTo>
                    <a:pt x="15" y="12"/>
                    <a:pt x="15" y="14"/>
                    <a:pt x="15" y="15"/>
                  </a:cubicBezTo>
                  <a:cubicBezTo>
                    <a:pt x="13" y="17"/>
                    <a:pt x="10" y="18"/>
                    <a:pt x="7" y="18"/>
                  </a:cubicBezTo>
                  <a:cubicBezTo>
                    <a:pt x="6" y="18"/>
                    <a:pt x="4" y="18"/>
                    <a:pt x="3" y="18"/>
                  </a:cubicBezTo>
                  <a:cubicBezTo>
                    <a:pt x="1" y="16"/>
                    <a:pt x="0" y="13"/>
                    <a:pt x="1" y="9"/>
                  </a:cubicBezTo>
                  <a:cubicBezTo>
                    <a:pt x="1" y="4"/>
                    <a:pt x="5" y="0"/>
                    <a:pt x="9" y="0"/>
                  </a:cubicBezTo>
                  <a:cubicBezTo>
                    <a:pt x="10" y="1"/>
                    <a:pt x="12" y="1"/>
                    <a:pt x="13" y="2"/>
                  </a:cubicBezTo>
                  <a:cubicBezTo>
                    <a:pt x="13" y="3"/>
                    <a:pt x="14" y="3"/>
                    <a:pt x="14" y="4"/>
                  </a:cubicBezTo>
                  <a:cubicBezTo>
                    <a:pt x="15" y="6"/>
                    <a:pt x="16" y="8"/>
                    <a:pt x="16" y="11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7" name="Freeform 641">
              <a:extLst>
                <a:ext uri="{FF2B5EF4-FFF2-40B4-BE49-F238E27FC236}">
                  <a16:creationId xmlns:a16="http://schemas.microsoft.com/office/drawing/2014/main" id="{45C6390B-32A6-4B06-9E7A-7449883A4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1163" y="1354138"/>
              <a:ext cx="41275" cy="52388"/>
            </a:xfrm>
            <a:custGeom>
              <a:avLst/>
              <a:gdLst>
                <a:gd name="T0" fmla="*/ 10 w 11"/>
                <a:gd name="T1" fmla="*/ 7 h 14"/>
                <a:gd name="T2" fmla="*/ 5 w 11"/>
                <a:gd name="T3" fmla="*/ 14 h 14"/>
                <a:gd name="T4" fmla="*/ 0 w 11"/>
                <a:gd name="T5" fmla="*/ 7 h 14"/>
                <a:gd name="T6" fmla="*/ 6 w 11"/>
                <a:gd name="T7" fmla="*/ 0 h 14"/>
                <a:gd name="T8" fmla="*/ 10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0" y="7"/>
                  </a:moveTo>
                  <a:cubicBezTo>
                    <a:pt x="10" y="11"/>
                    <a:pt x="8" y="14"/>
                    <a:pt x="5" y="14"/>
                  </a:cubicBezTo>
                  <a:cubicBezTo>
                    <a:pt x="2" y="14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1"/>
                    <a:pt x="11" y="4"/>
                    <a:pt x="10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" name="Freeform 642">
              <a:extLst>
                <a:ext uri="{FF2B5EF4-FFF2-40B4-BE49-F238E27FC236}">
                  <a16:creationId xmlns:a16="http://schemas.microsoft.com/office/drawing/2014/main" id="{FB8FBE33-35E7-4DFA-8E74-7F3D122D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88" y="1349375"/>
              <a:ext cx="19050" cy="15875"/>
            </a:xfrm>
            <a:custGeom>
              <a:avLst/>
              <a:gdLst>
                <a:gd name="T0" fmla="*/ 5 w 5"/>
                <a:gd name="T1" fmla="*/ 2 h 4"/>
                <a:gd name="T2" fmla="*/ 2 w 5"/>
                <a:gd name="T3" fmla="*/ 4 h 4"/>
                <a:gd name="T4" fmla="*/ 0 w 5"/>
                <a:gd name="T5" fmla="*/ 2 h 4"/>
                <a:gd name="T6" fmla="*/ 3 w 5"/>
                <a:gd name="T7" fmla="*/ 0 h 4"/>
                <a:gd name="T8" fmla="*/ 5 w 5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cubicBezTo>
                    <a:pt x="5" y="3"/>
                    <a:pt x="4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" name="Freeform 643">
              <a:extLst>
                <a:ext uri="{FF2B5EF4-FFF2-40B4-BE49-F238E27FC236}">
                  <a16:creationId xmlns:a16="http://schemas.microsoft.com/office/drawing/2014/main" id="{18DEF0D3-75AA-4535-9C32-A47A8212E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1613" y="1319213"/>
              <a:ext cx="90488" cy="90488"/>
            </a:xfrm>
            <a:custGeom>
              <a:avLst/>
              <a:gdLst>
                <a:gd name="T0" fmla="*/ 20 w 24"/>
                <a:gd name="T1" fmla="*/ 21 h 24"/>
                <a:gd name="T2" fmla="*/ 13 w 24"/>
                <a:gd name="T3" fmla="*/ 24 h 24"/>
                <a:gd name="T4" fmla="*/ 9 w 24"/>
                <a:gd name="T5" fmla="*/ 24 h 24"/>
                <a:gd name="T6" fmla="*/ 0 w 24"/>
                <a:gd name="T7" fmla="*/ 13 h 24"/>
                <a:gd name="T8" fmla="*/ 11 w 24"/>
                <a:gd name="T9" fmla="*/ 1 h 24"/>
                <a:gd name="T10" fmla="*/ 24 w 24"/>
                <a:gd name="T11" fmla="*/ 12 h 24"/>
                <a:gd name="T12" fmla="*/ 20 w 24"/>
                <a:gd name="T13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4">
                  <a:moveTo>
                    <a:pt x="20" y="21"/>
                  </a:moveTo>
                  <a:cubicBezTo>
                    <a:pt x="18" y="23"/>
                    <a:pt x="16" y="24"/>
                    <a:pt x="13" y="24"/>
                  </a:cubicBezTo>
                  <a:cubicBezTo>
                    <a:pt x="11" y="24"/>
                    <a:pt x="10" y="24"/>
                    <a:pt x="9" y="24"/>
                  </a:cubicBezTo>
                  <a:cubicBezTo>
                    <a:pt x="4" y="22"/>
                    <a:pt x="0" y="18"/>
                    <a:pt x="0" y="13"/>
                  </a:cubicBezTo>
                  <a:cubicBezTo>
                    <a:pt x="0" y="7"/>
                    <a:pt x="5" y="1"/>
                    <a:pt x="11" y="1"/>
                  </a:cubicBezTo>
                  <a:cubicBezTo>
                    <a:pt x="18" y="0"/>
                    <a:pt x="23" y="5"/>
                    <a:pt x="24" y="12"/>
                  </a:cubicBezTo>
                  <a:cubicBezTo>
                    <a:pt x="24" y="15"/>
                    <a:pt x="23" y="18"/>
                    <a:pt x="2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" name="Freeform 644">
              <a:extLst>
                <a:ext uri="{FF2B5EF4-FFF2-40B4-BE49-F238E27FC236}">
                  <a16:creationId xmlns:a16="http://schemas.microsoft.com/office/drawing/2014/main" id="{38D00EFD-D77D-4BDD-B12B-6436CCE4E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3838" y="1343025"/>
              <a:ext cx="55563" cy="66675"/>
            </a:xfrm>
            <a:custGeom>
              <a:avLst/>
              <a:gdLst>
                <a:gd name="T0" fmla="*/ 15 w 15"/>
                <a:gd name="T1" fmla="*/ 11 h 18"/>
                <a:gd name="T2" fmla="*/ 14 w 15"/>
                <a:gd name="T3" fmla="*/ 15 h 18"/>
                <a:gd name="T4" fmla="*/ 7 w 15"/>
                <a:gd name="T5" fmla="*/ 18 h 18"/>
                <a:gd name="T6" fmla="*/ 3 w 15"/>
                <a:gd name="T7" fmla="*/ 18 h 18"/>
                <a:gd name="T8" fmla="*/ 0 w 15"/>
                <a:gd name="T9" fmla="*/ 9 h 18"/>
                <a:gd name="T10" fmla="*/ 9 w 15"/>
                <a:gd name="T11" fmla="*/ 0 h 18"/>
                <a:gd name="T12" fmla="*/ 12 w 15"/>
                <a:gd name="T13" fmla="*/ 2 h 18"/>
                <a:gd name="T14" fmla="*/ 14 w 15"/>
                <a:gd name="T15" fmla="*/ 4 h 18"/>
                <a:gd name="T16" fmla="*/ 15 w 15"/>
                <a:gd name="T17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8">
                  <a:moveTo>
                    <a:pt x="15" y="11"/>
                  </a:moveTo>
                  <a:cubicBezTo>
                    <a:pt x="15" y="12"/>
                    <a:pt x="15" y="14"/>
                    <a:pt x="14" y="15"/>
                  </a:cubicBezTo>
                  <a:cubicBezTo>
                    <a:pt x="12" y="17"/>
                    <a:pt x="10" y="18"/>
                    <a:pt x="7" y="18"/>
                  </a:cubicBezTo>
                  <a:cubicBezTo>
                    <a:pt x="5" y="18"/>
                    <a:pt x="4" y="18"/>
                    <a:pt x="3" y="18"/>
                  </a:cubicBezTo>
                  <a:cubicBezTo>
                    <a:pt x="1" y="16"/>
                    <a:pt x="0" y="13"/>
                    <a:pt x="0" y="9"/>
                  </a:cubicBezTo>
                  <a:cubicBezTo>
                    <a:pt x="1" y="4"/>
                    <a:pt x="4" y="0"/>
                    <a:pt x="9" y="0"/>
                  </a:cubicBezTo>
                  <a:cubicBezTo>
                    <a:pt x="10" y="1"/>
                    <a:pt x="11" y="1"/>
                    <a:pt x="12" y="2"/>
                  </a:cubicBezTo>
                  <a:cubicBezTo>
                    <a:pt x="13" y="3"/>
                    <a:pt x="13" y="3"/>
                    <a:pt x="14" y="4"/>
                  </a:cubicBezTo>
                  <a:cubicBezTo>
                    <a:pt x="15" y="6"/>
                    <a:pt x="15" y="8"/>
                    <a:pt x="15" y="11"/>
                  </a:cubicBezTo>
                  <a:close/>
                </a:path>
              </a:pathLst>
            </a:custGeom>
            <a:solidFill>
              <a:srgbClr val="5C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" name="Freeform 645">
              <a:extLst>
                <a:ext uri="{FF2B5EF4-FFF2-40B4-BE49-F238E27FC236}">
                  <a16:creationId xmlns:a16="http://schemas.microsoft.com/office/drawing/2014/main" id="{E641A2D3-4595-40D9-B5DB-139E10EE9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1775" y="1354138"/>
              <a:ext cx="41275" cy="52388"/>
            </a:xfrm>
            <a:custGeom>
              <a:avLst/>
              <a:gdLst>
                <a:gd name="T0" fmla="*/ 11 w 11"/>
                <a:gd name="T1" fmla="*/ 7 h 14"/>
                <a:gd name="T2" fmla="*/ 5 w 11"/>
                <a:gd name="T3" fmla="*/ 14 h 14"/>
                <a:gd name="T4" fmla="*/ 0 w 11"/>
                <a:gd name="T5" fmla="*/ 7 h 14"/>
                <a:gd name="T6" fmla="*/ 6 w 11"/>
                <a:gd name="T7" fmla="*/ 0 h 14"/>
                <a:gd name="T8" fmla="*/ 11 w 11"/>
                <a:gd name="T9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4">
                  <a:moveTo>
                    <a:pt x="11" y="7"/>
                  </a:moveTo>
                  <a:cubicBezTo>
                    <a:pt x="11" y="11"/>
                    <a:pt x="8" y="14"/>
                    <a:pt x="5" y="14"/>
                  </a:cubicBezTo>
                  <a:cubicBezTo>
                    <a:pt x="2" y="14"/>
                    <a:pt x="0" y="10"/>
                    <a:pt x="0" y="7"/>
                  </a:cubicBezTo>
                  <a:cubicBezTo>
                    <a:pt x="1" y="3"/>
                    <a:pt x="3" y="0"/>
                    <a:pt x="6" y="0"/>
                  </a:cubicBezTo>
                  <a:cubicBezTo>
                    <a:pt x="9" y="1"/>
                    <a:pt x="11" y="4"/>
                    <a:pt x="11" y="7"/>
                  </a:cubicBezTo>
                  <a:close/>
                </a:path>
              </a:pathLst>
            </a:custGeom>
            <a:solidFill>
              <a:srgbClr val="0D0D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2" name="Freeform 646">
              <a:extLst>
                <a:ext uri="{FF2B5EF4-FFF2-40B4-BE49-F238E27FC236}">
                  <a16:creationId xmlns:a16="http://schemas.microsoft.com/office/drawing/2014/main" id="{4E4CCD70-B45B-4EA5-BA83-5A3216DAD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000" y="1349375"/>
              <a:ext cx="22225" cy="15875"/>
            </a:xfrm>
            <a:custGeom>
              <a:avLst/>
              <a:gdLst>
                <a:gd name="T0" fmla="*/ 6 w 6"/>
                <a:gd name="T1" fmla="*/ 2 h 4"/>
                <a:gd name="T2" fmla="*/ 3 w 6"/>
                <a:gd name="T3" fmla="*/ 4 h 4"/>
                <a:gd name="T4" fmla="*/ 0 w 6"/>
                <a:gd name="T5" fmla="*/ 2 h 4"/>
                <a:gd name="T6" fmla="*/ 3 w 6"/>
                <a:gd name="T7" fmla="*/ 0 h 4"/>
                <a:gd name="T8" fmla="*/ 6 w 6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cubicBezTo>
                    <a:pt x="6" y="3"/>
                    <a:pt x="5" y="4"/>
                    <a:pt x="3" y="4"/>
                  </a:cubicBezTo>
                  <a:cubicBezTo>
                    <a:pt x="2" y="4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3" name="Freeform 647">
              <a:extLst>
                <a:ext uri="{FF2B5EF4-FFF2-40B4-BE49-F238E27FC236}">
                  <a16:creationId xmlns:a16="http://schemas.microsoft.com/office/drawing/2014/main" id="{4C61C40D-24D2-4C47-8745-3AF724FD8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513" y="1038225"/>
              <a:ext cx="406400" cy="236538"/>
            </a:xfrm>
            <a:custGeom>
              <a:avLst/>
              <a:gdLst>
                <a:gd name="T0" fmla="*/ 107 w 108"/>
                <a:gd name="T1" fmla="*/ 23 h 63"/>
                <a:gd name="T2" fmla="*/ 95 w 108"/>
                <a:gd name="T3" fmla="*/ 32 h 63"/>
                <a:gd name="T4" fmla="*/ 102 w 108"/>
                <a:gd name="T5" fmla="*/ 16 h 63"/>
                <a:gd name="T6" fmla="*/ 101 w 108"/>
                <a:gd name="T7" fmla="*/ 16 h 63"/>
                <a:gd name="T8" fmla="*/ 99 w 108"/>
                <a:gd name="T9" fmla="*/ 18 h 63"/>
                <a:gd name="T10" fmla="*/ 86 w 108"/>
                <a:gd name="T11" fmla="*/ 19 h 63"/>
                <a:gd name="T12" fmla="*/ 65 w 108"/>
                <a:gd name="T13" fmla="*/ 7 h 63"/>
                <a:gd name="T14" fmla="*/ 41 w 108"/>
                <a:gd name="T15" fmla="*/ 1 h 63"/>
                <a:gd name="T16" fmla="*/ 27 w 108"/>
                <a:gd name="T17" fmla="*/ 3 h 63"/>
                <a:gd name="T18" fmla="*/ 1 w 108"/>
                <a:gd name="T19" fmla="*/ 27 h 63"/>
                <a:gd name="T20" fmla="*/ 0 w 108"/>
                <a:gd name="T21" fmla="*/ 32 h 63"/>
                <a:gd name="T22" fmla="*/ 1 w 108"/>
                <a:gd name="T23" fmla="*/ 37 h 63"/>
                <a:gd name="T24" fmla="*/ 1 w 108"/>
                <a:gd name="T25" fmla="*/ 38 h 63"/>
                <a:gd name="T26" fmla="*/ 2 w 108"/>
                <a:gd name="T27" fmla="*/ 37 h 63"/>
                <a:gd name="T28" fmla="*/ 2 w 108"/>
                <a:gd name="T29" fmla="*/ 37 h 63"/>
                <a:gd name="T30" fmla="*/ 18 w 108"/>
                <a:gd name="T31" fmla="*/ 52 h 63"/>
                <a:gd name="T32" fmla="*/ 61 w 108"/>
                <a:gd name="T33" fmla="*/ 59 h 63"/>
                <a:gd name="T34" fmla="*/ 104 w 108"/>
                <a:gd name="T35" fmla="*/ 31 h 63"/>
                <a:gd name="T36" fmla="*/ 108 w 108"/>
                <a:gd name="T37" fmla="*/ 24 h 63"/>
                <a:gd name="T38" fmla="*/ 107 w 108"/>
                <a:gd name="T39" fmla="*/ 2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8" h="63">
                  <a:moveTo>
                    <a:pt x="107" y="23"/>
                  </a:moveTo>
                  <a:cubicBezTo>
                    <a:pt x="104" y="27"/>
                    <a:pt x="100" y="31"/>
                    <a:pt x="95" y="32"/>
                  </a:cubicBezTo>
                  <a:cubicBezTo>
                    <a:pt x="99" y="28"/>
                    <a:pt x="103" y="22"/>
                    <a:pt x="102" y="16"/>
                  </a:cubicBezTo>
                  <a:cubicBezTo>
                    <a:pt x="102" y="16"/>
                    <a:pt x="102" y="16"/>
                    <a:pt x="101" y="16"/>
                  </a:cubicBezTo>
                  <a:cubicBezTo>
                    <a:pt x="101" y="16"/>
                    <a:pt x="100" y="17"/>
                    <a:pt x="99" y="18"/>
                  </a:cubicBezTo>
                  <a:cubicBezTo>
                    <a:pt x="96" y="21"/>
                    <a:pt x="90" y="21"/>
                    <a:pt x="86" y="19"/>
                  </a:cubicBezTo>
                  <a:cubicBezTo>
                    <a:pt x="78" y="17"/>
                    <a:pt x="72" y="11"/>
                    <a:pt x="65" y="7"/>
                  </a:cubicBezTo>
                  <a:cubicBezTo>
                    <a:pt x="58" y="3"/>
                    <a:pt x="50" y="0"/>
                    <a:pt x="41" y="1"/>
                  </a:cubicBezTo>
                  <a:cubicBezTo>
                    <a:pt x="36" y="1"/>
                    <a:pt x="32" y="2"/>
                    <a:pt x="27" y="3"/>
                  </a:cubicBezTo>
                  <a:cubicBezTo>
                    <a:pt x="16" y="7"/>
                    <a:pt x="4" y="15"/>
                    <a:pt x="1" y="27"/>
                  </a:cubicBezTo>
                  <a:cubicBezTo>
                    <a:pt x="0" y="29"/>
                    <a:pt x="0" y="30"/>
                    <a:pt x="0" y="32"/>
                  </a:cubicBezTo>
                  <a:cubicBezTo>
                    <a:pt x="0" y="33"/>
                    <a:pt x="1" y="36"/>
                    <a:pt x="1" y="37"/>
                  </a:cubicBezTo>
                  <a:cubicBezTo>
                    <a:pt x="0" y="38"/>
                    <a:pt x="1" y="38"/>
                    <a:pt x="1" y="38"/>
                  </a:cubicBezTo>
                  <a:cubicBezTo>
                    <a:pt x="1" y="38"/>
                    <a:pt x="2" y="38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7" y="33"/>
                    <a:pt x="15" y="49"/>
                    <a:pt x="18" y="52"/>
                  </a:cubicBezTo>
                  <a:cubicBezTo>
                    <a:pt x="30" y="61"/>
                    <a:pt x="47" y="63"/>
                    <a:pt x="61" y="59"/>
                  </a:cubicBezTo>
                  <a:cubicBezTo>
                    <a:pt x="77" y="55"/>
                    <a:pt x="95" y="44"/>
                    <a:pt x="104" y="31"/>
                  </a:cubicBezTo>
                  <a:cubicBezTo>
                    <a:pt x="105" y="28"/>
                    <a:pt x="107" y="26"/>
                    <a:pt x="108" y="24"/>
                  </a:cubicBezTo>
                  <a:cubicBezTo>
                    <a:pt x="108" y="23"/>
                    <a:pt x="107" y="23"/>
                    <a:pt x="107" y="23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4" name="Freeform 648">
              <a:extLst>
                <a:ext uri="{FF2B5EF4-FFF2-40B4-BE49-F238E27FC236}">
                  <a16:creationId xmlns:a16="http://schemas.microsoft.com/office/drawing/2014/main" id="{0F33C575-56C7-43A1-9378-5B3073A47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7363" y="1258888"/>
              <a:ext cx="107950" cy="173038"/>
            </a:xfrm>
            <a:custGeom>
              <a:avLst/>
              <a:gdLst>
                <a:gd name="T0" fmla="*/ 4 w 29"/>
                <a:gd name="T1" fmla="*/ 22 h 46"/>
                <a:gd name="T2" fmla="*/ 22 w 29"/>
                <a:gd name="T3" fmla="*/ 17 h 46"/>
                <a:gd name="T4" fmla="*/ 9 w 29"/>
                <a:gd name="T5" fmla="*/ 45 h 46"/>
                <a:gd name="T6" fmla="*/ 4 w 29"/>
                <a:gd name="T7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4" y="22"/>
                  </a:moveTo>
                  <a:cubicBezTo>
                    <a:pt x="4" y="22"/>
                    <a:pt x="14" y="0"/>
                    <a:pt x="22" y="17"/>
                  </a:cubicBezTo>
                  <a:cubicBezTo>
                    <a:pt x="29" y="32"/>
                    <a:pt x="18" y="46"/>
                    <a:pt x="9" y="45"/>
                  </a:cubicBezTo>
                  <a:cubicBezTo>
                    <a:pt x="0" y="44"/>
                    <a:pt x="4" y="22"/>
                    <a:pt x="4" y="22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5" name="Freeform 649">
              <a:extLst>
                <a:ext uri="{FF2B5EF4-FFF2-40B4-BE49-F238E27FC236}">
                  <a16:creationId xmlns:a16="http://schemas.microsoft.com/office/drawing/2014/main" id="{391410E8-4B09-490F-8805-43B35AEE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3713" y="1301750"/>
              <a:ext cx="68263" cy="100013"/>
            </a:xfrm>
            <a:custGeom>
              <a:avLst/>
              <a:gdLst>
                <a:gd name="T0" fmla="*/ 3 w 18"/>
                <a:gd name="T1" fmla="*/ 15 h 27"/>
                <a:gd name="T2" fmla="*/ 14 w 18"/>
                <a:gd name="T3" fmla="*/ 5 h 27"/>
                <a:gd name="T4" fmla="*/ 18 w 18"/>
                <a:gd name="T5" fmla="*/ 18 h 27"/>
                <a:gd name="T6" fmla="*/ 10 w 18"/>
                <a:gd name="T7" fmla="*/ 15 h 27"/>
                <a:gd name="T8" fmla="*/ 5 w 18"/>
                <a:gd name="T9" fmla="*/ 25 h 27"/>
                <a:gd name="T10" fmla="*/ 3 w 18"/>
                <a:gd name="T11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3" y="15"/>
                  </a:moveTo>
                  <a:cubicBezTo>
                    <a:pt x="3" y="15"/>
                    <a:pt x="10" y="0"/>
                    <a:pt x="14" y="5"/>
                  </a:cubicBezTo>
                  <a:cubicBezTo>
                    <a:pt x="18" y="11"/>
                    <a:pt x="18" y="18"/>
                    <a:pt x="18" y="18"/>
                  </a:cubicBezTo>
                  <a:cubicBezTo>
                    <a:pt x="18" y="18"/>
                    <a:pt x="15" y="10"/>
                    <a:pt x="10" y="15"/>
                  </a:cubicBezTo>
                  <a:cubicBezTo>
                    <a:pt x="10" y="15"/>
                    <a:pt x="17" y="27"/>
                    <a:pt x="5" y="25"/>
                  </a:cubicBezTo>
                  <a:cubicBezTo>
                    <a:pt x="5" y="25"/>
                    <a:pt x="0" y="21"/>
                    <a:pt x="3" y="15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6" name="Freeform 650">
              <a:extLst>
                <a:ext uri="{FF2B5EF4-FFF2-40B4-BE49-F238E27FC236}">
                  <a16:creationId xmlns:a16="http://schemas.microsoft.com/office/drawing/2014/main" id="{E2228454-471A-47E3-A468-18A6C72D7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625" y="1147763"/>
              <a:ext cx="168275" cy="220663"/>
            </a:xfrm>
            <a:custGeom>
              <a:avLst/>
              <a:gdLst>
                <a:gd name="T0" fmla="*/ 43 w 45"/>
                <a:gd name="T1" fmla="*/ 4 h 59"/>
                <a:gd name="T2" fmla="*/ 37 w 45"/>
                <a:gd name="T3" fmla="*/ 32 h 59"/>
                <a:gd name="T4" fmla="*/ 28 w 45"/>
                <a:gd name="T5" fmla="*/ 59 h 59"/>
                <a:gd name="T6" fmla="*/ 32 w 45"/>
                <a:gd name="T7" fmla="*/ 2 h 59"/>
                <a:gd name="T8" fmla="*/ 43 w 45"/>
                <a:gd name="T9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59">
                  <a:moveTo>
                    <a:pt x="43" y="4"/>
                  </a:moveTo>
                  <a:cubicBezTo>
                    <a:pt x="43" y="4"/>
                    <a:pt x="45" y="23"/>
                    <a:pt x="37" y="32"/>
                  </a:cubicBezTo>
                  <a:cubicBezTo>
                    <a:pt x="29" y="41"/>
                    <a:pt x="28" y="59"/>
                    <a:pt x="28" y="59"/>
                  </a:cubicBezTo>
                  <a:cubicBezTo>
                    <a:pt x="28" y="59"/>
                    <a:pt x="0" y="23"/>
                    <a:pt x="32" y="2"/>
                  </a:cubicBezTo>
                  <a:cubicBezTo>
                    <a:pt x="32" y="2"/>
                    <a:pt x="39" y="0"/>
                    <a:pt x="43" y="4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7" name="Freeform 651">
              <a:extLst>
                <a:ext uri="{FF2B5EF4-FFF2-40B4-BE49-F238E27FC236}">
                  <a16:creationId xmlns:a16="http://schemas.microsoft.com/office/drawing/2014/main" id="{E4805A68-1662-4DF0-B39E-112485A03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88" y="1128713"/>
              <a:ext cx="139700" cy="220663"/>
            </a:xfrm>
            <a:custGeom>
              <a:avLst/>
              <a:gdLst>
                <a:gd name="T0" fmla="*/ 3 w 37"/>
                <a:gd name="T1" fmla="*/ 17 h 59"/>
                <a:gd name="T2" fmla="*/ 18 w 37"/>
                <a:gd name="T3" fmla="*/ 59 h 59"/>
                <a:gd name="T4" fmla="*/ 19 w 37"/>
                <a:gd name="T5" fmla="*/ 8 h 59"/>
                <a:gd name="T6" fmla="*/ 3 w 37"/>
                <a:gd name="T7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59">
                  <a:moveTo>
                    <a:pt x="3" y="17"/>
                  </a:moveTo>
                  <a:cubicBezTo>
                    <a:pt x="3" y="17"/>
                    <a:pt x="16" y="34"/>
                    <a:pt x="18" y="59"/>
                  </a:cubicBezTo>
                  <a:cubicBezTo>
                    <a:pt x="18" y="59"/>
                    <a:pt x="37" y="32"/>
                    <a:pt x="19" y="8"/>
                  </a:cubicBezTo>
                  <a:cubicBezTo>
                    <a:pt x="19" y="8"/>
                    <a:pt x="0" y="0"/>
                    <a:pt x="3" y="17"/>
                  </a:cubicBezTo>
                  <a:close/>
                </a:path>
              </a:pathLst>
            </a:custGeom>
            <a:solidFill>
              <a:srgbClr val="2424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8" name="Freeform 652">
              <a:extLst>
                <a:ext uri="{FF2B5EF4-FFF2-40B4-BE49-F238E27FC236}">
                  <a16:creationId xmlns:a16="http://schemas.microsoft.com/office/drawing/2014/main" id="{C847DCDE-5623-423D-9BFE-3879610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1913" y="1271588"/>
              <a:ext cx="109538" cy="171450"/>
            </a:xfrm>
            <a:custGeom>
              <a:avLst/>
              <a:gdLst>
                <a:gd name="T0" fmla="*/ 25 w 29"/>
                <a:gd name="T1" fmla="*/ 23 h 46"/>
                <a:gd name="T2" fmla="*/ 7 w 29"/>
                <a:gd name="T3" fmla="*/ 18 h 46"/>
                <a:gd name="T4" fmla="*/ 20 w 29"/>
                <a:gd name="T5" fmla="*/ 45 h 46"/>
                <a:gd name="T6" fmla="*/ 25 w 29"/>
                <a:gd name="T7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46">
                  <a:moveTo>
                    <a:pt x="25" y="23"/>
                  </a:moveTo>
                  <a:cubicBezTo>
                    <a:pt x="25" y="23"/>
                    <a:pt x="15" y="0"/>
                    <a:pt x="7" y="18"/>
                  </a:cubicBezTo>
                  <a:cubicBezTo>
                    <a:pt x="0" y="32"/>
                    <a:pt x="11" y="46"/>
                    <a:pt x="20" y="45"/>
                  </a:cubicBezTo>
                  <a:cubicBezTo>
                    <a:pt x="29" y="44"/>
                    <a:pt x="25" y="23"/>
                    <a:pt x="25" y="23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9" name="Freeform 653">
              <a:extLst>
                <a:ext uri="{FF2B5EF4-FFF2-40B4-BE49-F238E27FC236}">
                  <a16:creationId xmlns:a16="http://schemas.microsoft.com/office/drawing/2014/main" id="{F463F82F-EC1C-4EA0-958B-8C173BF4B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6838" y="1316038"/>
              <a:ext cx="71438" cy="101600"/>
            </a:xfrm>
            <a:custGeom>
              <a:avLst/>
              <a:gdLst>
                <a:gd name="T0" fmla="*/ 15 w 19"/>
                <a:gd name="T1" fmla="*/ 14 h 27"/>
                <a:gd name="T2" fmla="*/ 4 w 19"/>
                <a:gd name="T3" fmla="*/ 5 h 27"/>
                <a:gd name="T4" fmla="*/ 0 w 19"/>
                <a:gd name="T5" fmla="*/ 17 h 27"/>
                <a:gd name="T6" fmla="*/ 8 w 19"/>
                <a:gd name="T7" fmla="*/ 15 h 27"/>
                <a:gd name="T8" fmla="*/ 13 w 19"/>
                <a:gd name="T9" fmla="*/ 24 h 27"/>
                <a:gd name="T10" fmla="*/ 15 w 19"/>
                <a:gd name="T1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7">
                  <a:moveTo>
                    <a:pt x="15" y="14"/>
                  </a:moveTo>
                  <a:cubicBezTo>
                    <a:pt x="15" y="14"/>
                    <a:pt x="8" y="0"/>
                    <a:pt x="4" y="5"/>
                  </a:cubicBezTo>
                  <a:cubicBezTo>
                    <a:pt x="0" y="10"/>
                    <a:pt x="0" y="17"/>
                    <a:pt x="0" y="17"/>
                  </a:cubicBezTo>
                  <a:cubicBezTo>
                    <a:pt x="0" y="17"/>
                    <a:pt x="3" y="10"/>
                    <a:pt x="8" y="15"/>
                  </a:cubicBezTo>
                  <a:cubicBezTo>
                    <a:pt x="8" y="15"/>
                    <a:pt x="1" y="27"/>
                    <a:pt x="13" y="24"/>
                  </a:cubicBezTo>
                  <a:cubicBezTo>
                    <a:pt x="13" y="24"/>
                    <a:pt x="19" y="21"/>
                    <a:pt x="15" y="14"/>
                  </a:cubicBezTo>
                  <a:close/>
                </a:path>
              </a:pathLst>
            </a:custGeom>
            <a:solidFill>
              <a:srgbClr val="D8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2" name="Freeform 656">
              <a:extLst>
                <a:ext uri="{FF2B5EF4-FFF2-40B4-BE49-F238E27FC236}">
                  <a16:creationId xmlns:a16="http://schemas.microsoft.com/office/drawing/2014/main" id="{78CF08F8-9884-4014-AC97-46A9C47DFC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64463" y="1293813"/>
              <a:ext cx="371475" cy="146050"/>
            </a:xfrm>
            <a:custGeom>
              <a:avLst/>
              <a:gdLst>
                <a:gd name="T0" fmla="*/ 95 w 99"/>
                <a:gd name="T1" fmla="*/ 26 h 39"/>
                <a:gd name="T2" fmla="*/ 98 w 99"/>
                <a:gd name="T3" fmla="*/ 8 h 39"/>
                <a:gd name="T4" fmla="*/ 97 w 99"/>
                <a:gd name="T5" fmla="*/ 7 h 39"/>
                <a:gd name="T6" fmla="*/ 96 w 99"/>
                <a:gd name="T7" fmla="*/ 7 h 39"/>
                <a:gd name="T8" fmla="*/ 59 w 99"/>
                <a:gd name="T9" fmla="*/ 8 h 39"/>
                <a:gd name="T10" fmla="*/ 54 w 99"/>
                <a:gd name="T11" fmla="*/ 12 h 39"/>
                <a:gd name="T12" fmla="*/ 54 w 99"/>
                <a:gd name="T13" fmla="*/ 11 h 39"/>
                <a:gd name="T14" fmla="*/ 47 w 99"/>
                <a:gd name="T15" fmla="*/ 12 h 39"/>
                <a:gd name="T16" fmla="*/ 47 w 99"/>
                <a:gd name="T17" fmla="*/ 11 h 39"/>
                <a:gd name="T18" fmla="*/ 46 w 99"/>
                <a:gd name="T19" fmla="*/ 11 h 39"/>
                <a:gd name="T20" fmla="*/ 39 w 99"/>
                <a:gd name="T21" fmla="*/ 8 h 39"/>
                <a:gd name="T22" fmla="*/ 2 w 99"/>
                <a:gd name="T23" fmla="*/ 9 h 39"/>
                <a:gd name="T24" fmla="*/ 1 w 99"/>
                <a:gd name="T25" fmla="*/ 9 h 39"/>
                <a:gd name="T26" fmla="*/ 1 w 99"/>
                <a:gd name="T27" fmla="*/ 10 h 39"/>
                <a:gd name="T28" fmla="*/ 5 w 99"/>
                <a:gd name="T29" fmla="*/ 28 h 39"/>
                <a:gd name="T30" fmla="*/ 15 w 99"/>
                <a:gd name="T31" fmla="*/ 37 h 39"/>
                <a:gd name="T32" fmla="*/ 27 w 99"/>
                <a:gd name="T33" fmla="*/ 38 h 39"/>
                <a:gd name="T34" fmla="*/ 44 w 99"/>
                <a:gd name="T35" fmla="*/ 26 h 39"/>
                <a:gd name="T36" fmla="*/ 45 w 99"/>
                <a:gd name="T37" fmla="*/ 25 h 39"/>
                <a:gd name="T38" fmla="*/ 47 w 99"/>
                <a:gd name="T39" fmla="*/ 17 h 39"/>
                <a:gd name="T40" fmla="*/ 53 w 99"/>
                <a:gd name="T41" fmla="*/ 18 h 39"/>
                <a:gd name="T42" fmla="*/ 55 w 99"/>
                <a:gd name="T43" fmla="*/ 26 h 39"/>
                <a:gd name="T44" fmla="*/ 56 w 99"/>
                <a:gd name="T45" fmla="*/ 27 h 39"/>
                <a:gd name="T46" fmla="*/ 74 w 99"/>
                <a:gd name="T47" fmla="*/ 38 h 39"/>
                <a:gd name="T48" fmla="*/ 86 w 99"/>
                <a:gd name="T49" fmla="*/ 36 h 39"/>
                <a:gd name="T50" fmla="*/ 95 w 99"/>
                <a:gd name="T51" fmla="*/ 26 h 39"/>
                <a:gd name="T52" fmla="*/ 26 w 99"/>
                <a:gd name="T53" fmla="*/ 34 h 39"/>
                <a:gd name="T54" fmla="*/ 16 w 99"/>
                <a:gd name="T55" fmla="*/ 33 h 39"/>
                <a:gd name="T56" fmla="*/ 9 w 99"/>
                <a:gd name="T57" fmla="*/ 26 h 39"/>
                <a:gd name="T58" fmla="*/ 5 w 99"/>
                <a:gd name="T59" fmla="*/ 12 h 39"/>
                <a:gd name="T60" fmla="*/ 38 w 99"/>
                <a:gd name="T61" fmla="*/ 12 h 39"/>
                <a:gd name="T62" fmla="*/ 43 w 99"/>
                <a:gd name="T63" fmla="*/ 14 h 39"/>
                <a:gd name="T64" fmla="*/ 41 w 99"/>
                <a:gd name="T65" fmla="*/ 24 h 39"/>
                <a:gd name="T66" fmla="*/ 40 w 99"/>
                <a:gd name="T67" fmla="*/ 25 h 39"/>
                <a:gd name="T68" fmla="*/ 26 w 99"/>
                <a:gd name="T69" fmla="*/ 34 h 39"/>
                <a:gd name="T70" fmla="*/ 84 w 99"/>
                <a:gd name="T71" fmla="*/ 32 h 39"/>
                <a:gd name="T72" fmla="*/ 74 w 99"/>
                <a:gd name="T73" fmla="*/ 34 h 39"/>
                <a:gd name="T74" fmla="*/ 59 w 99"/>
                <a:gd name="T75" fmla="*/ 25 h 39"/>
                <a:gd name="T76" fmla="*/ 59 w 99"/>
                <a:gd name="T77" fmla="*/ 24 h 39"/>
                <a:gd name="T78" fmla="*/ 56 w 99"/>
                <a:gd name="T79" fmla="*/ 15 h 39"/>
                <a:gd name="T80" fmla="*/ 61 w 99"/>
                <a:gd name="T81" fmla="*/ 12 h 39"/>
                <a:gd name="T82" fmla="*/ 94 w 99"/>
                <a:gd name="T83" fmla="*/ 10 h 39"/>
                <a:gd name="T84" fmla="*/ 91 w 99"/>
                <a:gd name="T85" fmla="*/ 25 h 39"/>
                <a:gd name="T86" fmla="*/ 84 w 99"/>
                <a:gd name="T87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9" h="39">
                  <a:moveTo>
                    <a:pt x="95" y="26"/>
                  </a:moveTo>
                  <a:cubicBezTo>
                    <a:pt x="99" y="14"/>
                    <a:pt x="98" y="9"/>
                    <a:pt x="98" y="8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78" y="0"/>
                    <a:pt x="59" y="8"/>
                  </a:cubicBezTo>
                  <a:cubicBezTo>
                    <a:pt x="57" y="9"/>
                    <a:pt x="56" y="10"/>
                    <a:pt x="54" y="12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4" y="10"/>
                    <a:pt x="42" y="9"/>
                    <a:pt x="39" y="8"/>
                  </a:cubicBezTo>
                  <a:cubicBezTo>
                    <a:pt x="20" y="1"/>
                    <a:pt x="3" y="8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0" y="16"/>
                    <a:pt x="5" y="28"/>
                  </a:cubicBezTo>
                  <a:cubicBezTo>
                    <a:pt x="7" y="32"/>
                    <a:pt x="10" y="35"/>
                    <a:pt x="15" y="37"/>
                  </a:cubicBezTo>
                  <a:cubicBezTo>
                    <a:pt x="21" y="39"/>
                    <a:pt x="26" y="38"/>
                    <a:pt x="27" y="38"/>
                  </a:cubicBezTo>
                  <a:cubicBezTo>
                    <a:pt x="40" y="37"/>
                    <a:pt x="43" y="30"/>
                    <a:pt x="44" y="26"/>
                  </a:cubicBezTo>
                  <a:cubicBezTo>
                    <a:pt x="44" y="26"/>
                    <a:pt x="44" y="25"/>
                    <a:pt x="45" y="25"/>
                  </a:cubicBezTo>
                  <a:cubicBezTo>
                    <a:pt x="46" y="22"/>
                    <a:pt x="46" y="20"/>
                    <a:pt x="47" y="17"/>
                  </a:cubicBezTo>
                  <a:cubicBezTo>
                    <a:pt x="48" y="17"/>
                    <a:pt x="50" y="17"/>
                    <a:pt x="53" y="18"/>
                  </a:cubicBezTo>
                  <a:cubicBezTo>
                    <a:pt x="53" y="20"/>
                    <a:pt x="54" y="23"/>
                    <a:pt x="55" y="26"/>
                  </a:cubicBezTo>
                  <a:cubicBezTo>
                    <a:pt x="55" y="26"/>
                    <a:pt x="56" y="27"/>
                    <a:pt x="56" y="27"/>
                  </a:cubicBezTo>
                  <a:cubicBezTo>
                    <a:pt x="57" y="31"/>
                    <a:pt x="60" y="37"/>
                    <a:pt x="74" y="38"/>
                  </a:cubicBezTo>
                  <a:cubicBezTo>
                    <a:pt x="74" y="38"/>
                    <a:pt x="80" y="38"/>
                    <a:pt x="86" y="36"/>
                  </a:cubicBezTo>
                  <a:cubicBezTo>
                    <a:pt x="90" y="34"/>
                    <a:pt x="93" y="30"/>
                    <a:pt x="95" y="26"/>
                  </a:cubicBezTo>
                  <a:close/>
                  <a:moveTo>
                    <a:pt x="26" y="34"/>
                  </a:moveTo>
                  <a:cubicBezTo>
                    <a:pt x="26" y="34"/>
                    <a:pt x="21" y="35"/>
                    <a:pt x="16" y="33"/>
                  </a:cubicBezTo>
                  <a:cubicBezTo>
                    <a:pt x="13" y="32"/>
                    <a:pt x="10" y="29"/>
                    <a:pt x="9" y="26"/>
                  </a:cubicBezTo>
                  <a:cubicBezTo>
                    <a:pt x="6" y="18"/>
                    <a:pt x="5" y="14"/>
                    <a:pt x="5" y="12"/>
                  </a:cubicBezTo>
                  <a:cubicBezTo>
                    <a:pt x="9" y="10"/>
                    <a:pt x="23" y="6"/>
                    <a:pt x="38" y="12"/>
                  </a:cubicBezTo>
                  <a:cubicBezTo>
                    <a:pt x="40" y="12"/>
                    <a:pt x="41" y="13"/>
                    <a:pt x="43" y="14"/>
                  </a:cubicBezTo>
                  <a:cubicBezTo>
                    <a:pt x="43" y="15"/>
                    <a:pt x="43" y="19"/>
                    <a:pt x="41" y="24"/>
                  </a:cubicBezTo>
                  <a:cubicBezTo>
                    <a:pt x="41" y="24"/>
                    <a:pt x="41" y="24"/>
                    <a:pt x="40" y="25"/>
                  </a:cubicBezTo>
                  <a:cubicBezTo>
                    <a:pt x="39" y="29"/>
                    <a:pt x="37" y="33"/>
                    <a:pt x="26" y="34"/>
                  </a:cubicBezTo>
                  <a:close/>
                  <a:moveTo>
                    <a:pt x="84" y="32"/>
                  </a:moveTo>
                  <a:cubicBezTo>
                    <a:pt x="79" y="34"/>
                    <a:pt x="74" y="34"/>
                    <a:pt x="74" y="34"/>
                  </a:cubicBezTo>
                  <a:cubicBezTo>
                    <a:pt x="63" y="33"/>
                    <a:pt x="61" y="29"/>
                    <a:pt x="59" y="25"/>
                  </a:cubicBezTo>
                  <a:cubicBezTo>
                    <a:pt x="59" y="25"/>
                    <a:pt x="59" y="25"/>
                    <a:pt x="59" y="24"/>
                  </a:cubicBezTo>
                  <a:cubicBezTo>
                    <a:pt x="57" y="20"/>
                    <a:pt x="56" y="16"/>
                    <a:pt x="56" y="15"/>
                  </a:cubicBezTo>
                  <a:cubicBezTo>
                    <a:pt x="58" y="14"/>
                    <a:pt x="59" y="13"/>
                    <a:pt x="61" y="12"/>
                  </a:cubicBezTo>
                  <a:cubicBezTo>
                    <a:pt x="76" y="5"/>
                    <a:pt x="90" y="9"/>
                    <a:pt x="94" y="10"/>
                  </a:cubicBezTo>
                  <a:cubicBezTo>
                    <a:pt x="94" y="12"/>
                    <a:pt x="94" y="17"/>
                    <a:pt x="91" y="25"/>
                  </a:cubicBezTo>
                  <a:cubicBezTo>
                    <a:pt x="90" y="28"/>
                    <a:pt x="88" y="30"/>
                    <a:pt x="84" y="32"/>
                  </a:cubicBezTo>
                  <a:close/>
                </a:path>
              </a:pathLst>
            </a:custGeom>
            <a:solidFill>
              <a:srgbClr val="5C31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3" name="Freeform 657">
              <a:extLst>
                <a:ext uri="{FF2B5EF4-FFF2-40B4-BE49-F238E27FC236}">
                  <a16:creationId xmlns:a16="http://schemas.microsoft.com/office/drawing/2014/main" id="{19245EA2-556E-4917-BA7E-D0BD473B8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4163" y="1477963"/>
              <a:ext cx="123825" cy="119063"/>
            </a:xfrm>
            <a:custGeom>
              <a:avLst/>
              <a:gdLst>
                <a:gd name="T0" fmla="*/ 0 w 33"/>
                <a:gd name="T1" fmla="*/ 3 h 32"/>
                <a:gd name="T2" fmla="*/ 33 w 33"/>
                <a:gd name="T3" fmla="*/ 0 h 32"/>
                <a:gd name="T4" fmla="*/ 0 w 33"/>
                <a:gd name="T5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32">
                  <a:moveTo>
                    <a:pt x="0" y="3"/>
                  </a:moveTo>
                  <a:cubicBezTo>
                    <a:pt x="0" y="3"/>
                    <a:pt x="21" y="32"/>
                    <a:pt x="33" y="0"/>
                  </a:cubicBezTo>
                  <a:cubicBezTo>
                    <a:pt x="33" y="0"/>
                    <a:pt x="24" y="18"/>
                    <a:pt x="0" y="3"/>
                  </a:cubicBezTo>
                  <a:close/>
                </a:path>
              </a:pathLst>
            </a:custGeom>
            <a:solidFill>
              <a:srgbClr val="D5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4" name="Freeform 658">
              <a:extLst>
                <a:ext uri="{FF2B5EF4-FFF2-40B4-BE49-F238E27FC236}">
                  <a16:creationId xmlns:a16="http://schemas.microsoft.com/office/drawing/2014/main" id="{8B2F6D58-D664-4E44-B17B-70F09AC16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75" y="3351213"/>
              <a:ext cx="169863" cy="214313"/>
            </a:xfrm>
            <a:custGeom>
              <a:avLst/>
              <a:gdLst>
                <a:gd name="T0" fmla="*/ 0 w 45"/>
                <a:gd name="T1" fmla="*/ 57 h 57"/>
                <a:gd name="T2" fmla="*/ 45 w 45"/>
                <a:gd name="T3" fmla="*/ 52 h 57"/>
                <a:gd name="T4" fmla="*/ 42 w 45"/>
                <a:gd name="T5" fmla="*/ 31 h 57"/>
                <a:gd name="T6" fmla="*/ 41 w 45"/>
                <a:gd name="T7" fmla="*/ 8 h 57"/>
                <a:gd name="T8" fmla="*/ 11 w 45"/>
                <a:gd name="T9" fmla="*/ 8 h 57"/>
                <a:gd name="T10" fmla="*/ 7 w 45"/>
                <a:gd name="T11" fmla="*/ 31 h 57"/>
                <a:gd name="T12" fmla="*/ 0 w 45"/>
                <a:gd name="T1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57">
                  <a:moveTo>
                    <a:pt x="0" y="57"/>
                  </a:moveTo>
                  <a:cubicBezTo>
                    <a:pt x="45" y="52"/>
                    <a:pt x="45" y="52"/>
                    <a:pt x="45" y="52"/>
                  </a:cubicBezTo>
                  <a:cubicBezTo>
                    <a:pt x="43" y="49"/>
                    <a:pt x="42" y="39"/>
                    <a:pt x="42" y="31"/>
                  </a:cubicBezTo>
                  <a:cubicBezTo>
                    <a:pt x="41" y="20"/>
                    <a:pt x="41" y="8"/>
                    <a:pt x="41" y="8"/>
                  </a:cubicBezTo>
                  <a:cubicBezTo>
                    <a:pt x="41" y="8"/>
                    <a:pt x="11" y="0"/>
                    <a:pt x="11" y="8"/>
                  </a:cubicBezTo>
                  <a:cubicBezTo>
                    <a:pt x="11" y="15"/>
                    <a:pt x="9" y="23"/>
                    <a:pt x="7" y="31"/>
                  </a:cubicBezTo>
                  <a:cubicBezTo>
                    <a:pt x="4" y="43"/>
                    <a:pt x="0" y="57"/>
                    <a:pt x="0" y="57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5" name="Freeform 659">
              <a:extLst>
                <a:ext uri="{FF2B5EF4-FFF2-40B4-BE49-F238E27FC236}">
                  <a16:creationId xmlns:a16="http://schemas.microsoft.com/office/drawing/2014/main" id="{CF242EE4-3420-4901-8FE5-A54AD652B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8900" y="3502025"/>
              <a:ext cx="195263" cy="98425"/>
            </a:xfrm>
            <a:custGeom>
              <a:avLst/>
              <a:gdLst>
                <a:gd name="T0" fmla="*/ 0 w 52"/>
                <a:gd name="T1" fmla="*/ 20 h 26"/>
                <a:gd name="T2" fmla="*/ 0 w 52"/>
                <a:gd name="T3" fmla="*/ 20 h 26"/>
                <a:gd name="T4" fmla="*/ 2 w 52"/>
                <a:gd name="T5" fmla="*/ 26 h 26"/>
                <a:gd name="T6" fmla="*/ 50 w 52"/>
                <a:gd name="T7" fmla="*/ 26 h 26"/>
                <a:gd name="T8" fmla="*/ 52 w 52"/>
                <a:gd name="T9" fmla="*/ 20 h 26"/>
                <a:gd name="T10" fmla="*/ 52 w 52"/>
                <a:gd name="T11" fmla="*/ 20 h 26"/>
                <a:gd name="T12" fmla="*/ 26 w 52"/>
                <a:gd name="T13" fmla="*/ 0 h 26"/>
                <a:gd name="T14" fmla="*/ 0 w 52"/>
                <a:gd name="T15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26">
                  <a:moveTo>
                    <a:pt x="0" y="20"/>
                  </a:moveTo>
                  <a:cubicBezTo>
                    <a:pt x="0" y="21"/>
                    <a:pt x="0" y="20"/>
                    <a:pt x="0" y="20"/>
                  </a:cubicBezTo>
                  <a:cubicBezTo>
                    <a:pt x="0" y="23"/>
                    <a:pt x="1" y="22"/>
                    <a:pt x="2" y="26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1" y="22"/>
                    <a:pt x="51" y="23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9"/>
                    <a:pt x="40" y="0"/>
                    <a:pt x="26" y="0"/>
                  </a:cubicBezTo>
                  <a:cubicBezTo>
                    <a:pt x="12" y="0"/>
                    <a:pt x="0" y="9"/>
                    <a:pt x="0" y="20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6" name="Freeform 660">
              <a:extLst>
                <a:ext uri="{FF2B5EF4-FFF2-40B4-BE49-F238E27FC236}">
                  <a16:creationId xmlns:a16="http://schemas.microsoft.com/office/drawing/2014/main" id="{BACADCF0-7B9A-4644-80B2-9BF89A212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9063" y="3351213"/>
              <a:ext cx="131763" cy="123825"/>
            </a:xfrm>
            <a:custGeom>
              <a:avLst/>
              <a:gdLst>
                <a:gd name="T0" fmla="*/ 35 w 35"/>
                <a:gd name="T1" fmla="*/ 33 h 33"/>
                <a:gd name="T2" fmla="*/ 34 w 35"/>
                <a:gd name="T3" fmla="*/ 8 h 33"/>
                <a:gd name="T4" fmla="*/ 4 w 35"/>
                <a:gd name="T5" fmla="*/ 8 h 33"/>
                <a:gd name="T6" fmla="*/ 0 w 35"/>
                <a:gd name="T7" fmla="*/ 33 h 33"/>
                <a:gd name="T8" fmla="*/ 35 w 35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3">
                  <a:moveTo>
                    <a:pt x="35" y="33"/>
                  </a:moveTo>
                  <a:cubicBezTo>
                    <a:pt x="34" y="22"/>
                    <a:pt x="34" y="8"/>
                    <a:pt x="34" y="8"/>
                  </a:cubicBezTo>
                  <a:cubicBezTo>
                    <a:pt x="34" y="8"/>
                    <a:pt x="4" y="0"/>
                    <a:pt x="4" y="8"/>
                  </a:cubicBezTo>
                  <a:cubicBezTo>
                    <a:pt x="4" y="15"/>
                    <a:pt x="2" y="22"/>
                    <a:pt x="0" y="33"/>
                  </a:cubicBezTo>
                  <a:lnTo>
                    <a:pt x="35" y="33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" name="Freeform 661">
              <a:extLst>
                <a:ext uri="{FF2B5EF4-FFF2-40B4-BE49-F238E27FC236}">
                  <a16:creationId xmlns:a16="http://schemas.microsoft.com/office/drawing/2014/main" id="{7A84C2E3-4F54-4208-B160-BA02787DD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8900" y="3581400"/>
              <a:ext cx="195263" cy="11113"/>
            </a:xfrm>
            <a:custGeom>
              <a:avLst/>
              <a:gdLst>
                <a:gd name="T0" fmla="*/ 0 w 52"/>
                <a:gd name="T1" fmla="*/ 0 h 3"/>
                <a:gd name="T2" fmla="*/ 2 w 52"/>
                <a:gd name="T3" fmla="*/ 3 h 3"/>
                <a:gd name="T4" fmla="*/ 50 w 52"/>
                <a:gd name="T5" fmla="*/ 3 h 3"/>
                <a:gd name="T6" fmla="*/ 52 w 52"/>
                <a:gd name="T7" fmla="*/ 0 h 3"/>
                <a:gd name="T8" fmla="*/ 0 w 5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">
                  <a:moveTo>
                    <a:pt x="0" y="0"/>
                  </a:moveTo>
                  <a:cubicBezTo>
                    <a:pt x="0" y="0"/>
                    <a:pt x="1" y="3"/>
                    <a:pt x="2" y="3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1" y="3"/>
                    <a:pt x="51" y="0"/>
                    <a:pt x="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" name="Freeform 662">
              <a:extLst>
                <a:ext uri="{FF2B5EF4-FFF2-40B4-BE49-F238E27FC236}">
                  <a16:creationId xmlns:a16="http://schemas.microsoft.com/office/drawing/2014/main" id="{9D838557-1A2D-43B1-89A6-19A2B0098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2400" y="3494088"/>
              <a:ext cx="63500" cy="26988"/>
            </a:xfrm>
            <a:custGeom>
              <a:avLst/>
              <a:gdLst>
                <a:gd name="T0" fmla="*/ 0 w 17"/>
                <a:gd name="T1" fmla="*/ 5 h 7"/>
                <a:gd name="T2" fmla="*/ 16 w 17"/>
                <a:gd name="T3" fmla="*/ 5 h 7"/>
                <a:gd name="T4" fmla="*/ 15 w 17"/>
                <a:gd name="T5" fmla="*/ 7 h 7"/>
                <a:gd name="T6" fmla="*/ 8 w 17"/>
                <a:gd name="T7" fmla="*/ 5 h 7"/>
                <a:gd name="T8" fmla="*/ 1 w 17"/>
                <a:gd name="T9" fmla="*/ 7 h 7"/>
                <a:gd name="T10" fmla="*/ 0 w 17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7">
                  <a:moveTo>
                    <a:pt x="0" y="5"/>
                  </a:moveTo>
                  <a:cubicBezTo>
                    <a:pt x="4" y="0"/>
                    <a:pt x="12" y="2"/>
                    <a:pt x="16" y="5"/>
                  </a:cubicBezTo>
                  <a:cubicBezTo>
                    <a:pt x="17" y="6"/>
                    <a:pt x="16" y="7"/>
                    <a:pt x="15" y="7"/>
                  </a:cubicBezTo>
                  <a:cubicBezTo>
                    <a:pt x="13" y="6"/>
                    <a:pt x="11" y="5"/>
                    <a:pt x="8" y="5"/>
                  </a:cubicBezTo>
                  <a:cubicBezTo>
                    <a:pt x="6" y="5"/>
                    <a:pt x="4" y="6"/>
                    <a:pt x="1" y="7"/>
                  </a:cubicBezTo>
                  <a:cubicBezTo>
                    <a:pt x="0" y="7"/>
                    <a:pt x="0" y="6"/>
                    <a:pt x="0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" name="Freeform 663">
              <a:extLst>
                <a:ext uri="{FF2B5EF4-FFF2-40B4-BE49-F238E27FC236}">
                  <a16:creationId xmlns:a16="http://schemas.microsoft.com/office/drawing/2014/main" id="{0B05176B-C12D-4781-AFA5-73256E46B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575" y="3521075"/>
              <a:ext cx="60325" cy="22225"/>
            </a:xfrm>
            <a:custGeom>
              <a:avLst/>
              <a:gdLst>
                <a:gd name="T0" fmla="*/ 1 w 16"/>
                <a:gd name="T1" fmla="*/ 3 h 6"/>
                <a:gd name="T2" fmla="*/ 16 w 16"/>
                <a:gd name="T3" fmla="*/ 4 h 6"/>
                <a:gd name="T4" fmla="*/ 15 w 16"/>
                <a:gd name="T5" fmla="*/ 5 h 6"/>
                <a:gd name="T6" fmla="*/ 8 w 16"/>
                <a:gd name="T7" fmla="*/ 4 h 6"/>
                <a:gd name="T8" fmla="*/ 1 w 16"/>
                <a:gd name="T9" fmla="*/ 5 h 6"/>
                <a:gd name="T10" fmla="*/ 1 w 16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" y="3"/>
                  </a:moveTo>
                  <a:cubicBezTo>
                    <a:pt x="5" y="1"/>
                    <a:pt x="12" y="0"/>
                    <a:pt x="16" y="4"/>
                  </a:cubicBezTo>
                  <a:cubicBezTo>
                    <a:pt x="16" y="4"/>
                    <a:pt x="16" y="5"/>
                    <a:pt x="15" y="5"/>
                  </a:cubicBezTo>
                  <a:cubicBezTo>
                    <a:pt x="13" y="4"/>
                    <a:pt x="10" y="4"/>
                    <a:pt x="8" y="4"/>
                  </a:cubicBezTo>
                  <a:cubicBezTo>
                    <a:pt x="5" y="4"/>
                    <a:pt x="3" y="6"/>
                    <a:pt x="1" y="5"/>
                  </a:cubicBezTo>
                  <a:cubicBezTo>
                    <a:pt x="0" y="5"/>
                    <a:pt x="0" y="4"/>
                    <a:pt x="1" y="3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" name="Freeform 664">
              <a:extLst>
                <a:ext uri="{FF2B5EF4-FFF2-40B4-BE49-F238E27FC236}">
                  <a16:creationId xmlns:a16="http://schemas.microsoft.com/office/drawing/2014/main" id="{C7F09261-49DD-4A53-BAEB-FDDFD5317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7825" y="3392488"/>
              <a:ext cx="304800" cy="222250"/>
            </a:xfrm>
            <a:custGeom>
              <a:avLst/>
              <a:gdLst>
                <a:gd name="T0" fmla="*/ 1 w 81"/>
                <a:gd name="T1" fmla="*/ 49 h 59"/>
                <a:gd name="T2" fmla="*/ 2 w 81"/>
                <a:gd name="T3" fmla="*/ 55 h 59"/>
                <a:gd name="T4" fmla="*/ 80 w 81"/>
                <a:gd name="T5" fmla="*/ 56 h 59"/>
                <a:gd name="T6" fmla="*/ 79 w 81"/>
                <a:gd name="T7" fmla="*/ 54 h 59"/>
                <a:gd name="T8" fmla="*/ 78 w 81"/>
                <a:gd name="T9" fmla="*/ 51 h 59"/>
                <a:gd name="T10" fmla="*/ 49 w 81"/>
                <a:gd name="T11" fmla="*/ 37 h 59"/>
                <a:gd name="T12" fmla="*/ 41 w 81"/>
                <a:gd name="T13" fmla="*/ 33 h 59"/>
                <a:gd name="T14" fmla="*/ 36 w 81"/>
                <a:gd name="T15" fmla="*/ 24 h 59"/>
                <a:gd name="T16" fmla="*/ 33 w 81"/>
                <a:gd name="T17" fmla="*/ 0 h 59"/>
                <a:gd name="T18" fmla="*/ 2 w 81"/>
                <a:gd name="T19" fmla="*/ 0 h 59"/>
                <a:gd name="T20" fmla="*/ 1 w 81"/>
                <a:gd name="T21" fmla="*/ 24 h 59"/>
                <a:gd name="T22" fmla="*/ 1 w 81"/>
                <a:gd name="T23" fmla="*/ 4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59">
                  <a:moveTo>
                    <a:pt x="1" y="49"/>
                  </a:moveTo>
                  <a:cubicBezTo>
                    <a:pt x="1" y="52"/>
                    <a:pt x="2" y="54"/>
                    <a:pt x="2" y="55"/>
                  </a:cubicBezTo>
                  <a:cubicBezTo>
                    <a:pt x="2" y="55"/>
                    <a:pt x="75" y="59"/>
                    <a:pt x="80" y="56"/>
                  </a:cubicBezTo>
                  <a:cubicBezTo>
                    <a:pt x="81" y="56"/>
                    <a:pt x="80" y="55"/>
                    <a:pt x="79" y="54"/>
                  </a:cubicBezTo>
                  <a:cubicBezTo>
                    <a:pt x="79" y="53"/>
                    <a:pt x="79" y="52"/>
                    <a:pt x="78" y="51"/>
                  </a:cubicBezTo>
                  <a:cubicBezTo>
                    <a:pt x="76" y="45"/>
                    <a:pt x="69" y="36"/>
                    <a:pt x="49" y="37"/>
                  </a:cubicBezTo>
                  <a:cubicBezTo>
                    <a:pt x="46" y="35"/>
                    <a:pt x="43" y="34"/>
                    <a:pt x="41" y="33"/>
                  </a:cubicBezTo>
                  <a:cubicBezTo>
                    <a:pt x="39" y="32"/>
                    <a:pt x="37" y="28"/>
                    <a:pt x="36" y="24"/>
                  </a:cubicBezTo>
                  <a:cubicBezTo>
                    <a:pt x="33" y="15"/>
                    <a:pt x="32" y="2"/>
                    <a:pt x="3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11"/>
                    <a:pt x="1" y="24"/>
                  </a:cubicBezTo>
                  <a:cubicBezTo>
                    <a:pt x="0" y="33"/>
                    <a:pt x="0" y="42"/>
                    <a:pt x="1" y="49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" name="Freeform 665">
              <a:extLst>
                <a:ext uri="{FF2B5EF4-FFF2-40B4-BE49-F238E27FC236}">
                  <a16:creationId xmlns:a16="http://schemas.microsoft.com/office/drawing/2014/main" id="{68B9AF5D-DAAA-4BE7-A7CF-BE64F6080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000" y="3397250"/>
              <a:ext cx="131763" cy="93663"/>
            </a:xfrm>
            <a:custGeom>
              <a:avLst/>
              <a:gdLst>
                <a:gd name="T0" fmla="*/ 35 w 35"/>
                <a:gd name="T1" fmla="*/ 25 h 25"/>
                <a:gd name="T2" fmla="*/ 32 w 35"/>
                <a:gd name="T3" fmla="*/ 0 h 25"/>
                <a:gd name="T4" fmla="*/ 1 w 35"/>
                <a:gd name="T5" fmla="*/ 0 h 25"/>
                <a:gd name="T6" fmla="*/ 0 w 35"/>
                <a:gd name="T7" fmla="*/ 25 h 25"/>
                <a:gd name="T8" fmla="*/ 35 w 35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5">
                  <a:moveTo>
                    <a:pt x="35" y="25"/>
                  </a:moveTo>
                  <a:cubicBezTo>
                    <a:pt x="32" y="10"/>
                    <a:pt x="31" y="2"/>
                    <a:pt x="3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0"/>
                    <a:pt x="0" y="25"/>
                  </a:cubicBezTo>
                  <a:lnTo>
                    <a:pt x="35" y="25"/>
                  </a:lnTo>
                  <a:close/>
                </a:path>
              </a:pathLst>
            </a:custGeom>
            <a:solidFill>
              <a:srgbClr val="61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" name="Freeform 666">
              <a:extLst>
                <a:ext uri="{FF2B5EF4-FFF2-40B4-BE49-F238E27FC236}">
                  <a16:creationId xmlns:a16="http://schemas.microsoft.com/office/drawing/2014/main" id="{277D02C3-0FB1-41A8-9D4E-118FE1729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000" y="3576638"/>
              <a:ext cx="301625" cy="38100"/>
            </a:xfrm>
            <a:custGeom>
              <a:avLst/>
              <a:gdLst>
                <a:gd name="T0" fmla="*/ 0 w 80"/>
                <a:gd name="T1" fmla="*/ 0 h 10"/>
                <a:gd name="T2" fmla="*/ 1 w 80"/>
                <a:gd name="T3" fmla="*/ 6 h 10"/>
                <a:gd name="T4" fmla="*/ 79 w 80"/>
                <a:gd name="T5" fmla="*/ 7 h 10"/>
                <a:gd name="T6" fmla="*/ 78 w 80"/>
                <a:gd name="T7" fmla="*/ 5 h 10"/>
                <a:gd name="T8" fmla="*/ 77 w 80"/>
                <a:gd name="T9" fmla="*/ 2 h 10"/>
                <a:gd name="T10" fmla="*/ 0 w 8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10">
                  <a:moveTo>
                    <a:pt x="0" y="0"/>
                  </a:moveTo>
                  <a:cubicBezTo>
                    <a:pt x="0" y="3"/>
                    <a:pt x="1" y="5"/>
                    <a:pt x="1" y="6"/>
                  </a:cubicBezTo>
                  <a:cubicBezTo>
                    <a:pt x="1" y="6"/>
                    <a:pt x="74" y="10"/>
                    <a:pt x="79" y="7"/>
                  </a:cubicBezTo>
                  <a:cubicBezTo>
                    <a:pt x="80" y="7"/>
                    <a:pt x="79" y="6"/>
                    <a:pt x="78" y="5"/>
                  </a:cubicBezTo>
                  <a:cubicBezTo>
                    <a:pt x="78" y="4"/>
                    <a:pt x="78" y="3"/>
                    <a:pt x="77" y="2"/>
                  </a:cubicBezTo>
                  <a:cubicBezTo>
                    <a:pt x="65" y="2"/>
                    <a:pt x="19" y="3"/>
                    <a:pt x="0" y="0"/>
                  </a:cubicBezTo>
                  <a:close/>
                </a:path>
              </a:pathLst>
            </a:custGeom>
            <a:solidFill>
              <a:srgbClr val="515D6E"/>
            </a:solidFill>
            <a:ln w="14288" cap="flat">
              <a:solidFill>
                <a:srgbClr val="515D6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" name="Freeform 667">
              <a:extLst>
                <a:ext uri="{FF2B5EF4-FFF2-40B4-BE49-F238E27FC236}">
                  <a16:creationId xmlns:a16="http://schemas.microsoft.com/office/drawing/2014/main" id="{46E2AF5D-9446-40E1-ACDC-3513C2499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813" y="3521075"/>
              <a:ext cx="41275" cy="22225"/>
            </a:xfrm>
            <a:custGeom>
              <a:avLst/>
              <a:gdLst>
                <a:gd name="T0" fmla="*/ 1 w 11"/>
                <a:gd name="T1" fmla="*/ 5 h 6"/>
                <a:gd name="T2" fmla="*/ 11 w 11"/>
                <a:gd name="T3" fmla="*/ 2 h 6"/>
                <a:gd name="T4" fmla="*/ 11 w 11"/>
                <a:gd name="T5" fmla="*/ 3 h 6"/>
                <a:gd name="T6" fmla="*/ 6 w 11"/>
                <a:gd name="T7" fmla="*/ 3 h 6"/>
                <a:gd name="T8" fmla="*/ 3 w 11"/>
                <a:gd name="T9" fmla="*/ 6 h 6"/>
                <a:gd name="T10" fmla="*/ 1 w 11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1" y="5"/>
                  </a:moveTo>
                  <a:cubicBezTo>
                    <a:pt x="2" y="1"/>
                    <a:pt x="8" y="0"/>
                    <a:pt x="11" y="2"/>
                  </a:cubicBezTo>
                  <a:cubicBezTo>
                    <a:pt x="11" y="2"/>
                    <a:pt x="11" y="2"/>
                    <a:pt x="11" y="3"/>
                  </a:cubicBezTo>
                  <a:cubicBezTo>
                    <a:pt x="9" y="3"/>
                    <a:pt x="8" y="3"/>
                    <a:pt x="6" y="3"/>
                  </a:cubicBezTo>
                  <a:cubicBezTo>
                    <a:pt x="5" y="4"/>
                    <a:pt x="4" y="5"/>
                    <a:pt x="3" y="6"/>
                  </a:cubicBezTo>
                  <a:cubicBezTo>
                    <a:pt x="2" y="6"/>
                    <a:pt x="0" y="6"/>
                    <a:pt x="1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" name="Freeform 668">
              <a:extLst>
                <a:ext uri="{FF2B5EF4-FFF2-40B4-BE49-F238E27FC236}">
                  <a16:creationId xmlns:a16="http://schemas.microsoft.com/office/drawing/2014/main" id="{7CB3DFF9-1D21-46AD-8D9E-98B1E34E3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3713" y="3502025"/>
              <a:ext cx="49213" cy="26988"/>
            </a:xfrm>
            <a:custGeom>
              <a:avLst/>
              <a:gdLst>
                <a:gd name="T0" fmla="*/ 0 w 13"/>
                <a:gd name="T1" fmla="*/ 5 h 7"/>
                <a:gd name="T2" fmla="*/ 7 w 13"/>
                <a:gd name="T3" fmla="*/ 1 h 7"/>
                <a:gd name="T4" fmla="*/ 12 w 13"/>
                <a:gd name="T5" fmla="*/ 4 h 7"/>
                <a:gd name="T6" fmla="*/ 12 w 13"/>
                <a:gd name="T7" fmla="*/ 4 h 7"/>
                <a:gd name="T8" fmla="*/ 8 w 13"/>
                <a:gd name="T9" fmla="*/ 3 h 7"/>
                <a:gd name="T10" fmla="*/ 4 w 13"/>
                <a:gd name="T11" fmla="*/ 5 h 7"/>
                <a:gd name="T12" fmla="*/ 1 w 13"/>
                <a:gd name="T13" fmla="*/ 7 h 7"/>
                <a:gd name="T14" fmla="*/ 0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0" y="5"/>
                  </a:moveTo>
                  <a:cubicBezTo>
                    <a:pt x="1" y="3"/>
                    <a:pt x="4" y="1"/>
                    <a:pt x="7" y="1"/>
                  </a:cubicBezTo>
                  <a:cubicBezTo>
                    <a:pt x="9" y="0"/>
                    <a:pt x="13" y="1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4"/>
                    <a:pt x="9" y="3"/>
                    <a:pt x="8" y="3"/>
                  </a:cubicBezTo>
                  <a:cubicBezTo>
                    <a:pt x="7" y="3"/>
                    <a:pt x="5" y="4"/>
                    <a:pt x="4" y="5"/>
                  </a:cubicBezTo>
                  <a:cubicBezTo>
                    <a:pt x="3" y="6"/>
                    <a:pt x="3" y="7"/>
                    <a:pt x="1" y="7"/>
                  </a:cubicBezTo>
                  <a:cubicBezTo>
                    <a:pt x="0" y="7"/>
                    <a:pt x="0" y="6"/>
                    <a:pt x="0" y="5"/>
                  </a:cubicBezTo>
                  <a:close/>
                </a:path>
              </a:pathLst>
            </a:custGeom>
            <a:solidFill>
              <a:srgbClr val="515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" name="Freeform 669">
              <a:extLst>
                <a:ext uri="{FF2B5EF4-FFF2-40B4-BE49-F238E27FC236}">
                  <a16:creationId xmlns:a16="http://schemas.microsoft.com/office/drawing/2014/main" id="{73843CBF-0F34-4B15-B035-BB57C502B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3188" y="2284413"/>
              <a:ext cx="420688" cy="1187450"/>
            </a:xfrm>
            <a:custGeom>
              <a:avLst/>
              <a:gdLst>
                <a:gd name="T0" fmla="*/ 111 w 112"/>
                <a:gd name="T1" fmla="*/ 316 h 316"/>
                <a:gd name="T2" fmla="*/ 71 w 112"/>
                <a:gd name="T3" fmla="*/ 316 h 316"/>
                <a:gd name="T4" fmla="*/ 60 w 112"/>
                <a:gd name="T5" fmla="*/ 73 h 316"/>
                <a:gd name="T6" fmla="*/ 56 w 112"/>
                <a:gd name="T7" fmla="*/ 73 h 316"/>
                <a:gd name="T8" fmla="*/ 42 w 112"/>
                <a:gd name="T9" fmla="*/ 315 h 316"/>
                <a:gd name="T10" fmla="*/ 2 w 112"/>
                <a:gd name="T11" fmla="*/ 315 h 316"/>
                <a:gd name="T12" fmla="*/ 11 w 112"/>
                <a:gd name="T13" fmla="*/ 1 h 316"/>
                <a:gd name="T14" fmla="*/ 107 w 112"/>
                <a:gd name="T15" fmla="*/ 0 h 316"/>
                <a:gd name="T16" fmla="*/ 111 w 112"/>
                <a:gd name="T17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2" h="316">
                  <a:moveTo>
                    <a:pt x="111" y="316"/>
                  </a:moveTo>
                  <a:cubicBezTo>
                    <a:pt x="71" y="316"/>
                    <a:pt x="71" y="316"/>
                    <a:pt x="71" y="316"/>
                  </a:cubicBezTo>
                  <a:cubicBezTo>
                    <a:pt x="60" y="73"/>
                    <a:pt x="60" y="73"/>
                    <a:pt x="60" y="73"/>
                  </a:cubicBezTo>
                  <a:cubicBezTo>
                    <a:pt x="59" y="73"/>
                    <a:pt x="57" y="73"/>
                    <a:pt x="56" y="73"/>
                  </a:cubicBezTo>
                  <a:cubicBezTo>
                    <a:pt x="42" y="315"/>
                    <a:pt x="42" y="315"/>
                    <a:pt x="42" y="315"/>
                  </a:cubicBezTo>
                  <a:cubicBezTo>
                    <a:pt x="2" y="315"/>
                    <a:pt x="2" y="315"/>
                    <a:pt x="2" y="315"/>
                  </a:cubicBezTo>
                  <a:cubicBezTo>
                    <a:pt x="2" y="284"/>
                    <a:pt x="0" y="54"/>
                    <a:pt x="11" y="1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6" y="3"/>
                    <a:pt x="112" y="221"/>
                    <a:pt x="111" y="316"/>
                  </a:cubicBezTo>
                  <a:close/>
                </a:path>
              </a:pathLst>
            </a:custGeom>
            <a:solidFill>
              <a:srgbClr val="222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" name="Freeform 670">
              <a:extLst>
                <a:ext uri="{FF2B5EF4-FFF2-40B4-BE49-F238E27FC236}">
                  <a16:creationId xmlns:a16="http://schemas.microsoft.com/office/drawing/2014/main" id="{043896AD-45B0-4D3B-B626-6C5EDA2ED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1288" y="2289175"/>
              <a:ext cx="44450" cy="52388"/>
            </a:xfrm>
            <a:custGeom>
              <a:avLst/>
              <a:gdLst>
                <a:gd name="T0" fmla="*/ 11 w 12"/>
                <a:gd name="T1" fmla="*/ 14 h 14"/>
                <a:gd name="T2" fmla="*/ 0 w 12"/>
                <a:gd name="T3" fmla="*/ 14 h 14"/>
                <a:gd name="T4" fmla="*/ 1 w 12"/>
                <a:gd name="T5" fmla="*/ 0 h 14"/>
                <a:gd name="T6" fmla="*/ 12 w 12"/>
                <a:gd name="T7" fmla="*/ 0 h 14"/>
                <a:gd name="T8" fmla="*/ 11 w 12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4">
                  <a:moveTo>
                    <a:pt x="11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5"/>
                    <a:pt x="11" y="9"/>
                    <a:pt x="11" y="14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" name="Freeform 671">
              <a:extLst>
                <a:ext uri="{FF2B5EF4-FFF2-40B4-BE49-F238E27FC236}">
                  <a16:creationId xmlns:a16="http://schemas.microsoft.com/office/drawing/2014/main" id="{11BCF23C-FB25-4471-94CF-0C74BD54D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0663" y="2284413"/>
              <a:ext cx="187325" cy="60325"/>
            </a:xfrm>
            <a:custGeom>
              <a:avLst/>
              <a:gdLst>
                <a:gd name="T0" fmla="*/ 1 w 50"/>
                <a:gd name="T1" fmla="*/ 1 h 16"/>
                <a:gd name="T2" fmla="*/ 50 w 50"/>
                <a:gd name="T3" fmla="*/ 0 h 16"/>
                <a:gd name="T4" fmla="*/ 49 w 50"/>
                <a:gd name="T5" fmla="*/ 16 h 16"/>
                <a:gd name="T6" fmla="*/ 0 w 50"/>
                <a:gd name="T7" fmla="*/ 15 h 16"/>
                <a:gd name="T8" fmla="*/ 1 w 50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6">
                  <a:moveTo>
                    <a:pt x="1" y="1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6"/>
                    <a:pt x="49" y="11"/>
                    <a:pt x="49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1"/>
                    <a:pt x="1" y="6"/>
                    <a:pt x="1" y="1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" name="Freeform 672">
              <a:extLst>
                <a:ext uri="{FF2B5EF4-FFF2-40B4-BE49-F238E27FC236}">
                  <a16:creationId xmlns:a16="http://schemas.microsoft.com/office/drawing/2014/main" id="{AC21157A-1A62-41DB-AAC9-79F5F3FAF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088" y="2284413"/>
              <a:ext cx="58738" cy="60325"/>
            </a:xfrm>
            <a:custGeom>
              <a:avLst/>
              <a:gdLst>
                <a:gd name="T0" fmla="*/ 2 w 16"/>
                <a:gd name="T1" fmla="*/ 0 h 16"/>
                <a:gd name="T2" fmla="*/ 16 w 16"/>
                <a:gd name="T3" fmla="*/ 0 h 16"/>
                <a:gd name="T4" fmla="*/ 16 w 16"/>
                <a:gd name="T5" fmla="*/ 16 h 16"/>
                <a:gd name="T6" fmla="*/ 0 w 16"/>
                <a:gd name="T7" fmla="*/ 16 h 16"/>
                <a:gd name="T8" fmla="*/ 2 w 1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1"/>
                    <a:pt x="2" y="6"/>
                    <a:pt x="2" y="0"/>
                  </a:cubicBezTo>
                  <a:close/>
                </a:path>
              </a:pathLst>
            </a:custGeom>
            <a:solidFill>
              <a:srgbClr val="8C4C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" name="Rectangle 673">
              <a:extLst>
                <a:ext uri="{FF2B5EF4-FFF2-40B4-BE49-F238E27FC236}">
                  <a16:creationId xmlns:a16="http://schemas.microsoft.com/office/drawing/2014/main" id="{F23E313E-CD41-4BA5-9478-DF5CD8C05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7175" y="2251075"/>
              <a:ext cx="109538" cy="82550"/>
            </a:xfrm>
            <a:prstGeom prst="rect">
              <a:avLst/>
            </a:prstGeom>
            <a:solidFill>
              <a:srgbClr val="C28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" name="Freeform 674">
              <a:extLst>
                <a:ext uri="{FF2B5EF4-FFF2-40B4-BE49-F238E27FC236}">
                  <a16:creationId xmlns:a16="http://schemas.microsoft.com/office/drawing/2014/main" id="{37AF2234-19C4-4655-B58F-D59E52464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4163" y="1898650"/>
              <a:ext cx="173038" cy="296863"/>
            </a:xfrm>
            <a:custGeom>
              <a:avLst/>
              <a:gdLst>
                <a:gd name="T0" fmla="*/ 0 w 109"/>
                <a:gd name="T1" fmla="*/ 12 h 187"/>
                <a:gd name="T2" fmla="*/ 7 w 109"/>
                <a:gd name="T3" fmla="*/ 7 h 187"/>
                <a:gd name="T4" fmla="*/ 19 w 109"/>
                <a:gd name="T5" fmla="*/ 0 h 187"/>
                <a:gd name="T6" fmla="*/ 33 w 109"/>
                <a:gd name="T7" fmla="*/ 30 h 187"/>
                <a:gd name="T8" fmla="*/ 35 w 109"/>
                <a:gd name="T9" fmla="*/ 35 h 187"/>
                <a:gd name="T10" fmla="*/ 109 w 109"/>
                <a:gd name="T11" fmla="*/ 177 h 187"/>
                <a:gd name="T12" fmla="*/ 94 w 109"/>
                <a:gd name="T13" fmla="*/ 184 h 187"/>
                <a:gd name="T14" fmla="*/ 90 w 109"/>
                <a:gd name="T15" fmla="*/ 187 h 187"/>
                <a:gd name="T16" fmla="*/ 16 w 109"/>
                <a:gd name="T17" fmla="*/ 47 h 187"/>
                <a:gd name="T18" fmla="*/ 14 w 109"/>
                <a:gd name="T19" fmla="*/ 40 h 187"/>
                <a:gd name="T20" fmla="*/ 0 w 109"/>
                <a:gd name="T21" fmla="*/ 1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" h="187">
                  <a:moveTo>
                    <a:pt x="0" y="12"/>
                  </a:moveTo>
                  <a:lnTo>
                    <a:pt x="7" y="7"/>
                  </a:lnTo>
                  <a:lnTo>
                    <a:pt x="19" y="0"/>
                  </a:lnTo>
                  <a:lnTo>
                    <a:pt x="33" y="30"/>
                  </a:lnTo>
                  <a:lnTo>
                    <a:pt x="35" y="35"/>
                  </a:lnTo>
                  <a:lnTo>
                    <a:pt x="109" y="177"/>
                  </a:lnTo>
                  <a:lnTo>
                    <a:pt x="94" y="184"/>
                  </a:lnTo>
                  <a:lnTo>
                    <a:pt x="90" y="187"/>
                  </a:lnTo>
                  <a:lnTo>
                    <a:pt x="16" y="47"/>
                  </a:lnTo>
                  <a:lnTo>
                    <a:pt x="14" y="4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2431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" name="Freeform 675">
              <a:extLst>
                <a:ext uri="{FF2B5EF4-FFF2-40B4-BE49-F238E27FC236}">
                  <a16:creationId xmlns:a16="http://schemas.microsoft.com/office/drawing/2014/main" id="{5E4897BB-BFAE-4955-ACCA-89BF05DBD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7038" y="2179638"/>
              <a:ext cx="36513" cy="46038"/>
            </a:xfrm>
            <a:custGeom>
              <a:avLst/>
              <a:gdLst>
                <a:gd name="T0" fmla="*/ 0 w 23"/>
                <a:gd name="T1" fmla="*/ 10 h 29"/>
                <a:gd name="T2" fmla="*/ 4 w 23"/>
                <a:gd name="T3" fmla="*/ 7 h 29"/>
                <a:gd name="T4" fmla="*/ 19 w 23"/>
                <a:gd name="T5" fmla="*/ 0 h 29"/>
                <a:gd name="T6" fmla="*/ 19 w 23"/>
                <a:gd name="T7" fmla="*/ 14 h 29"/>
                <a:gd name="T8" fmla="*/ 23 w 23"/>
                <a:gd name="T9" fmla="*/ 29 h 29"/>
                <a:gd name="T10" fmla="*/ 12 w 23"/>
                <a:gd name="T11" fmla="*/ 19 h 29"/>
                <a:gd name="T12" fmla="*/ 9 w 23"/>
                <a:gd name="T13" fmla="*/ 19 h 29"/>
                <a:gd name="T14" fmla="*/ 0 w 23"/>
                <a:gd name="T15" fmla="*/ 1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29">
                  <a:moveTo>
                    <a:pt x="0" y="10"/>
                  </a:moveTo>
                  <a:lnTo>
                    <a:pt x="4" y="7"/>
                  </a:lnTo>
                  <a:lnTo>
                    <a:pt x="19" y="0"/>
                  </a:lnTo>
                  <a:lnTo>
                    <a:pt x="19" y="14"/>
                  </a:lnTo>
                  <a:lnTo>
                    <a:pt x="23" y="29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4B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" name="Freeform 676">
              <a:extLst>
                <a:ext uri="{FF2B5EF4-FFF2-40B4-BE49-F238E27FC236}">
                  <a16:creationId xmlns:a16="http://schemas.microsoft.com/office/drawing/2014/main" id="{5C7B64D3-3A2C-4A3B-A757-D5D35FA17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1325" y="2201863"/>
              <a:ext cx="22225" cy="23813"/>
            </a:xfrm>
            <a:custGeom>
              <a:avLst/>
              <a:gdLst>
                <a:gd name="T0" fmla="*/ 0 w 6"/>
                <a:gd name="T1" fmla="*/ 2 h 6"/>
                <a:gd name="T2" fmla="*/ 0 w 6"/>
                <a:gd name="T3" fmla="*/ 1 h 6"/>
                <a:gd name="T4" fmla="*/ 4 w 6"/>
                <a:gd name="T5" fmla="*/ 0 h 6"/>
                <a:gd name="T6" fmla="*/ 6 w 6"/>
                <a:gd name="T7" fmla="*/ 6 h 6"/>
                <a:gd name="T8" fmla="*/ 1 w 6"/>
                <a:gd name="T9" fmla="*/ 2 h 6"/>
                <a:gd name="T10" fmla="*/ 0 w 6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0" y="2"/>
                  </a:moveTo>
                  <a:cubicBezTo>
                    <a:pt x="0" y="2"/>
                    <a:pt x="0" y="1"/>
                    <a:pt x="0" y="1"/>
                  </a:cubicBezTo>
                  <a:cubicBezTo>
                    <a:pt x="2" y="1"/>
                    <a:pt x="3" y="0"/>
                    <a:pt x="4" y="0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" y="2"/>
                    <a:pt x="1" y="2"/>
                    <a:pt x="1" y="2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2431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3" name="Freeform 677">
              <a:extLst>
                <a:ext uri="{FF2B5EF4-FFF2-40B4-BE49-F238E27FC236}">
                  <a16:creationId xmlns:a16="http://schemas.microsoft.com/office/drawing/2014/main" id="{BB495E4C-5A4D-4290-A753-04EB470D6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3313" y="1714500"/>
              <a:ext cx="469900" cy="522288"/>
            </a:xfrm>
            <a:custGeom>
              <a:avLst/>
              <a:gdLst>
                <a:gd name="T0" fmla="*/ 63 w 125"/>
                <a:gd name="T1" fmla="*/ 0 h 139"/>
                <a:gd name="T2" fmla="*/ 1 w 125"/>
                <a:gd name="T3" fmla="*/ 101 h 139"/>
                <a:gd name="T4" fmla="*/ 125 w 125"/>
                <a:gd name="T5" fmla="*/ 129 h 139"/>
                <a:gd name="T6" fmla="*/ 123 w 125"/>
                <a:gd name="T7" fmla="*/ 102 h 139"/>
                <a:gd name="T8" fmla="*/ 49 w 125"/>
                <a:gd name="T9" fmla="*/ 87 h 139"/>
                <a:gd name="T10" fmla="*/ 75 w 125"/>
                <a:gd name="T11" fmla="*/ 40 h 139"/>
                <a:gd name="T12" fmla="*/ 63 w 125"/>
                <a:gd name="T1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39">
                  <a:moveTo>
                    <a:pt x="63" y="0"/>
                  </a:moveTo>
                  <a:cubicBezTo>
                    <a:pt x="63" y="0"/>
                    <a:pt x="2" y="72"/>
                    <a:pt x="1" y="101"/>
                  </a:cubicBezTo>
                  <a:cubicBezTo>
                    <a:pt x="0" y="130"/>
                    <a:pt x="86" y="139"/>
                    <a:pt x="125" y="129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2"/>
                    <a:pt x="49" y="91"/>
                    <a:pt x="49" y="87"/>
                  </a:cubicBezTo>
                  <a:cubicBezTo>
                    <a:pt x="49" y="83"/>
                    <a:pt x="76" y="52"/>
                    <a:pt x="75" y="40"/>
                  </a:cubicBezTo>
                  <a:cubicBezTo>
                    <a:pt x="73" y="29"/>
                    <a:pt x="63" y="0"/>
                    <a:pt x="63" y="0"/>
                  </a:cubicBezTo>
                  <a:close/>
                </a:path>
              </a:pathLst>
            </a:custGeom>
            <a:solidFill>
              <a:srgbClr val="F5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4" name="Freeform 678">
              <a:extLst>
                <a:ext uri="{FF2B5EF4-FFF2-40B4-BE49-F238E27FC236}">
                  <a16:creationId xmlns:a16="http://schemas.microsoft.com/office/drawing/2014/main" id="{CFB75BA2-9C67-4026-816A-E7C493162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063" y="2052638"/>
              <a:ext cx="214313" cy="153988"/>
            </a:xfrm>
            <a:custGeom>
              <a:avLst/>
              <a:gdLst>
                <a:gd name="T0" fmla="*/ 50 w 57"/>
                <a:gd name="T1" fmla="*/ 20 h 41"/>
                <a:gd name="T2" fmla="*/ 48 w 57"/>
                <a:gd name="T3" fmla="*/ 17 h 41"/>
                <a:gd name="T4" fmla="*/ 48 w 57"/>
                <a:gd name="T5" fmla="*/ 16 h 41"/>
                <a:gd name="T6" fmla="*/ 34 w 57"/>
                <a:gd name="T7" fmla="*/ 1 h 41"/>
                <a:gd name="T8" fmla="*/ 23 w 57"/>
                <a:gd name="T9" fmla="*/ 8 h 41"/>
                <a:gd name="T10" fmla="*/ 8 w 57"/>
                <a:gd name="T11" fmla="*/ 22 h 41"/>
                <a:gd name="T12" fmla="*/ 11 w 57"/>
                <a:gd name="T13" fmla="*/ 39 h 41"/>
                <a:gd name="T14" fmla="*/ 30 w 57"/>
                <a:gd name="T15" fmla="*/ 38 h 41"/>
                <a:gd name="T16" fmla="*/ 55 w 57"/>
                <a:gd name="T17" fmla="*/ 29 h 41"/>
                <a:gd name="T18" fmla="*/ 57 w 57"/>
                <a:gd name="T19" fmla="*/ 28 h 41"/>
                <a:gd name="T20" fmla="*/ 50 w 57"/>
                <a:gd name="T21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50" y="20"/>
                  </a:moveTo>
                  <a:cubicBezTo>
                    <a:pt x="50" y="19"/>
                    <a:pt x="49" y="18"/>
                    <a:pt x="48" y="17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8"/>
                    <a:pt x="43" y="0"/>
                    <a:pt x="34" y="1"/>
                  </a:cubicBezTo>
                  <a:cubicBezTo>
                    <a:pt x="30" y="1"/>
                    <a:pt x="26" y="5"/>
                    <a:pt x="23" y="8"/>
                  </a:cubicBezTo>
                  <a:cubicBezTo>
                    <a:pt x="18" y="12"/>
                    <a:pt x="13" y="17"/>
                    <a:pt x="8" y="22"/>
                  </a:cubicBezTo>
                  <a:cubicBezTo>
                    <a:pt x="0" y="25"/>
                    <a:pt x="2" y="36"/>
                    <a:pt x="11" y="39"/>
                  </a:cubicBezTo>
                  <a:cubicBezTo>
                    <a:pt x="18" y="41"/>
                    <a:pt x="24" y="40"/>
                    <a:pt x="30" y="38"/>
                  </a:cubicBezTo>
                  <a:cubicBezTo>
                    <a:pt x="39" y="35"/>
                    <a:pt x="45" y="28"/>
                    <a:pt x="55" y="29"/>
                  </a:cubicBezTo>
                  <a:cubicBezTo>
                    <a:pt x="56" y="30"/>
                    <a:pt x="57" y="29"/>
                    <a:pt x="57" y="28"/>
                  </a:cubicBezTo>
                  <a:cubicBezTo>
                    <a:pt x="56" y="23"/>
                    <a:pt x="54" y="21"/>
                    <a:pt x="50" y="20"/>
                  </a:cubicBezTo>
                  <a:close/>
                </a:path>
              </a:pathLst>
            </a:custGeom>
            <a:solidFill>
              <a:srgbClr val="F0A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" name="Freeform 679">
              <a:extLst>
                <a:ext uri="{FF2B5EF4-FFF2-40B4-BE49-F238E27FC236}">
                  <a16:creationId xmlns:a16="http://schemas.microsoft.com/office/drawing/2014/main" id="{89025F26-FBB3-4B47-9001-8CE16B9E5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8313" y="1835150"/>
              <a:ext cx="288925" cy="190500"/>
            </a:xfrm>
            <a:custGeom>
              <a:avLst/>
              <a:gdLst>
                <a:gd name="T0" fmla="*/ 38 w 77"/>
                <a:gd name="T1" fmla="*/ 7 h 51"/>
                <a:gd name="T2" fmla="*/ 0 w 77"/>
                <a:gd name="T3" fmla="*/ 46 h 51"/>
                <a:gd name="T4" fmla="*/ 70 w 77"/>
                <a:gd name="T5" fmla="*/ 51 h 51"/>
                <a:gd name="T6" fmla="*/ 77 w 77"/>
                <a:gd name="T7" fmla="*/ 18 h 51"/>
                <a:gd name="T8" fmla="*/ 38 w 77"/>
                <a:gd name="T9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51">
                  <a:moveTo>
                    <a:pt x="38" y="7"/>
                  </a:moveTo>
                  <a:cubicBezTo>
                    <a:pt x="38" y="7"/>
                    <a:pt x="15" y="0"/>
                    <a:pt x="0" y="46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77" y="18"/>
                    <a:pt x="77" y="18"/>
                    <a:pt x="77" y="18"/>
                  </a:cubicBezTo>
                  <a:cubicBezTo>
                    <a:pt x="77" y="18"/>
                    <a:pt x="60" y="3"/>
                    <a:pt x="38" y="7"/>
                  </a:cubicBezTo>
                  <a:close/>
                </a:path>
              </a:pathLst>
            </a:custGeom>
            <a:solidFill>
              <a:srgbClr val="AB96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" name="Freeform 680">
              <a:extLst>
                <a:ext uri="{FF2B5EF4-FFF2-40B4-BE49-F238E27FC236}">
                  <a16:creationId xmlns:a16="http://schemas.microsoft.com/office/drawing/2014/main" id="{A1CD0FB1-0839-4310-9FE5-69D4E5D74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3713" y="1970088"/>
              <a:ext cx="236538" cy="36513"/>
            </a:xfrm>
            <a:custGeom>
              <a:avLst/>
              <a:gdLst>
                <a:gd name="T0" fmla="*/ 63 w 63"/>
                <a:gd name="T1" fmla="*/ 10 h 10"/>
                <a:gd name="T2" fmla="*/ 0 w 63"/>
                <a:gd name="T3" fmla="*/ 9 h 10"/>
                <a:gd name="T4" fmla="*/ 2 w 63"/>
                <a:gd name="T5" fmla="*/ 6 h 10"/>
                <a:gd name="T6" fmla="*/ 25 w 63"/>
                <a:gd name="T7" fmla="*/ 1 h 10"/>
                <a:gd name="T8" fmla="*/ 35 w 63"/>
                <a:gd name="T9" fmla="*/ 0 h 10"/>
                <a:gd name="T10" fmla="*/ 44 w 63"/>
                <a:gd name="T11" fmla="*/ 1 h 10"/>
                <a:gd name="T12" fmla="*/ 62 w 63"/>
                <a:gd name="T13" fmla="*/ 7 h 10"/>
                <a:gd name="T14" fmla="*/ 63 w 63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10">
                  <a:moveTo>
                    <a:pt x="63" y="1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7"/>
                    <a:pt x="1" y="7"/>
                    <a:pt x="2" y="6"/>
                  </a:cubicBezTo>
                  <a:cubicBezTo>
                    <a:pt x="7" y="2"/>
                    <a:pt x="15" y="1"/>
                    <a:pt x="25" y="1"/>
                  </a:cubicBezTo>
                  <a:cubicBezTo>
                    <a:pt x="28" y="0"/>
                    <a:pt x="31" y="0"/>
                    <a:pt x="35" y="0"/>
                  </a:cubicBezTo>
                  <a:cubicBezTo>
                    <a:pt x="38" y="0"/>
                    <a:pt x="41" y="1"/>
                    <a:pt x="44" y="1"/>
                  </a:cubicBezTo>
                  <a:cubicBezTo>
                    <a:pt x="53" y="1"/>
                    <a:pt x="60" y="3"/>
                    <a:pt x="62" y="7"/>
                  </a:cubicBezTo>
                  <a:cubicBezTo>
                    <a:pt x="63" y="8"/>
                    <a:pt x="63" y="8"/>
                    <a:pt x="63" y="10"/>
                  </a:cubicBezTo>
                  <a:close/>
                </a:path>
              </a:pathLst>
            </a:custGeom>
            <a:solidFill>
              <a:srgbClr val="BCC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" name="Freeform 681">
              <a:extLst>
                <a:ext uri="{FF2B5EF4-FFF2-40B4-BE49-F238E27FC236}">
                  <a16:creationId xmlns:a16="http://schemas.microsoft.com/office/drawing/2014/main" id="{7A2207AF-2171-481A-9546-9029ED63B2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96263" y="1912938"/>
              <a:ext cx="101600" cy="93663"/>
            </a:xfrm>
            <a:custGeom>
              <a:avLst/>
              <a:gdLst>
                <a:gd name="T0" fmla="*/ 25 w 27"/>
                <a:gd name="T1" fmla="*/ 4 h 25"/>
                <a:gd name="T2" fmla="*/ 21 w 27"/>
                <a:gd name="T3" fmla="*/ 0 h 25"/>
                <a:gd name="T4" fmla="*/ 15 w 27"/>
                <a:gd name="T5" fmla="*/ 0 h 25"/>
                <a:gd name="T6" fmla="*/ 8 w 27"/>
                <a:gd name="T7" fmla="*/ 4 h 25"/>
                <a:gd name="T8" fmla="*/ 7 w 27"/>
                <a:gd name="T9" fmla="*/ 4 h 25"/>
                <a:gd name="T10" fmla="*/ 0 w 27"/>
                <a:gd name="T11" fmla="*/ 25 h 25"/>
                <a:gd name="T12" fmla="*/ 19 w 27"/>
                <a:gd name="T13" fmla="*/ 25 h 25"/>
                <a:gd name="T14" fmla="*/ 27 w 27"/>
                <a:gd name="T15" fmla="*/ 4 h 25"/>
                <a:gd name="T16" fmla="*/ 25 w 27"/>
                <a:gd name="T17" fmla="*/ 4 h 25"/>
                <a:gd name="T18" fmla="*/ 16 w 27"/>
                <a:gd name="T19" fmla="*/ 4 h 25"/>
                <a:gd name="T20" fmla="*/ 19 w 27"/>
                <a:gd name="T21" fmla="*/ 8 h 25"/>
                <a:gd name="T22" fmla="*/ 14 w 27"/>
                <a:gd name="T23" fmla="*/ 12 h 25"/>
                <a:gd name="T24" fmla="*/ 11 w 27"/>
                <a:gd name="T25" fmla="*/ 8 h 25"/>
                <a:gd name="T26" fmla="*/ 16 w 27"/>
                <a:gd name="T2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25">
                  <a:moveTo>
                    <a:pt x="25" y="4"/>
                  </a:moveTo>
                  <a:cubicBezTo>
                    <a:pt x="22" y="4"/>
                    <a:pt x="21" y="2"/>
                    <a:pt x="21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2"/>
                    <a:pt x="11" y="4"/>
                    <a:pt x="8" y="4"/>
                  </a:cubicBezTo>
                  <a:cubicBezTo>
                    <a:pt x="7" y="4"/>
                    <a:pt x="8" y="4"/>
                    <a:pt x="7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6" y="4"/>
                    <a:pt x="25" y="4"/>
                  </a:cubicBezTo>
                  <a:close/>
                  <a:moveTo>
                    <a:pt x="16" y="4"/>
                  </a:moveTo>
                  <a:cubicBezTo>
                    <a:pt x="19" y="5"/>
                    <a:pt x="20" y="6"/>
                    <a:pt x="19" y="8"/>
                  </a:cubicBezTo>
                  <a:cubicBezTo>
                    <a:pt x="19" y="10"/>
                    <a:pt x="16" y="12"/>
                    <a:pt x="14" y="12"/>
                  </a:cubicBezTo>
                  <a:cubicBezTo>
                    <a:pt x="12" y="12"/>
                    <a:pt x="10" y="10"/>
                    <a:pt x="11" y="8"/>
                  </a:cubicBezTo>
                  <a:cubicBezTo>
                    <a:pt x="12" y="6"/>
                    <a:pt x="14" y="4"/>
                    <a:pt x="16" y="4"/>
                  </a:cubicBezTo>
                  <a:close/>
                </a:path>
              </a:pathLst>
            </a:custGeom>
            <a:solidFill>
              <a:srgbClr val="BCC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" name="Freeform 682">
              <a:extLst>
                <a:ext uri="{FF2B5EF4-FFF2-40B4-BE49-F238E27FC236}">
                  <a16:creationId xmlns:a16="http://schemas.microsoft.com/office/drawing/2014/main" id="{E41F4F7B-EAFD-42DA-8930-DC2964E14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3713" y="1995488"/>
              <a:ext cx="236538" cy="11113"/>
            </a:xfrm>
            <a:custGeom>
              <a:avLst/>
              <a:gdLst>
                <a:gd name="T0" fmla="*/ 63 w 63"/>
                <a:gd name="T1" fmla="*/ 3 h 3"/>
                <a:gd name="T2" fmla="*/ 0 w 63"/>
                <a:gd name="T3" fmla="*/ 2 h 3"/>
                <a:gd name="T4" fmla="*/ 2 w 63"/>
                <a:gd name="T5" fmla="*/ 0 h 3"/>
                <a:gd name="T6" fmla="*/ 62 w 63"/>
                <a:gd name="T7" fmla="*/ 1 h 3"/>
                <a:gd name="T8" fmla="*/ 63 w 63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3">
                  <a:moveTo>
                    <a:pt x="63" y="3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1"/>
                    <a:pt x="63" y="1"/>
                    <a:pt x="63" y="3"/>
                  </a:cubicBezTo>
                  <a:close/>
                </a:path>
              </a:pathLst>
            </a:custGeom>
            <a:solidFill>
              <a:srgbClr val="A9AC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" name="Freeform 683">
              <a:extLst>
                <a:ext uri="{FF2B5EF4-FFF2-40B4-BE49-F238E27FC236}">
                  <a16:creationId xmlns:a16="http://schemas.microsoft.com/office/drawing/2014/main" id="{685F1B5A-CF5A-4E86-AD8D-D87305AB7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438" y="1976438"/>
              <a:ext cx="465138" cy="417513"/>
            </a:xfrm>
            <a:custGeom>
              <a:avLst/>
              <a:gdLst>
                <a:gd name="T0" fmla="*/ 88 w 124"/>
                <a:gd name="T1" fmla="*/ 104 h 111"/>
                <a:gd name="T2" fmla="*/ 84 w 124"/>
                <a:gd name="T3" fmla="*/ 107 h 111"/>
                <a:gd name="T4" fmla="*/ 2 w 124"/>
                <a:gd name="T5" fmla="*/ 111 h 111"/>
                <a:gd name="T6" fmla="*/ 0 w 124"/>
                <a:gd name="T7" fmla="*/ 108 h 111"/>
                <a:gd name="T8" fmla="*/ 31 w 124"/>
                <a:gd name="T9" fmla="*/ 3 h 111"/>
                <a:gd name="T10" fmla="*/ 35 w 124"/>
                <a:gd name="T11" fmla="*/ 0 h 111"/>
                <a:gd name="T12" fmla="*/ 122 w 124"/>
                <a:gd name="T13" fmla="*/ 1 h 111"/>
                <a:gd name="T14" fmla="*/ 124 w 124"/>
                <a:gd name="T15" fmla="*/ 5 h 111"/>
                <a:gd name="T16" fmla="*/ 88 w 124"/>
                <a:gd name="T17" fmla="*/ 10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4" h="111">
                  <a:moveTo>
                    <a:pt x="88" y="104"/>
                  </a:moveTo>
                  <a:cubicBezTo>
                    <a:pt x="88" y="106"/>
                    <a:pt x="86" y="107"/>
                    <a:pt x="84" y="107"/>
                  </a:cubicBezTo>
                  <a:cubicBezTo>
                    <a:pt x="2" y="111"/>
                    <a:pt x="2" y="111"/>
                    <a:pt x="2" y="111"/>
                  </a:cubicBezTo>
                  <a:cubicBezTo>
                    <a:pt x="0" y="111"/>
                    <a:pt x="0" y="110"/>
                    <a:pt x="0" y="108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1"/>
                    <a:pt x="33" y="0"/>
                    <a:pt x="35" y="0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4" y="1"/>
                    <a:pt x="124" y="3"/>
                    <a:pt x="124" y="5"/>
                  </a:cubicBezTo>
                  <a:lnTo>
                    <a:pt x="88" y="104"/>
                  </a:lnTo>
                  <a:close/>
                </a:path>
              </a:pathLst>
            </a:custGeom>
            <a:solidFill>
              <a:srgbClr val="91A8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" name="Freeform 684">
              <a:extLst>
                <a:ext uri="{FF2B5EF4-FFF2-40B4-BE49-F238E27FC236}">
                  <a16:creationId xmlns:a16="http://schemas.microsoft.com/office/drawing/2014/main" id="{AD69D779-2A8F-4DBA-9B9B-4D8677B00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0075" y="1841500"/>
              <a:ext cx="300038" cy="150813"/>
            </a:xfrm>
            <a:custGeom>
              <a:avLst/>
              <a:gdLst>
                <a:gd name="T0" fmla="*/ 80 w 80"/>
                <a:gd name="T1" fmla="*/ 37 h 40"/>
                <a:gd name="T2" fmla="*/ 22 w 80"/>
                <a:gd name="T3" fmla="*/ 40 h 40"/>
                <a:gd name="T4" fmla="*/ 3 w 80"/>
                <a:gd name="T5" fmla="*/ 5 h 40"/>
                <a:gd name="T6" fmla="*/ 0 w 80"/>
                <a:gd name="T7" fmla="*/ 4 h 40"/>
                <a:gd name="T8" fmla="*/ 68 w 80"/>
                <a:gd name="T9" fmla="*/ 3 h 40"/>
                <a:gd name="T10" fmla="*/ 80 w 80"/>
                <a:gd name="T11" fmla="*/ 3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40">
                  <a:moveTo>
                    <a:pt x="80" y="37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22" y="40"/>
                    <a:pt x="16" y="15"/>
                    <a:pt x="3" y="5"/>
                  </a:cubicBezTo>
                  <a:cubicBezTo>
                    <a:pt x="2" y="5"/>
                    <a:pt x="1" y="4"/>
                    <a:pt x="0" y="4"/>
                  </a:cubicBezTo>
                  <a:cubicBezTo>
                    <a:pt x="32" y="2"/>
                    <a:pt x="63" y="0"/>
                    <a:pt x="68" y="3"/>
                  </a:cubicBezTo>
                  <a:cubicBezTo>
                    <a:pt x="77" y="9"/>
                    <a:pt x="80" y="37"/>
                    <a:pt x="80" y="37"/>
                  </a:cubicBezTo>
                  <a:close/>
                </a:path>
              </a:pathLst>
            </a:custGeom>
            <a:solidFill>
              <a:srgbClr val="EDDB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" name="Freeform 685">
              <a:extLst>
                <a:ext uri="{FF2B5EF4-FFF2-40B4-BE49-F238E27FC236}">
                  <a16:creationId xmlns:a16="http://schemas.microsoft.com/office/drawing/2014/main" id="{1A9AFEF2-BED6-4361-BEA3-642B32ECC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3413" y="2124075"/>
              <a:ext cx="134938" cy="149225"/>
            </a:xfrm>
            <a:custGeom>
              <a:avLst/>
              <a:gdLst>
                <a:gd name="T0" fmla="*/ 30 w 36"/>
                <a:gd name="T1" fmla="*/ 6 h 40"/>
                <a:gd name="T2" fmla="*/ 25 w 36"/>
                <a:gd name="T3" fmla="*/ 1 h 40"/>
                <a:gd name="T4" fmla="*/ 17 w 36"/>
                <a:gd name="T5" fmla="*/ 2 h 40"/>
                <a:gd name="T6" fmla="*/ 22 w 36"/>
                <a:gd name="T7" fmla="*/ 8 h 40"/>
                <a:gd name="T8" fmla="*/ 6 w 36"/>
                <a:gd name="T9" fmla="*/ 13 h 40"/>
                <a:gd name="T10" fmla="*/ 17 w 36"/>
                <a:gd name="T11" fmla="*/ 27 h 40"/>
                <a:gd name="T12" fmla="*/ 22 w 36"/>
                <a:gd name="T13" fmla="*/ 33 h 40"/>
                <a:gd name="T14" fmla="*/ 30 w 36"/>
                <a:gd name="T15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40">
                  <a:moveTo>
                    <a:pt x="30" y="6"/>
                  </a:moveTo>
                  <a:cubicBezTo>
                    <a:pt x="29" y="4"/>
                    <a:pt x="27" y="2"/>
                    <a:pt x="25" y="1"/>
                  </a:cubicBezTo>
                  <a:cubicBezTo>
                    <a:pt x="22" y="0"/>
                    <a:pt x="19" y="0"/>
                    <a:pt x="17" y="2"/>
                  </a:cubicBezTo>
                  <a:cubicBezTo>
                    <a:pt x="11" y="6"/>
                    <a:pt x="19" y="7"/>
                    <a:pt x="22" y="8"/>
                  </a:cubicBezTo>
                  <a:cubicBezTo>
                    <a:pt x="18" y="7"/>
                    <a:pt x="7" y="8"/>
                    <a:pt x="6" y="13"/>
                  </a:cubicBezTo>
                  <a:cubicBezTo>
                    <a:pt x="4" y="19"/>
                    <a:pt x="13" y="25"/>
                    <a:pt x="17" y="27"/>
                  </a:cubicBezTo>
                  <a:cubicBezTo>
                    <a:pt x="0" y="27"/>
                    <a:pt x="13" y="40"/>
                    <a:pt x="22" y="33"/>
                  </a:cubicBezTo>
                  <a:cubicBezTo>
                    <a:pt x="28" y="27"/>
                    <a:pt x="36" y="13"/>
                    <a:pt x="30" y="6"/>
                  </a:cubicBezTo>
                  <a:close/>
                </a:path>
              </a:pathLst>
            </a:custGeom>
            <a:solidFill>
              <a:srgbClr val="F5A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214519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roup 844">
            <a:extLst>
              <a:ext uri="{FF2B5EF4-FFF2-40B4-BE49-F238E27FC236}">
                <a16:creationId xmlns:a16="http://schemas.microsoft.com/office/drawing/2014/main" id="{BC563975-E0C1-4142-A52B-27F061AE9B3A}"/>
              </a:ext>
            </a:extLst>
          </p:cNvPr>
          <p:cNvGrpSpPr/>
          <p:nvPr/>
        </p:nvGrpSpPr>
        <p:grpSpPr>
          <a:xfrm>
            <a:off x="6669" y="225268"/>
            <a:ext cx="3348038" cy="2446337"/>
            <a:chOff x="1192213" y="315913"/>
            <a:chExt cx="3348038" cy="2446337"/>
          </a:xfrm>
        </p:grpSpPr>
        <p:sp>
          <p:nvSpPr>
            <p:cNvPr id="705" name="Freeform 17">
              <a:extLst>
                <a:ext uri="{FF2B5EF4-FFF2-40B4-BE49-F238E27FC236}">
                  <a16:creationId xmlns:a16="http://schemas.microsoft.com/office/drawing/2014/main" id="{02EBE3D8-A05C-4100-967E-13D333F4D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688" y="788988"/>
              <a:ext cx="482600" cy="1536700"/>
            </a:xfrm>
            <a:custGeom>
              <a:avLst/>
              <a:gdLst>
                <a:gd name="T0" fmla="*/ 159 w 276"/>
                <a:gd name="T1" fmla="*/ 196 h 880"/>
                <a:gd name="T2" fmla="*/ 127 w 276"/>
                <a:gd name="T3" fmla="*/ 93 h 880"/>
                <a:gd name="T4" fmla="*/ 167 w 276"/>
                <a:gd name="T5" fmla="*/ 9 h 880"/>
                <a:gd name="T6" fmla="*/ 227 w 276"/>
                <a:gd name="T7" fmla="*/ 29 h 880"/>
                <a:gd name="T8" fmla="*/ 246 w 276"/>
                <a:gd name="T9" fmla="*/ 146 h 880"/>
                <a:gd name="T10" fmla="*/ 227 w 276"/>
                <a:gd name="T11" fmla="*/ 827 h 880"/>
                <a:gd name="T12" fmla="*/ 216 w 276"/>
                <a:gd name="T13" fmla="*/ 879 h 880"/>
                <a:gd name="T14" fmla="*/ 196 w 276"/>
                <a:gd name="T15" fmla="*/ 867 h 880"/>
                <a:gd name="T16" fmla="*/ 44 w 276"/>
                <a:gd name="T17" fmla="*/ 729 h 880"/>
                <a:gd name="T18" fmla="*/ 159 w 276"/>
                <a:gd name="T19" fmla="*/ 196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6" h="880">
                  <a:moveTo>
                    <a:pt x="159" y="196"/>
                  </a:moveTo>
                  <a:cubicBezTo>
                    <a:pt x="154" y="164"/>
                    <a:pt x="126" y="126"/>
                    <a:pt x="127" y="93"/>
                  </a:cubicBezTo>
                  <a:cubicBezTo>
                    <a:pt x="127" y="60"/>
                    <a:pt x="124" y="20"/>
                    <a:pt x="167" y="9"/>
                  </a:cubicBezTo>
                  <a:cubicBezTo>
                    <a:pt x="193" y="2"/>
                    <a:pt x="212" y="0"/>
                    <a:pt x="227" y="29"/>
                  </a:cubicBezTo>
                  <a:cubicBezTo>
                    <a:pt x="243" y="58"/>
                    <a:pt x="241" y="109"/>
                    <a:pt x="246" y="146"/>
                  </a:cubicBezTo>
                  <a:cubicBezTo>
                    <a:pt x="276" y="372"/>
                    <a:pt x="262" y="603"/>
                    <a:pt x="227" y="827"/>
                  </a:cubicBezTo>
                  <a:cubicBezTo>
                    <a:pt x="224" y="848"/>
                    <a:pt x="229" y="878"/>
                    <a:pt x="216" y="879"/>
                  </a:cubicBezTo>
                  <a:cubicBezTo>
                    <a:pt x="209" y="880"/>
                    <a:pt x="202" y="874"/>
                    <a:pt x="196" y="867"/>
                  </a:cubicBezTo>
                  <a:cubicBezTo>
                    <a:pt x="126" y="780"/>
                    <a:pt x="0" y="834"/>
                    <a:pt x="44" y="729"/>
                  </a:cubicBezTo>
                  <a:cubicBezTo>
                    <a:pt x="122" y="543"/>
                    <a:pt x="181" y="315"/>
                    <a:pt x="159" y="196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6" name="Freeform 18">
              <a:extLst>
                <a:ext uri="{FF2B5EF4-FFF2-40B4-BE49-F238E27FC236}">
                  <a16:creationId xmlns:a16="http://schemas.microsoft.com/office/drawing/2014/main" id="{678C6767-4A89-4EA4-BB0E-348D2D679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488" y="1968500"/>
              <a:ext cx="815975" cy="211138"/>
            </a:xfrm>
            <a:custGeom>
              <a:avLst/>
              <a:gdLst>
                <a:gd name="T0" fmla="*/ 283 w 467"/>
                <a:gd name="T1" fmla="*/ 4 h 121"/>
                <a:gd name="T2" fmla="*/ 458 w 467"/>
                <a:gd name="T3" fmla="*/ 74 h 121"/>
                <a:gd name="T4" fmla="*/ 389 w 467"/>
                <a:gd name="T5" fmla="*/ 84 h 121"/>
                <a:gd name="T6" fmla="*/ 272 w 467"/>
                <a:gd name="T7" fmla="*/ 116 h 121"/>
                <a:gd name="T8" fmla="*/ 227 w 467"/>
                <a:gd name="T9" fmla="*/ 119 h 121"/>
                <a:gd name="T10" fmla="*/ 178 w 467"/>
                <a:gd name="T11" fmla="*/ 107 h 121"/>
                <a:gd name="T12" fmla="*/ 84 w 467"/>
                <a:gd name="T13" fmla="*/ 75 h 121"/>
                <a:gd name="T14" fmla="*/ 45 w 467"/>
                <a:gd name="T15" fmla="*/ 54 h 121"/>
                <a:gd name="T16" fmla="*/ 130 w 467"/>
                <a:gd name="T17" fmla="*/ 14 h 121"/>
                <a:gd name="T18" fmla="*/ 283 w 467"/>
                <a:gd name="T19" fmla="*/ 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7" h="121">
                  <a:moveTo>
                    <a:pt x="283" y="4"/>
                  </a:moveTo>
                  <a:cubicBezTo>
                    <a:pt x="376" y="12"/>
                    <a:pt x="467" y="57"/>
                    <a:pt x="458" y="74"/>
                  </a:cubicBezTo>
                  <a:cubicBezTo>
                    <a:pt x="454" y="82"/>
                    <a:pt x="398" y="81"/>
                    <a:pt x="389" y="84"/>
                  </a:cubicBezTo>
                  <a:cubicBezTo>
                    <a:pt x="351" y="98"/>
                    <a:pt x="312" y="109"/>
                    <a:pt x="272" y="116"/>
                  </a:cubicBezTo>
                  <a:cubicBezTo>
                    <a:pt x="257" y="118"/>
                    <a:pt x="242" y="121"/>
                    <a:pt x="227" y="119"/>
                  </a:cubicBezTo>
                  <a:cubicBezTo>
                    <a:pt x="210" y="118"/>
                    <a:pt x="194" y="113"/>
                    <a:pt x="178" y="107"/>
                  </a:cubicBezTo>
                  <a:cubicBezTo>
                    <a:pt x="147" y="97"/>
                    <a:pt x="115" y="86"/>
                    <a:pt x="84" y="75"/>
                  </a:cubicBezTo>
                  <a:cubicBezTo>
                    <a:pt x="70" y="71"/>
                    <a:pt x="55" y="65"/>
                    <a:pt x="45" y="54"/>
                  </a:cubicBezTo>
                  <a:cubicBezTo>
                    <a:pt x="0" y="4"/>
                    <a:pt x="108" y="15"/>
                    <a:pt x="130" y="14"/>
                  </a:cubicBezTo>
                  <a:cubicBezTo>
                    <a:pt x="181" y="12"/>
                    <a:pt x="232" y="0"/>
                    <a:pt x="283" y="4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7" name="Freeform 19">
              <a:extLst>
                <a:ext uri="{FF2B5EF4-FFF2-40B4-BE49-F238E27FC236}">
                  <a16:creationId xmlns:a16="http://schemas.microsoft.com/office/drawing/2014/main" id="{5D74F10A-2E9A-4CEE-97B2-B3A906C82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501" y="830263"/>
              <a:ext cx="328613" cy="871538"/>
            </a:xfrm>
            <a:custGeom>
              <a:avLst/>
              <a:gdLst>
                <a:gd name="T0" fmla="*/ 64 w 188"/>
                <a:gd name="T1" fmla="*/ 111 h 499"/>
                <a:gd name="T2" fmla="*/ 54 w 188"/>
                <a:gd name="T3" fmla="*/ 56 h 499"/>
                <a:gd name="T4" fmla="*/ 80 w 188"/>
                <a:gd name="T5" fmla="*/ 10 h 499"/>
                <a:gd name="T6" fmla="*/ 137 w 188"/>
                <a:gd name="T7" fmla="*/ 27 h 499"/>
                <a:gd name="T8" fmla="*/ 161 w 188"/>
                <a:gd name="T9" fmla="*/ 86 h 499"/>
                <a:gd name="T10" fmla="*/ 154 w 188"/>
                <a:gd name="T11" fmla="*/ 472 h 499"/>
                <a:gd name="T12" fmla="*/ 134 w 188"/>
                <a:gd name="T13" fmla="*/ 499 h 499"/>
                <a:gd name="T14" fmla="*/ 116 w 188"/>
                <a:gd name="T15" fmla="*/ 492 h 499"/>
                <a:gd name="T16" fmla="*/ 31 w 188"/>
                <a:gd name="T17" fmla="*/ 394 h 499"/>
                <a:gd name="T18" fmla="*/ 64 w 188"/>
                <a:gd name="T19" fmla="*/ 111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8" h="499">
                  <a:moveTo>
                    <a:pt x="64" y="111"/>
                  </a:moveTo>
                  <a:cubicBezTo>
                    <a:pt x="59" y="93"/>
                    <a:pt x="53" y="75"/>
                    <a:pt x="54" y="56"/>
                  </a:cubicBezTo>
                  <a:cubicBezTo>
                    <a:pt x="54" y="37"/>
                    <a:pt x="63" y="18"/>
                    <a:pt x="80" y="10"/>
                  </a:cubicBezTo>
                  <a:cubicBezTo>
                    <a:pt x="99" y="0"/>
                    <a:pt x="123" y="10"/>
                    <a:pt x="137" y="27"/>
                  </a:cubicBezTo>
                  <a:cubicBezTo>
                    <a:pt x="151" y="43"/>
                    <a:pt x="157" y="65"/>
                    <a:pt x="161" y="86"/>
                  </a:cubicBezTo>
                  <a:cubicBezTo>
                    <a:pt x="188" y="213"/>
                    <a:pt x="186" y="346"/>
                    <a:pt x="154" y="472"/>
                  </a:cubicBezTo>
                  <a:cubicBezTo>
                    <a:pt x="151" y="484"/>
                    <a:pt x="146" y="498"/>
                    <a:pt x="134" y="499"/>
                  </a:cubicBezTo>
                  <a:cubicBezTo>
                    <a:pt x="127" y="499"/>
                    <a:pt x="121" y="496"/>
                    <a:pt x="116" y="492"/>
                  </a:cubicBezTo>
                  <a:cubicBezTo>
                    <a:pt x="53" y="443"/>
                    <a:pt x="0" y="455"/>
                    <a:pt x="31" y="394"/>
                  </a:cubicBezTo>
                  <a:cubicBezTo>
                    <a:pt x="76" y="306"/>
                    <a:pt x="83" y="177"/>
                    <a:pt x="64" y="111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8" name="Freeform 20">
              <a:extLst>
                <a:ext uri="{FF2B5EF4-FFF2-40B4-BE49-F238E27FC236}">
                  <a16:creationId xmlns:a16="http://schemas.microsoft.com/office/drawing/2014/main" id="{792C730C-764C-4C6B-95CC-3E3863EE4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213" y="590550"/>
              <a:ext cx="3214688" cy="525463"/>
            </a:xfrm>
            <a:custGeom>
              <a:avLst/>
              <a:gdLst>
                <a:gd name="T0" fmla="*/ 142 w 1840"/>
                <a:gd name="T1" fmla="*/ 200 h 301"/>
                <a:gd name="T2" fmla="*/ 918 w 1840"/>
                <a:gd name="T3" fmla="*/ 187 h 301"/>
                <a:gd name="T4" fmla="*/ 1223 w 1840"/>
                <a:gd name="T5" fmla="*/ 161 h 301"/>
                <a:gd name="T6" fmla="*/ 1532 w 1840"/>
                <a:gd name="T7" fmla="*/ 38 h 301"/>
                <a:gd name="T8" fmla="*/ 1596 w 1840"/>
                <a:gd name="T9" fmla="*/ 6 h 301"/>
                <a:gd name="T10" fmla="*/ 1662 w 1840"/>
                <a:gd name="T11" fmla="*/ 23 h 301"/>
                <a:gd name="T12" fmla="*/ 1458 w 1840"/>
                <a:gd name="T13" fmla="*/ 156 h 301"/>
                <a:gd name="T14" fmla="*/ 1771 w 1840"/>
                <a:gd name="T15" fmla="*/ 132 h 301"/>
                <a:gd name="T16" fmla="*/ 1816 w 1840"/>
                <a:gd name="T17" fmla="*/ 136 h 301"/>
                <a:gd name="T18" fmla="*/ 1834 w 1840"/>
                <a:gd name="T19" fmla="*/ 173 h 301"/>
                <a:gd name="T20" fmla="*/ 1793 w 1840"/>
                <a:gd name="T21" fmla="*/ 194 h 301"/>
                <a:gd name="T22" fmla="*/ 962 w 1840"/>
                <a:gd name="T23" fmla="*/ 283 h 301"/>
                <a:gd name="T24" fmla="*/ 725 w 1840"/>
                <a:gd name="T25" fmla="*/ 300 h 301"/>
                <a:gd name="T26" fmla="*/ 402 w 1840"/>
                <a:gd name="T27" fmla="*/ 280 h 301"/>
                <a:gd name="T28" fmla="*/ 8 w 1840"/>
                <a:gd name="T29" fmla="*/ 285 h 301"/>
                <a:gd name="T30" fmla="*/ 11 w 1840"/>
                <a:gd name="T31" fmla="*/ 230 h 301"/>
                <a:gd name="T32" fmla="*/ 31 w 1840"/>
                <a:gd name="T33" fmla="*/ 201 h 301"/>
                <a:gd name="T34" fmla="*/ 142 w 1840"/>
                <a:gd name="T35" fmla="*/ 20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40" h="301">
                  <a:moveTo>
                    <a:pt x="142" y="200"/>
                  </a:moveTo>
                  <a:cubicBezTo>
                    <a:pt x="401" y="197"/>
                    <a:pt x="660" y="194"/>
                    <a:pt x="918" y="187"/>
                  </a:cubicBezTo>
                  <a:cubicBezTo>
                    <a:pt x="1020" y="185"/>
                    <a:pt x="1123" y="181"/>
                    <a:pt x="1223" y="161"/>
                  </a:cubicBezTo>
                  <a:cubicBezTo>
                    <a:pt x="1332" y="139"/>
                    <a:pt x="1438" y="98"/>
                    <a:pt x="1532" y="38"/>
                  </a:cubicBezTo>
                  <a:cubicBezTo>
                    <a:pt x="1552" y="25"/>
                    <a:pt x="1573" y="12"/>
                    <a:pt x="1596" y="6"/>
                  </a:cubicBezTo>
                  <a:cubicBezTo>
                    <a:pt x="1620" y="0"/>
                    <a:pt x="1647" y="5"/>
                    <a:pt x="1662" y="23"/>
                  </a:cubicBezTo>
                  <a:cubicBezTo>
                    <a:pt x="1594" y="68"/>
                    <a:pt x="1526" y="112"/>
                    <a:pt x="1458" y="156"/>
                  </a:cubicBezTo>
                  <a:cubicBezTo>
                    <a:pt x="1562" y="148"/>
                    <a:pt x="1667" y="140"/>
                    <a:pt x="1771" y="132"/>
                  </a:cubicBezTo>
                  <a:cubicBezTo>
                    <a:pt x="1786" y="131"/>
                    <a:pt x="1802" y="130"/>
                    <a:pt x="1816" y="136"/>
                  </a:cubicBezTo>
                  <a:cubicBezTo>
                    <a:pt x="1830" y="143"/>
                    <a:pt x="1840" y="159"/>
                    <a:pt x="1834" y="173"/>
                  </a:cubicBezTo>
                  <a:cubicBezTo>
                    <a:pt x="1829" y="188"/>
                    <a:pt x="1809" y="192"/>
                    <a:pt x="1793" y="194"/>
                  </a:cubicBezTo>
                  <a:cubicBezTo>
                    <a:pt x="1516" y="224"/>
                    <a:pt x="1239" y="253"/>
                    <a:pt x="962" y="283"/>
                  </a:cubicBezTo>
                  <a:cubicBezTo>
                    <a:pt x="883" y="292"/>
                    <a:pt x="804" y="300"/>
                    <a:pt x="725" y="300"/>
                  </a:cubicBezTo>
                  <a:cubicBezTo>
                    <a:pt x="617" y="301"/>
                    <a:pt x="510" y="286"/>
                    <a:pt x="402" y="280"/>
                  </a:cubicBezTo>
                  <a:cubicBezTo>
                    <a:pt x="271" y="273"/>
                    <a:pt x="139" y="279"/>
                    <a:pt x="8" y="285"/>
                  </a:cubicBezTo>
                  <a:cubicBezTo>
                    <a:pt x="11" y="268"/>
                    <a:pt x="7" y="247"/>
                    <a:pt x="11" y="230"/>
                  </a:cubicBezTo>
                  <a:cubicBezTo>
                    <a:pt x="19" y="199"/>
                    <a:pt x="0" y="213"/>
                    <a:pt x="31" y="201"/>
                  </a:cubicBezTo>
                  <a:cubicBezTo>
                    <a:pt x="59" y="190"/>
                    <a:pt x="112" y="200"/>
                    <a:pt x="142" y="200"/>
                  </a:cubicBezTo>
                </a:path>
              </a:pathLst>
            </a:custGeom>
            <a:solidFill>
              <a:srgbClr val="AF7C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9" name="Freeform 21">
              <a:extLst>
                <a:ext uri="{FF2B5EF4-FFF2-40B4-BE49-F238E27FC236}">
                  <a16:creationId xmlns:a16="http://schemas.microsoft.com/office/drawing/2014/main" id="{FE77F7FF-C9ED-43FC-A4C0-3D3D574D0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733425"/>
              <a:ext cx="1801813" cy="2028825"/>
            </a:xfrm>
            <a:custGeom>
              <a:avLst/>
              <a:gdLst>
                <a:gd name="T0" fmla="*/ 181 w 1032"/>
                <a:gd name="T1" fmla="*/ 715 h 1162"/>
                <a:gd name="T2" fmla="*/ 262 w 1032"/>
                <a:gd name="T3" fmla="*/ 131 h 1162"/>
                <a:gd name="T4" fmla="*/ 352 w 1032"/>
                <a:gd name="T5" fmla="*/ 124 h 1162"/>
                <a:gd name="T6" fmla="*/ 307 w 1032"/>
                <a:gd name="T7" fmla="*/ 754 h 1162"/>
                <a:gd name="T8" fmla="*/ 809 w 1032"/>
                <a:gd name="T9" fmla="*/ 525 h 1162"/>
                <a:gd name="T10" fmla="*/ 750 w 1032"/>
                <a:gd name="T11" fmla="*/ 88 h 1162"/>
                <a:gd name="T12" fmla="*/ 841 w 1032"/>
                <a:gd name="T13" fmla="*/ 69 h 1162"/>
                <a:gd name="T14" fmla="*/ 801 w 1032"/>
                <a:gd name="T15" fmla="*/ 979 h 1162"/>
                <a:gd name="T16" fmla="*/ 181 w 1032"/>
                <a:gd name="T17" fmla="*/ 715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2" h="1162">
                  <a:moveTo>
                    <a:pt x="181" y="715"/>
                  </a:moveTo>
                  <a:cubicBezTo>
                    <a:pt x="181" y="715"/>
                    <a:pt x="363" y="447"/>
                    <a:pt x="262" y="131"/>
                  </a:cubicBezTo>
                  <a:cubicBezTo>
                    <a:pt x="239" y="56"/>
                    <a:pt x="318" y="11"/>
                    <a:pt x="352" y="124"/>
                  </a:cubicBezTo>
                  <a:cubicBezTo>
                    <a:pt x="453" y="460"/>
                    <a:pt x="340" y="701"/>
                    <a:pt x="307" y="754"/>
                  </a:cubicBezTo>
                  <a:cubicBezTo>
                    <a:pt x="307" y="754"/>
                    <a:pt x="792" y="911"/>
                    <a:pt x="809" y="525"/>
                  </a:cubicBezTo>
                  <a:cubicBezTo>
                    <a:pt x="817" y="348"/>
                    <a:pt x="772" y="179"/>
                    <a:pt x="750" y="88"/>
                  </a:cubicBezTo>
                  <a:cubicBezTo>
                    <a:pt x="729" y="0"/>
                    <a:pt x="825" y="3"/>
                    <a:pt x="841" y="69"/>
                  </a:cubicBezTo>
                  <a:cubicBezTo>
                    <a:pt x="862" y="153"/>
                    <a:pt x="1032" y="692"/>
                    <a:pt x="801" y="979"/>
                  </a:cubicBezTo>
                  <a:cubicBezTo>
                    <a:pt x="653" y="1162"/>
                    <a:pt x="0" y="1145"/>
                    <a:pt x="181" y="715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0" name="Freeform 22">
              <a:extLst>
                <a:ext uri="{FF2B5EF4-FFF2-40B4-BE49-F238E27FC236}">
                  <a16:creationId xmlns:a16="http://schemas.microsoft.com/office/drawing/2014/main" id="{E0B5FF3A-8724-4FF2-8BBF-2D69F8668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588" y="1409700"/>
              <a:ext cx="1089025" cy="1131888"/>
            </a:xfrm>
            <a:custGeom>
              <a:avLst/>
              <a:gdLst>
                <a:gd name="T0" fmla="*/ 384 w 624"/>
                <a:gd name="T1" fmla="*/ 38 h 648"/>
                <a:gd name="T2" fmla="*/ 585 w 624"/>
                <a:gd name="T3" fmla="*/ 392 h 648"/>
                <a:gd name="T4" fmla="*/ 240 w 624"/>
                <a:gd name="T5" fmla="*/ 611 h 648"/>
                <a:gd name="T6" fmla="*/ 39 w 624"/>
                <a:gd name="T7" fmla="*/ 256 h 648"/>
                <a:gd name="T8" fmla="*/ 384 w 624"/>
                <a:gd name="T9" fmla="*/ 38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648">
                  <a:moveTo>
                    <a:pt x="384" y="38"/>
                  </a:moveTo>
                  <a:cubicBezTo>
                    <a:pt x="534" y="75"/>
                    <a:pt x="624" y="234"/>
                    <a:pt x="585" y="392"/>
                  </a:cubicBezTo>
                  <a:cubicBezTo>
                    <a:pt x="545" y="551"/>
                    <a:pt x="391" y="648"/>
                    <a:pt x="240" y="611"/>
                  </a:cubicBezTo>
                  <a:cubicBezTo>
                    <a:pt x="90" y="573"/>
                    <a:pt x="0" y="414"/>
                    <a:pt x="39" y="256"/>
                  </a:cubicBezTo>
                  <a:cubicBezTo>
                    <a:pt x="79" y="98"/>
                    <a:pt x="233" y="0"/>
                    <a:pt x="384" y="38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1" name="Freeform 23">
              <a:extLst>
                <a:ext uri="{FF2B5EF4-FFF2-40B4-BE49-F238E27FC236}">
                  <a16:creationId xmlns:a16="http://schemas.microsoft.com/office/drawing/2014/main" id="{E9241276-8183-4AAA-9FA2-20C81D842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838" y="1517650"/>
              <a:ext cx="955675" cy="942975"/>
            </a:xfrm>
            <a:custGeom>
              <a:avLst/>
              <a:gdLst>
                <a:gd name="T0" fmla="*/ 347 w 547"/>
                <a:gd name="T1" fmla="*/ 31 h 540"/>
                <a:gd name="T2" fmla="*/ 514 w 547"/>
                <a:gd name="T3" fmla="*/ 327 h 540"/>
                <a:gd name="T4" fmla="*/ 228 w 547"/>
                <a:gd name="T5" fmla="*/ 508 h 540"/>
                <a:gd name="T6" fmla="*/ 129 w 547"/>
                <a:gd name="T7" fmla="*/ 230 h 540"/>
                <a:gd name="T8" fmla="*/ 347 w 547"/>
                <a:gd name="T9" fmla="*/ 31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7" h="540">
                  <a:moveTo>
                    <a:pt x="347" y="31"/>
                  </a:moveTo>
                  <a:cubicBezTo>
                    <a:pt x="472" y="63"/>
                    <a:pt x="547" y="195"/>
                    <a:pt x="514" y="327"/>
                  </a:cubicBezTo>
                  <a:cubicBezTo>
                    <a:pt x="481" y="458"/>
                    <a:pt x="353" y="540"/>
                    <a:pt x="228" y="508"/>
                  </a:cubicBezTo>
                  <a:cubicBezTo>
                    <a:pt x="102" y="477"/>
                    <a:pt x="0" y="314"/>
                    <a:pt x="129" y="230"/>
                  </a:cubicBezTo>
                  <a:cubicBezTo>
                    <a:pt x="59" y="85"/>
                    <a:pt x="222" y="0"/>
                    <a:pt x="347" y="3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2" name="Freeform 24">
              <a:extLst>
                <a:ext uri="{FF2B5EF4-FFF2-40B4-BE49-F238E27FC236}">
                  <a16:creationId xmlns:a16="http://schemas.microsoft.com/office/drawing/2014/main" id="{946A94BA-2004-4EBD-A71A-F4DEC3E49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476" y="2024063"/>
              <a:ext cx="257175" cy="401638"/>
            </a:xfrm>
            <a:custGeom>
              <a:avLst/>
              <a:gdLst>
                <a:gd name="T0" fmla="*/ 108 w 147"/>
                <a:gd name="T1" fmla="*/ 44 h 230"/>
                <a:gd name="T2" fmla="*/ 136 w 147"/>
                <a:gd name="T3" fmla="*/ 206 h 230"/>
                <a:gd name="T4" fmla="*/ 147 w 147"/>
                <a:gd name="T5" fmla="*/ 230 h 230"/>
                <a:gd name="T6" fmla="*/ 66 w 147"/>
                <a:gd name="T7" fmla="*/ 196 h 230"/>
                <a:gd name="T8" fmla="*/ 6 w 147"/>
                <a:gd name="T9" fmla="*/ 100 h 230"/>
                <a:gd name="T10" fmla="*/ 10 w 147"/>
                <a:gd name="T11" fmla="*/ 37 h 230"/>
                <a:gd name="T12" fmla="*/ 108 w 147"/>
                <a:gd name="T13" fmla="*/ 44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" h="230">
                  <a:moveTo>
                    <a:pt x="108" y="44"/>
                  </a:moveTo>
                  <a:cubicBezTo>
                    <a:pt x="119" y="78"/>
                    <a:pt x="102" y="152"/>
                    <a:pt x="136" y="206"/>
                  </a:cubicBezTo>
                  <a:cubicBezTo>
                    <a:pt x="144" y="220"/>
                    <a:pt x="131" y="229"/>
                    <a:pt x="147" y="230"/>
                  </a:cubicBezTo>
                  <a:cubicBezTo>
                    <a:pt x="109" y="225"/>
                    <a:pt x="97" y="219"/>
                    <a:pt x="66" y="196"/>
                  </a:cubicBezTo>
                  <a:cubicBezTo>
                    <a:pt x="29" y="167"/>
                    <a:pt x="10" y="116"/>
                    <a:pt x="6" y="100"/>
                  </a:cubicBezTo>
                  <a:cubicBezTo>
                    <a:pt x="0" y="72"/>
                    <a:pt x="6" y="46"/>
                    <a:pt x="10" y="37"/>
                  </a:cubicBezTo>
                  <a:cubicBezTo>
                    <a:pt x="27" y="1"/>
                    <a:pt x="94" y="0"/>
                    <a:pt x="108" y="44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3" name="Freeform 25">
              <a:extLst>
                <a:ext uri="{FF2B5EF4-FFF2-40B4-BE49-F238E27FC236}">
                  <a16:creationId xmlns:a16="http://schemas.microsoft.com/office/drawing/2014/main" id="{C6119240-3FFE-4C93-8451-F47B77D01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976" y="1868488"/>
              <a:ext cx="211138" cy="333375"/>
            </a:xfrm>
            <a:custGeom>
              <a:avLst/>
              <a:gdLst>
                <a:gd name="T0" fmla="*/ 78 w 121"/>
                <a:gd name="T1" fmla="*/ 6 h 191"/>
                <a:gd name="T2" fmla="*/ 109 w 121"/>
                <a:gd name="T3" fmla="*/ 109 h 191"/>
                <a:gd name="T4" fmla="*/ 33 w 121"/>
                <a:gd name="T5" fmla="*/ 185 h 191"/>
                <a:gd name="T6" fmla="*/ 13 w 121"/>
                <a:gd name="T7" fmla="*/ 85 h 191"/>
                <a:gd name="T8" fmla="*/ 78 w 121"/>
                <a:gd name="T9" fmla="*/ 6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91">
                  <a:moveTo>
                    <a:pt x="78" y="6"/>
                  </a:moveTo>
                  <a:cubicBezTo>
                    <a:pt x="101" y="12"/>
                    <a:pt x="121" y="60"/>
                    <a:pt x="109" y="109"/>
                  </a:cubicBezTo>
                  <a:cubicBezTo>
                    <a:pt x="97" y="158"/>
                    <a:pt x="57" y="191"/>
                    <a:pt x="33" y="185"/>
                  </a:cubicBezTo>
                  <a:cubicBezTo>
                    <a:pt x="9" y="179"/>
                    <a:pt x="0" y="134"/>
                    <a:pt x="13" y="85"/>
                  </a:cubicBezTo>
                  <a:cubicBezTo>
                    <a:pt x="25" y="36"/>
                    <a:pt x="54" y="0"/>
                    <a:pt x="78" y="6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4" name="Freeform 26">
              <a:extLst>
                <a:ext uri="{FF2B5EF4-FFF2-40B4-BE49-F238E27FC236}">
                  <a16:creationId xmlns:a16="http://schemas.microsoft.com/office/drawing/2014/main" id="{A44A35FA-BD17-4146-9F43-62C496BA0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326" y="1655763"/>
              <a:ext cx="376238" cy="336550"/>
            </a:xfrm>
            <a:custGeom>
              <a:avLst/>
              <a:gdLst>
                <a:gd name="T0" fmla="*/ 92 w 215"/>
                <a:gd name="T1" fmla="*/ 160 h 193"/>
                <a:gd name="T2" fmla="*/ 192 w 215"/>
                <a:gd name="T3" fmla="*/ 31 h 193"/>
                <a:gd name="T4" fmla="*/ 215 w 215"/>
                <a:gd name="T5" fmla="*/ 21 h 193"/>
                <a:gd name="T6" fmla="*/ 126 w 215"/>
                <a:gd name="T7" fmla="*/ 7 h 193"/>
                <a:gd name="T8" fmla="*/ 28 w 215"/>
                <a:gd name="T9" fmla="*/ 63 h 193"/>
                <a:gd name="T10" fmla="*/ 2 w 215"/>
                <a:gd name="T11" fmla="*/ 121 h 193"/>
                <a:gd name="T12" fmla="*/ 92 w 215"/>
                <a:gd name="T13" fmla="*/ 16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5" h="193">
                  <a:moveTo>
                    <a:pt x="92" y="160"/>
                  </a:moveTo>
                  <a:cubicBezTo>
                    <a:pt x="117" y="135"/>
                    <a:pt x="137" y="63"/>
                    <a:pt x="192" y="31"/>
                  </a:cubicBezTo>
                  <a:cubicBezTo>
                    <a:pt x="206" y="22"/>
                    <a:pt x="201" y="14"/>
                    <a:pt x="215" y="21"/>
                  </a:cubicBezTo>
                  <a:cubicBezTo>
                    <a:pt x="179" y="7"/>
                    <a:pt x="164" y="0"/>
                    <a:pt x="126" y="7"/>
                  </a:cubicBezTo>
                  <a:cubicBezTo>
                    <a:pt x="80" y="14"/>
                    <a:pt x="39" y="51"/>
                    <a:pt x="28" y="63"/>
                  </a:cubicBezTo>
                  <a:cubicBezTo>
                    <a:pt x="9" y="85"/>
                    <a:pt x="2" y="110"/>
                    <a:pt x="2" y="121"/>
                  </a:cubicBezTo>
                  <a:cubicBezTo>
                    <a:pt x="0" y="160"/>
                    <a:pt x="59" y="193"/>
                    <a:pt x="92" y="160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5" name="Freeform 27">
              <a:extLst>
                <a:ext uri="{FF2B5EF4-FFF2-40B4-BE49-F238E27FC236}">
                  <a16:creationId xmlns:a16="http://schemas.microsoft.com/office/drawing/2014/main" id="{79F2168B-07B1-48D3-88DC-127014314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251" y="1935163"/>
              <a:ext cx="112713" cy="257175"/>
            </a:xfrm>
            <a:custGeom>
              <a:avLst/>
              <a:gdLst>
                <a:gd name="T0" fmla="*/ 0 w 65"/>
                <a:gd name="T1" fmla="*/ 147 h 147"/>
                <a:gd name="T2" fmla="*/ 36 w 65"/>
                <a:gd name="T3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" h="147">
                  <a:moveTo>
                    <a:pt x="0" y="147"/>
                  </a:moveTo>
                  <a:cubicBezTo>
                    <a:pt x="0" y="147"/>
                    <a:pt x="65" y="94"/>
                    <a:pt x="36" y="0"/>
                  </a:cubicBezTo>
                </a:path>
              </a:pathLst>
            </a:custGeom>
            <a:noFill/>
            <a:ln w="14288" cap="rnd">
              <a:solidFill>
                <a:srgbClr val="835C3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6" name="Freeform 28">
              <a:extLst>
                <a:ext uri="{FF2B5EF4-FFF2-40B4-BE49-F238E27FC236}">
                  <a16:creationId xmlns:a16="http://schemas.microsoft.com/office/drawing/2014/main" id="{5FD0C020-DB62-4D27-9E05-FB9C3023D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751" y="1749425"/>
              <a:ext cx="85725" cy="158750"/>
            </a:xfrm>
            <a:custGeom>
              <a:avLst/>
              <a:gdLst>
                <a:gd name="T0" fmla="*/ 0 w 49"/>
                <a:gd name="T1" fmla="*/ 91 h 91"/>
                <a:gd name="T2" fmla="*/ 49 w 49"/>
                <a:gd name="T3" fmla="*/ 0 h 91"/>
                <a:gd name="T4" fmla="*/ 0 w 49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91">
                  <a:moveTo>
                    <a:pt x="0" y="91"/>
                  </a:moveTo>
                  <a:cubicBezTo>
                    <a:pt x="0" y="91"/>
                    <a:pt x="39" y="70"/>
                    <a:pt x="49" y="0"/>
                  </a:cubicBezTo>
                  <a:lnTo>
                    <a:pt x="0" y="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7" name="Freeform 29">
              <a:extLst>
                <a:ext uri="{FF2B5EF4-FFF2-40B4-BE49-F238E27FC236}">
                  <a16:creationId xmlns:a16="http://schemas.microsoft.com/office/drawing/2014/main" id="{392844D4-84DF-4B56-8FD5-FA1C3F452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126" y="2097088"/>
              <a:ext cx="42863" cy="180975"/>
            </a:xfrm>
            <a:custGeom>
              <a:avLst/>
              <a:gdLst>
                <a:gd name="T0" fmla="*/ 0 w 24"/>
                <a:gd name="T1" fmla="*/ 0 h 103"/>
                <a:gd name="T2" fmla="*/ 0 w 24"/>
                <a:gd name="T3" fmla="*/ 103 h 103"/>
                <a:gd name="T4" fmla="*/ 0 w 24"/>
                <a:gd name="T5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103">
                  <a:moveTo>
                    <a:pt x="0" y="0"/>
                  </a:moveTo>
                  <a:cubicBezTo>
                    <a:pt x="0" y="0"/>
                    <a:pt x="24" y="36"/>
                    <a:pt x="0" y="1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8" name="Freeform 30">
              <a:extLst>
                <a:ext uri="{FF2B5EF4-FFF2-40B4-BE49-F238E27FC236}">
                  <a16:creationId xmlns:a16="http://schemas.microsoft.com/office/drawing/2014/main" id="{72F0CB78-AB46-4A1F-AA19-020C92A54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076" y="1673225"/>
              <a:ext cx="287338" cy="265113"/>
            </a:xfrm>
            <a:custGeom>
              <a:avLst/>
              <a:gdLst>
                <a:gd name="T0" fmla="*/ 161 w 181"/>
                <a:gd name="T1" fmla="*/ 167 h 167"/>
                <a:gd name="T2" fmla="*/ 64 w 181"/>
                <a:gd name="T3" fmla="*/ 163 h 167"/>
                <a:gd name="T4" fmla="*/ 129 w 181"/>
                <a:gd name="T5" fmla="*/ 134 h 167"/>
                <a:gd name="T6" fmla="*/ 0 w 181"/>
                <a:gd name="T7" fmla="*/ 77 h 167"/>
                <a:gd name="T8" fmla="*/ 140 w 181"/>
                <a:gd name="T9" fmla="*/ 89 h 167"/>
                <a:gd name="T10" fmla="*/ 71 w 181"/>
                <a:gd name="T11" fmla="*/ 0 h 167"/>
                <a:gd name="T12" fmla="*/ 181 w 181"/>
                <a:gd name="T13" fmla="*/ 86 h 167"/>
                <a:gd name="T14" fmla="*/ 161 w 181"/>
                <a:gd name="T15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1" h="167">
                  <a:moveTo>
                    <a:pt x="161" y="167"/>
                  </a:moveTo>
                  <a:lnTo>
                    <a:pt x="64" y="163"/>
                  </a:lnTo>
                  <a:lnTo>
                    <a:pt x="129" y="134"/>
                  </a:lnTo>
                  <a:lnTo>
                    <a:pt x="0" y="77"/>
                  </a:lnTo>
                  <a:lnTo>
                    <a:pt x="140" y="89"/>
                  </a:lnTo>
                  <a:lnTo>
                    <a:pt x="71" y="0"/>
                  </a:lnTo>
                  <a:lnTo>
                    <a:pt x="181" y="86"/>
                  </a:lnTo>
                  <a:lnTo>
                    <a:pt x="161" y="167"/>
                  </a:lnTo>
                  <a:close/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8" name="Freeform 40">
              <a:extLst>
                <a:ext uri="{FF2B5EF4-FFF2-40B4-BE49-F238E27FC236}">
                  <a16:creationId xmlns:a16="http://schemas.microsoft.com/office/drawing/2014/main" id="{9DC55F2B-C838-4E33-A886-E652CC5CC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913" y="873125"/>
              <a:ext cx="65088" cy="207963"/>
            </a:xfrm>
            <a:custGeom>
              <a:avLst/>
              <a:gdLst>
                <a:gd name="T0" fmla="*/ 13 w 37"/>
                <a:gd name="T1" fmla="*/ 37 h 119"/>
                <a:gd name="T2" fmla="*/ 20 w 37"/>
                <a:gd name="T3" fmla="*/ 119 h 119"/>
                <a:gd name="T4" fmla="*/ 33 w 37"/>
                <a:gd name="T5" fmla="*/ 92 h 119"/>
                <a:gd name="T6" fmla="*/ 31 w 37"/>
                <a:gd name="T7" fmla="*/ 28 h 119"/>
                <a:gd name="T8" fmla="*/ 19 w 37"/>
                <a:gd name="T9" fmla="*/ 6 h 119"/>
                <a:gd name="T10" fmla="*/ 0 w 37"/>
                <a:gd name="T11" fmla="*/ 11 h 119"/>
                <a:gd name="T12" fmla="*/ 13 w 37"/>
                <a:gd name="T13" fmla="*/ 3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19">
                  <a:moveTo>
                    <a:pt x="13" y="37"/>
                  </a:moveTo>
                  <a:cubicBezTo>
                    <a:pt x="20" y="64"/>
                    <a:pt x="26" y="92"/>
                    <a:pt x="20" y="119"/>
                  </a:cubicBezTo>
                  <a:cubicBezTo>
                    <a:pt x="28" y="112"/>
                    <a:pt x="31" y="102"/>
                    <a:pt x="33" y="92"/>
                  </a:cubicBezTo>
                  <a:cubicBezTo>
                    <a:pt x="37" y="71"/>
                    <a:pt x="36" y="49"/>
                    <a:pt x="31" y="28"/>
                  </a:cubicBezTo>
                  <a:cubicBezTo>
                    <a:pt x="29" y="20"/>
                    <a:pt x="26" y="11"/>
                    <a:pt x="19" y="6"/>
                  </a:cubicBezTo>
                  <a:cubicBezTo>
                    <a:pt x="12" y="1"/>
                    <a:pt x="0" y="0"/>
                    <a:pt x="0" y="11"/>
                  </a:cubicBezTo>
                  <a:cubicBezTo>
                    <a:pt x="0" y="17"/>
                    <a:pt x="11" y="30"/>
                    <a:pt x="13" y="37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9" name="Freeform 41">
              <a:extLst>
                <a:ext uri="{FF2B5EF4-FFF2-40B4-BE49-F238E27FC236}">
                  <a16:creationId xmlns:a16="http://schemas.microsoft.com/office/drawing/2014/main" id="{8E3EBA33-3114-4BA0-9F5C-79C2AF042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301" y="866775"/>
              <a:ext cx="65088" cy="207963"/>
            </a:xfrm>
            <a:custGeom>
              <a:avLst/>
              <a:gdLst>
                <a:gd name="T0" fmla="*/ 13 w 37"/>
                <a:gd name="T1" fmla="*/ 37 h 119"/>
                <a:gd name="T2" fmla="*/ 21 w 37"/>
                <a:gd name="T3" fmla="*/ 119 h 119"/>
                <a:gd name="T4" fmla="*/ 33 w 37"/>
                <a:gd name="T5" fmla="*/ 92 h 119"/>
                <a:gd name="T6" fmla="*/ 32 w 37"/>
                <a:gd name="T7" fmla="*/ 28 h 119"/>
                <a:gd name="T8" fmla="*/ 20 w 37"/>
                <a:gd name="T9" fmla="*/ 6 h 119"/>
                <a:gd name="T10" fmla="*/ 0 w 37"/>
                <a:gd name="T11" fmla="*/ 11 h 119"/>
                <a:gd name="T12" fmla="*/ 13 w 37"/>
                <a:gd name="T13" fmla="*/ 3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19">
                  <a:moveTo>
                    <a:pt x="13" y="37"/>
                  </a:moveTo>
                  <a:cubicBezTo>
                    <a:pt x="20" y="64"/>
                    <a:pt x="26" y="92"/>
                    <a:pt x="21" y="119"/>
                  </a:cubicBezTo>
                  <a:cubicBezTo>
                    <a:pt x="28" y="112"/>
                    <a:pt x="31" y="102"/>
                    <a:pt x="33" y="92"/>
                  </a:cubicBezTo>
                  <a:cubicBezTo>
                    <a:pt x="37" y="71"/>
                    <a:pt x="37" y="49"/>
                    <a:pt x="32" y="28"/>
                  </a:cubicBezTo>
                  <a:cubicBezTo>
                    <a:pt x="30" y="20"/>
                    <a:pt x="26" y="11"/>
                    <a:pt x="20" y="6"/>
                  </a:cubicBezTo>
                  <a:cubicBezTo>
                    <a:pt x="13" y="1"/>
                    <a:pt x="0" y="0"/>
                    <a:pt x="0" y="11"/>
                  </a:cubicBezTo>
                  <a:cubicBezTo>
                    <a:pt x="0" y="17"/>
                    <a:pt x="11" y="30"/>
                    <a:pt x="13" y="37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0" name="Freeform 42">
              <a:extLst>
                <a:ext uri="{FF2B5EF4-FFF2-40B4-BE49-F238E27FC236}">
                  <a16:creationId xmlns:a16="http://schemas.microsoft.com/office/drawing/2014/main" id="{AA748AE0-002B-4DB5-9ECE-662432C45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860425"/>
              <a:ext cx="65088" cy="207963"/>
            </a:xfrm>
            <a:custGeom>
              <a:avLst/>
              <a:gdLst>
                <a:gd name="T0" fmla="*/ 13 w 37"/>
                <a:gd name="T1" fmla="*/ 37 h 119"/>
                <a:gd name="T2" fmla="*/ 21 w 37"/>
                <a:gd name="T3" fmla="*/ 119 h 119"/>
                <a:gd name="T4" fmla="*/ 33 w 37"/>
                <a:gd name="T5" fmla="*/ 92 h 119"/>
                <a:gd name="T6" fmla="*/ 32 w 37"/>
                <a:gd name="T7" fmla="*/ 28 h 119"/>
                <a:gd name="T8" fmla="*/ 20 w 37"/>
                <a:gd name="T9" fmla="*/ 6 h 119"/>
                <a:gd name="T10" fmla="*/ 0 w 37"/>
                <a:gd name="T11" fmla="*/ 11 h 119"/>
                <a:gd name="T12" fmla="*/ 13 w 37"/>
                <a:gd name="T13" fmla="*/ 3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19">
                  <a:moveTo>
                    <a:pt x="13" y="37"/>
                  </a:moveTo>
                  <a:cubicBezTo>
                    <a:pt x="20" y="64"/>
                    <a:pt x="26" y="92"/>
                    <a:pt x="21" y="119"/>
                  </a:cubicBezTo>
                  <a:cubicBezTo>
                    <a:pt x="28" y="112"/>
                    <a:pt x="31" y="102"/>
                    <a:pt x="33" y="92"/>
                  </a:cubicBezTo>
                  <a:cubicBezTo>
                    <a:pt x="37" y="71"/>
                    <a:pt x="37" y="49"/>
                    <a:pt x="32" y="28"/>
                  </a:cubicBezTo>
                  <a:cubicBezTo>
                    <a:pt x="30" y="20"/>
                    <a:pt x="26" y="11"/>
                    <a:pt x="20" y="6"/>
                  </a:cubicBezTo>
                  <a:cubicBezTo>
                    <a:pt x="13" y="1"/>
                    <a:pt x="0" y="0"/>
                    <a:pt x="0" y="11"/>
                  </a:cubicBezTo>
                  <a:cubicBezTo>
                    <a:pt x="0" y="17"/>
                    <a:pt x="11" y="30"/>
                    <a:pt x="13" y="37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1" name="Freeform 43">
              <a:extLst>
                <a:ext uri="{FF2B5EF4-FFF2-40B4-BE49-F238E27FC236}">
                  <a16:creationId xmlns:a16="http://schemas.microsoft.com/office/drawing/2014/main" id="{D49153CE-6574-4D86-B201-ABBC0E697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576" y="815975"/>
              <a:ext cx="73025" cy="231775"/>
            </a:xfrm>
            <a:custGeom>
              <a:avLst/>
              <a:gdLst>
                <a:gd name="T0" fmla="*/ 15 w 42"/>
                <a:gd name="T1" fmla="*/ 41 h 133"/>
                <a:gd name="T2" fmla="*/ 23 w 42"/>
                <a:gd name="T3" fmla="*/ 133 h 133"/>
                <a:gd name="T4" fmla="*/ 37 w 42"/>
                <a:gd name="T5" fmla="*/ 103 h 133"/>
                <a:gd name="T6" fmla="*/ 35 w 42"/>
                <a:gd name="T7" fmla="*/ 31 h 133"/>
                <a:gd name="T8" fmla="*/ 22 w 42"/>
                <a:gd name="T9" fmla="*/ 7 h 133"/>
                <a:gd name="T10" fmla="*/ 0 w 42"/>
                <a:gd name="T11" fmla="*/ 12 h 133"/>
                <a:gd name="T12" fmla="*/ 15 w 42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33">
                  <a:moveTo>
                    <a:pt x="15" y="41"/>
                  </a:moveTo>
                  <a:cubicBezTo>
                    <a:pt x="23" y="71"/>
                    <a:pt x="29" y="102"/>
                    <a:pt x="23" y="133"/>
                  </a:cubicBezTo>
                  <a:cubicBezTo>
                    <a:pt x="31" y="125"/>
                    <a:pt x="35" y="114"/>
                    <a:pt x="37" y="103"/>
                  </a:cubicBezTo>
                  <a:cubicBezTo>
                    <a:pt x="42" y="79"/>
                    <a:pt x="41" y="55"/>
                    <a:pt x="35" y="31"/>
                  </a:cubicBezTo>
                  <a:cubicBezTo>
                    <a:pt x="33" y="22"/>
                    <a:pt x="30" y="13"/>
                    <a:pt x="22" y="7"/>
                  </a:cubicBezTo>
                  <a:cubicBezTo>
                    <a:pt x="14" y="1"/>
                    <a:pt x="0" y="0"/>
                    <a:pt x="0" y="12"/>
                  </a:cubicBezTo>
                  <a:cubicBezTo>
                    <a:pt x="1" y="19"/>
                    <a:pt x="13" y="33"/>
                    <a:pt x="15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2" name="Freeform 44">
              <a:extLst>
                <a:ext uri="{FF2B5EF4-FFF2-40B4-BE49-F238E27FC236}">
                  <a16:creationId xmlns:a16="http://schemas.microsoft.com/office/drawing/2014/main" id="{843B5750-F818-4659-9A82-DDCF4F91F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488" y="806450"/>
              <a:ext cx="73025" cy="233363"/>
            </a:xfrm>
            <a:custGeom>
              <a:avLst/>
              <a:gdLst>
                <a:gd name="T0" fmla="*/ 15 w 42"/>
                <a:gd name="T1" fmla="*/ 41 h 133"/>
                <a:gd name="T2" fmla="*/ 24 w 42"/>
                <a:gd name="T3" fmla="*/ 133 h 133"/>
                <a:gd name="T4" fmla="*/ 37 w 42"/>
                <a:gd name="T5" fmla="*/ 103 h 133"/>
                <a:gd name="T6" fmla="*/ 35 w 42"/>
                <a:gd name="T7" fmla="*/ 31 h 133"/>
                <a:gd name="T8" fmla="*/ 22 w 42"/>
                <a:gd name="T9" fmla="*/ 7 h 133"/>
                <a:gd name="T10" fmla="*/ 0 w 42"/>
                <a:gd name="T11" fmla="*/ 12 h 133"/>
                <a:gd name="T12" fmla="*/ 15 w 42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33">
                  <a:moveTo>
                    <a:pt x="15" y="41"/>
                  </a:moveTo>
                  <a:cubicBezTo>
                    <a:pt x="23" y="71"/>
                    <a:pt x="29" y="102"/>
                    <a:pt x="24" y="133"/>
                  </a:cubicBezTo>
                  <a:cubicBezTo>
                    <a:pt x="31" y="125"/>
                    <a:pt x="35" y="114"/>
                    <a:pt x="37" y="103"/>
                  </a:cubicBezTo>
                  <a:cubicBezTo>
                    <a:pt x="42" y="79"/>
                    <a:pt x="41" y="55"/>
                    <a:pt x="35" y="31"/>
                  </a:cubicBezTo>
                  <a:cubicBezTo>
                    <a:pt x="33" y="22"/>
                    <a:pt x="30" y="13"/>
                    <a:pt x="22" y="7"/>
                  </a:cubicBezTo>
                  <a:cubicBezTo>
                    <a:pt x="14" y="1"/>
                    <a:pt x="0" y="0"/>
                    <a:pt x="0" y="12"/>
                  </a:cubicBezTo>
                  <a:cubicBezTo>
                    <a:pt x="1" y="18"/>
                    <a:pt x="13" y="33"/>
                    <a:pt x="15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3" name="Freeform 45">
              <a:extLst>
                <a:ext uri="{FF2B5EF4-FFF2-40B4-BE49-F238E27FC236}">
                  <a16:creationId xmlns:a16="http://schemas.microsoft.com/office/drawing/2014/main" id="{8F49B7F1-88DD-41BF-95A0-30450FB6C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638" y="796925"/>
              <a:ext cx="73025" cy="231775"/>
            </a:xfrm>
            <a:custGeom>
              <a:avLst/>
              <a:gdLst>
                <a:gd name="T0" fmla="*/ 15 w 42"/>
                <a:gd name="T1" fmla="*/ 41 h 133"/>
                <a:gd name="T2" fmla="*/ 23 w 42"/>
                <a:gd name="T3" fmla="*/ 133 h 133"/>
                <a:gd name="T4" fmla="*/ 37 w 42"/>
                <a:gd name="T5" fmla="*/ 103 h 133"/>
                <a:gd name="T6" fmla="*/ 35 w 42"/>
                <a:gd name="T7" fmla="*/ 31 h 133"/>
                <a:gd name="T8" fmla="*/ 22 w 42"/>
                <a:gd name="T9" fmla="*/ 7 h 133"/>
                <a:gd name="T10" fmla="*/ 0 w 42"/>
                <a:gd name="T11" fmla="*/ 12 h 133"/>
                <a:gd name="T12" fmla="*/ 15 w 42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33">
                  <a:moveTo>
                    <a:pt x="15" y="41"/>
                  </a:moveTo>
                  <a:cubicBezTo>
                    <a:pt x="23" y="71"/>
                    <a:pt x="29" y="102"/>
                    <a:pt x="23" y="133"/>
                  </a:cubicBezTo>
                  <a:cubicBezTo>
                    <a:pt x="31" y="125"/>
                    <a:pt x="35" y="114"/>
                    <a:pt x="37" y="103"/>
                  </a:cubicBezTo>
                  <a:cubicBezTo>
                    <a:pt x="42" y="79"/>
                    <a:pt x="41" y="55"/>
                    <a:pt x="35" y="31"/>
                  </a:cubicBezTo>
                  <a:cubicBezTo>
                    <a:pt x="33" y="22"/>
                    <a:pt x="29" y="13"/>
                    <a:pt x="22" y="7"/>
                  </a:cubicBezTo>
                  <a:cubicBezTo>
                    <a:pt x="14" y="1"/>
                    <a:pt x="0" y="0"/>
                    <a:pt x="0" y="12"/>
                  </a:cubicBezTo>
                  <a:cubicBezTo>
                    <a:pt x="0" y="18"/>
                    <a:pt x="12" y="33"/>
                    <a:pt x="15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6" name="Freeform 108">
              <a:extLst>
                <a:ext uri="{FF2B5EF4-FFF2-40B4-BE49-F238E27FC236}">
                  <a16:creationId xmlns:a16="http://schemas.microsoft.com/office/drawing/2014/main" id="{824B6212-68CE-4DE7-8117-F26648CBF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863" y="315913"/>
              <a:ext cx="149225" cy="228600"/>
            </a:xfrm>
            <a:custGeom>
              <a:avLst/>
              <a:gdLst>
                <a:gd name="T0" fmla="*/ 10 w 85"/>
                <a:gd name="T1" fmla="*/ 53 h 131"/>
                <a:gd name="T2" fmla="*/ 18 w 85"/>
                <a:gd name="T3" fmla="*/ 131 h 131"/>
                <a:gd name="T4" fmla="*/ 75 w 85"/>
                <a:gd name="T5" fmla="*/ 78 h 131"/>
                <a:gd name="T6" fmla="*/ 67 w 85"/>
                <a:gd name="T7" fmla="*/ 0 h 131"/>
                <a:gd name="T8" fmla="*/ 10 w 85"/>
                <a:gd name="T9" fmla="*/ 5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31">
                  <a:moveTo>
                    <a:pt x="10" y="53"/>
                  </a:moveTo>
                  <a:cubicBezTo>
                    <a:pt x="0" y="80"/>
                    <a:pt x="4" y="109"/>
                    <a:pt x="18" y="131"/>
                  </a:cubicBezTo>
                  <a:cubicBezTo>
                    <a:pt x="43" y="124"/>
                    <a:pt x="65" y="105"/>
                    <a:pt x="75" y="78"/>
                  </a:cubicBezTo>
                  <a:cubicBezTo>
                    <a:pt x="85" y="51"/>
                    <a:pt x="81" y="23"/>
                    <a:pt x="67" y="0"/>
                  </a:cubicBezTo>
                  <a:cubicBezTo>
                    <a:pt x="42" y="8"/>
                    <a:pt x="20" y="27"/>
                    <a:pt x="10" y="53"/>
                  </a:cubicBezTo>
                </a:path>
              </a:pathLst>
            </a:custGeom>
            <a:solidFill>
              <a:srgbClr val="007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7" name="Line 109">
              <a:extLst>
                <a:ext uri="{FF2B5EF4-FFF2-40B4-BE49-F238E27FC236}">
                  <a16:creationId xmlns:a16="http://schemas.microsoft.com/office/drawing/2014/main" id="{90FB784D-B74C-41EF-BA53-903208FE59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7801" y="514350"/>
              <a:ext cx="34925" cy="104775"/>
            </a:xfrm>
            <a:prstGeom prst="line">
              <a:avLst/>
            </a:prstGeom>
            <a:noFill/>
            <a:ln w="14288" cap="rnd">
              <a:solidFill>
                <a:srgbClr val="00711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846" name="Group 845">
            <a:extLst>
              <a:ext uri="{FF2B5EF4-FFF2-40B4-BE49-F238E27FC236}">
                <a16:creationId xmlns:a16="http://schemas.microsoft.com/office/drawing/2014/main" id="{A979DD93-9052-492A-921E-852F33131B57}"/>
              </a:ext>
            </a:extLst>
          </p:cNvPr>
          <p:cNvGrpSpPr/>
          <p:nvPr/>
        </p:nvGrpSpPr>
        <p:grpSpPr>
          <a:xfrm>
            <a:off x="0" y="2943069"/>
            <a:ext cx="3322638" cy="2132012"/>
            <a:chOff x="1192213" y="3446463"/>
            <a:chExt cx="3322638" cy="2132012"/>
          </a:xfrm>
        </p:grpSpPr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9394ED59-0525-400E-B53C-23E903D31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176" y="5319713"/>
              <a:ext cx="93663" cy="228600"/>
            </a:xfrm>
            <a:custGeom>
              <a:avLst/>
              <a:gdLst>
                <a:gd name="T0" fmla="*/ 25 w 54"/>
                <a:gd name="T1" fmla="*/ 43 h 131"/>
                <a:gd name="T2" fmla="*/ 54 w 54"/>
                <a:gd name="T3" fmla="*/ 131 h 131"/>
                <a:gd name="T4" fmla="*/ 29 w 54"/>
                <a:gd name="T5" fmla="*/ 109 h 131"/>
                <a:gd name="T6" fmla="*/ 2 w 54"/>
                <a:gd name="T7" fmla="*/ 42 h 131"/>
                <a:gd name="T8" fmla="*/ 5 w 54"/>
                <a:gd name="T9" fmla="*/ 15 h 131"/>
                <a:gd name="T10" fmla="*/ 27 w 54"/>
                <a:gd name="T11" fmla="*/ 11 h 131"/>
                <a:gd name="T12" fmla="*/ 25 w 54"/>
                <a:gd name="T13" fmla="*/ 4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31">
                  <a:moveTo>
                    <a:pt x="25" y="43"/>
                  </a:moveTo>
                  <a:cubicBezTo>
                    <a:pt x="30" y="74"/>
                    <a:pt x="36" y="105"/>
                    <a:pt x="54" y="131"/>
                  </a:cubicBezTo>
                  <a:cubicBezTo>
                    <a:pt x="43" y="127"/>
                    <a:pt x="36" y="118"/>
                    <a:pt x="29" y="109"/>
                  </a:cubicBezTo>
                  <a:cubicBezTo>
                    <a:pt x="16" y="89"/>
                    <a:pt x="6" y="66"/>
                    <a:pt x="2" y="42"/>
                  </a:cubicBezTo>
                  <a:cubicBezTo>
                    <a:pt x="1" y="33"/>
                    <a:pt x="0" y="23"/>
                    <a:pt x="5" y="15"/>
                  </a:cubicBezTo>
                  <a:cubicBezTo>
                    <a:pt x="9" y="6"/>
                    <a:pt x="22" y="0"/>
                    <a:pt x="27" y="11"/>
                  </a:cubicBezTo>
                  <a:cubicBezTo>
                    <a:pt x="29" y="17"/>
                    <a:pt x="24" y="35"/>
                    <a:pt x="25" y="43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C764F8ED-BE6B-447F-AA15-6202AB813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851" y="5335588"/>
              <a:ext cx="95250" cy="228600"/>
            </a:xfrm>
            <a:custGeom>
              <a:avLst/>
              <a:gdLst>
                <a:gd name="T0" fmla="*/ 25 w 54"/>
                <a:gd name="T1" fmla="*/ 43 h 131"/>
                <a:gd name="T2" fmla="*/ 54 w 54"/>
                <a:gd name="T3" fmla="*/ 131 h 131"/>
                <a:gd name="T4" fmla="*/ 29 w 54"/>
                <a:gd name="T5" fmla="*/ 109 h 131"/>
                <a:gd name="T6" fmla="*/ 2 w 54"/>
                <a:gd name="T7" fmla="*/ 43 h 131"/>
                <a:gd name="T8" fmla="*/ 4 w 54"/>
                <a:gd name="T9" fmla="*/ 15 h 131"/>
                <a:gd name="T10" fmla="*/ 26 w 54"/>
                <a:gd name="T11" fmla="*/ 11 h 131"/>
                <a:gd name="T12" fmla="*/ 25 w 54"/>
                <a:gd name="T13" fmla="*/ 4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31">
                  <a:moveTo>
                    <a:pt x="25" y="43"/>
                  </a:moveTo>
                  <a:cubicBezTo>
                    <a:pt x="30" y="74"/>
                    <a:pt x="36" y="105"/>
                    <a:pt x="54" y="131"/>
                  </a:cubicBezTo>
                  <a:cubicBezTo>
                    <a:pt x="43" y="127"/>
                    <a:pt x="36" y="118"/>
                    <a:pt x="29" y="109"/>
                  </a:cubicBezTo>
                  <a:cubicBezTo>
                    <a:pt x="15" y="89"/>
                    <a:pt x="6" y="66"/>
                    <a:pt x="2" y="43"/>
                  </a:cubicBezTo>
                  <a:cubicBezTo>
                    <a:pt x="1" y="33"/>
                    <a:pt x="0" y="23"/>
                    <a:pt x="4" y="15"/>
                  </a:cubicBezTo>
                  <a:cubicBezTo>
                    <a:pt x="9" y="6"/>
                    <a:pt x="22" y="0"/>
                    <a:pt x="26" y="11"/>
                  </a:cubicBezTo>
                  <a:cubicBezTo>
                    <a:pt x="29" y="17"/>
                    <a:pt x="24" y="35"/>
                    <a:pt x="25" y="43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92D8CECD-3E18-429C-9D4E-DC07B8AFE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701" y="5349875"/>
              <a:ext cx="95250" cy="228600"/>
            </a:xfrm>
            <a:custGeom>
              <a:avLst/>
              <a:gdLst>
                <a:gd name="T0" fmla="*/ 25 w 54"/>
                <a:gd name="T1" fmla="*/ 43 h 131"/>
                <a:gd name="T2" fmla="*/ 54 w 54"/>
                <a:gd name="T3" fmla="*/ 131 h 131"/>
                <a:gd name="T4" fmla="*/ 30 w 54"/>
                <a:gd name="T5" fmla="*/ 109 h 131"/>
                <a:gd name="T6" fmla="*/ 3 w 54"/>
                <a:gd name="T7" fmla="*/ 42 h 131"/>
                <a:gd name="T8" fmla="*/ 5 w 54"/>
                <a:gd name="T9" fmla="*/ 15 h 131"/>
                <a:gd name="T10" fmla="*/ 27 w 54"/>
                <a:gd name="T11" fmla="*/ 11 h 131"/>
                <a:gd name="T12" fmla="*/ 25 w 54"/>
                <a:gd name="T13" fmla="*/ 4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31">
                  <a:moveTo>
                    <a:pt x="25" y="43"/>
                  </a:moveTo>
                  <a:cubicBezTo>
                    <a:pt x="30" y="74"/>
                    <a:pt x="37" y="105"/>
                    <a:pt x="54" y="131"/>
                  </a:cubicBezTo>
                  <a:cubicBezTo>
                    <a:pt x="44" y="127"/>
                    <a:pt x="36" y="118"/>
                    <a:pt x="30" y="109"/>
                  </a:cubicBezTo>
                  <a:cubicBezTo>
                    <a:pt x="16" y="89"/>
                    <a:pt x="7" y="66"/>
                    <a:pt x="3" y="42"/>
                  </a:cubicBezTo>
                  <a:cubicBezTo>
                    <a:pt x="1" y="33"/>
                    <a:pt x="0" y="23"/>
                    <a:pt x="5" y="15"/>
                  </a:cubicBezTo>
                  <a:cubicBezTo>
                    <a:pt x="10" y="6"/>
                    <a:pt x="22" y="0"/>
                    <a:pt x="27" y="11"/>
                  </a:cubicBezTo>
                  <a:cubicBezTo>
                    <a:pt x="29" y="17"/>
                    <a:pt x="24" y="35"/>
                    <a:pt x="25" y="43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3" name="Freeform 14">
              <a:extLst>
                <a:ext uri="{FF2B5EF4-FFF2-40B4-BE49-F238E27FC236}">
                  <a16:creationId xmlns:a16="http://schemas.microsoft.com/office/drawing/2014/main" id="{C02264BD-047B-4658-9FB5-8518043D1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313" y="5289550"/>
              <a:ext cx="65088" cy="207963"/>
            </a:xfrm>
            <a:custGeom>
              <a:avLst/>
              <a:gdLst>
                <a:gd name="T0" fmla="*/ 20 w 37"/>
                <a:gd name="T1" fmla="*/ 38 h 119"/>
                <a:gd name="T2" fmla="*/ 37 w 37"/>
                <a:gd name="T3" fmla="*/ 119 h 119"/>
                <a:gd name="T4" fmla="*/ 18 w 37"/>
                <a:gd name="T5" fmla="*/ 97 h 119"/>
                <a:gd name="T6" fmla="*/ 0 w 37"/>
                <a:gd name="T7" fmla="*/ 35 h 119"/>
                <a:gd name="T8" fmla="*/ 5 w 37"/>
                <a:gd name="T9" fmla="*/ 11 h 119"/>
                <a:gd name="T10" fmla="*/ 25 w 37"/>
                <a:gd name="T11" fmla="*/ 10 h 119"/>
                <a:gd name="T12" fmla="*/ 20 w 37"/>
                <a:gd name="T13" fmla="*/ 3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19">
                  <a:moveTo>
                    <a:pt x="20" y="38"/>
                  </a:moveTo>
                  <a:cubicBezTo>
                    <a:pt x="21" y="66"/>
                    <a:pt x="24" y="95"/>
                    <a:pt x="37" y="119"/>
                  </a:cubicBezTo>
                  <a:cubicBezTo>
                    <a:pt x="28" y="115"/>
                    <a:pt x="22" y="106"/>
                    <a:pt x="18" y="97"/>
                  </a:cubicBezTo>
                  <a:cubicBezTo>
                    <a:pt x="7" y="78"/>
                    <a:pt x="1" y="57"/>
                    <a:pt x="0" y="35"/>
                  </a:cubicBezTo>
                  <a:cubicBezTo>
                    <a:pt x="0" y="27"/>
                    <a:pt x="0" y="18"/>
                    <a:pt x="5" y="11"/>
                  </a:cubicBezTo>
                  <a:cubicBezTo>
                    <a:pt x="10" y="4"/>
                    <a:pt x="22" y="0"/>
                    <a:pt x="25" y="10"/>
                  </a:cubicBezTo>
                  <a:cubicBezTo>
                    <a:pt x="27" y="15"/>
                    <a:pt x="20" y="31"/>
                    <a:pt x="20" y="38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3" name="Freeform 15">
              <a:extLst>
                <a:ext uri="{FF2B5EF4-FFF2-40B4-BE49-F238E27FC236}">
                  <a16:creationId xmlns:a16="http://schemas.microsoft.com/office/drawing/2014/main" id="{0B1E4E78-30AF-4A11-B32D-8CAE485C9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338" y="5299075"/>
              <a:ext cx="66675" cy="209550"/>
            </a:xfrm>
            <a:custGeom>
              <a:avLst/>
              <a:gdLst>
                <a:gd name="T0" fmla="*/ 21 w 38"/>
                <a:gd name="T1" fmla="*/ 38 h 120"/>
                <a:gd name="T2" fmla="*/ 38 w 38"/>
                <a:gd name="T3" fmla="*/ 120 h 120"/>
                <a:gd name="T4" fmla="*/ 18 w 38"/>
                <a:gd name="T5" fmla="*/ 97 h 120"/>
                <a:gd name="T6" fmla="*/ 1 w 38"/>
                <a:gd name="T7" fmla="*/ 36 h 120"/>
                <a:gd name="T8" fmla="*/ 6 w 38"/>
                <a:gd name="T9" fmla="*/ 11 h 120"/>
                <a:gd name="T10" fmla="*/ 26 w 38"/>
                <a:gd name="T11" fmla="*/ 10 h 120"/>
                <a:gd name="T12" fmla="*/ 21 w 38"/>
                <a:gd name="T13" fmla="*/ 3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120">
                  <a:moveTo>
                    <a:pt x="21" y="38"/>
                  </a:moveTo>
                  <a:cubicBezTo>
                    <a:pt x="22" y="66"/>
                    <a:pt x="25" y="95"/>
                    <a:pt x="38" y="120"/>
                  </a:cubicBezTo>
                  <a:cubicBezTo>
                    <a:pt x="29" y="115"/>
                    <a:pt x="23" y="106"/>
                    <a:pt x="18" y="97"/>
                  </a:cubicBezTo>
                  <a:cubicBezTo>
                    <a:pt x="8" y="78"/>
                    <a:pt x="2" y="57"/>
                    <a:pt x="1" y="36"/>
                  </a:cubicBezTo>
                  <a:cubicBezTo>
                    <a:pt x="0" y="27"/>
                    <a:pt x="1" y="18"/>
                    <a:pt x="6" y="11"/>
                  </a:cubicBezTo>
                  <a:cubicBezTo>
                    <a:pt x="11" y="4"/>
                    <a:pt x="23" y="0"/>
                    <a:pt x="26" y="10"/>
                  </a:cubicBezTo>
                  <a:cubicBezTo>
                    <a:pt x="27" y="15"/>
                    <a:pt x="21" y="31"/>
                    <a:pt x="21" y="38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4" name="Freeform 16">
              <a:extLst>
                <a:ext uri="{FF2B5EF4-FFF2-40B4-BE49-F238E27FC236}">
                  <a16:creationId xmlns:a16="http://schemas.microsoft.com/office/drawing/2014/main" id="{6F1A78BF-D9DE-4FF4-8CB7-AE91B8830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5308600"/>
              <a:ext cx="65088" cy="209550"/>
            </a:xfrm>
            <a:custGeom>
              <a:avLst/>
              <a:gdLst>
                <a:gd name="T0" fmla="*/ 21 w 37"/>
                <a:gd name="T1" fmla="*/ 38 h 120"/>
                <a:gd name="T2" fmla="*/ 37 w 37"/>
                <a:gd name="T3" fmla="*/ 120 h 120"/>
                <a:gd name="T4" fmla="*/ 18 w 37"/>
                <a:gd name="T5" fmla="*/ 97 h 120"/>
                <a:gd name="T6" fmla="*/ 0 w 37"/>
                <a:gd name="T7" fmla="*/ 35 h 120"/>
                <a:gd name="T8" fmla="*/ 5 w 37"/>
                <a:gd name="T9" fmla="*/ 11 h 120"/>
                <a:gd name="T10" fmla="*/ 25 w 37"/>
                <a:gd name="T11" fmla="*/ 10 h 120"/>
                <a:gd name="T12" fmla="*/ 21 w 37"/>
                <a:gd name="T13" fmla="*/ 3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20">
                  <a:moveTo>
                    <a:pt x="21" y="38"/>
                  </a:moveTo>
                  <a:cubicBezTo>
                    <a:pt x="22" y="66"/>
                    <a:pt x="24" y="95"/>
                    <a:pt x="37" y="120"/>
                  </a:cubicBezTo>
                  <a:cubicBezTo>
                    <a:pt x="28" y="115"/>
                    <a:pt x="22" y="106"/>
                    <a:pt x="18" y="97"/>
                  </a:cubicBezTo>
                  <a:cubicBezTo>
                    <a:pt x="7" y="78"/>
                    <a:pt x="1" y="57"/>
                    <a:pt x="0" y="35"/>
                  </a:cubicBezTo>
                  <a:cubicBezTo>
                    <a:pt x="0" y="27"/>
                    <a:pt x="0" y="18"/>
                    <a:pt x="5" y="11"/>
                  </a:cubicBezTo>
                  <a:cubicBezTo>
                    <a:pt x="10" y="4"/>
                    <a:pt x="22" y="0"/>
                    <a:pt x="25" y="10"/>
                  </a:cubicBezTo>
                  <a:cubicBezTo>
                    <a:pt x="27" y="15"/>
                    <a:pt x="20" y="31"/>
                    <a:pt x="21" y="38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4" name="Freeform 46">
              <a:extLst>
                <a:ext uri="{FF2B5EF4-FFF2-40B4-BE49-F238E27FC236}">
                  <a16:creationId xmlns:a16="http://schemas.microsoft.com/office/drawing/2014/main" id="{6660E84F-9E3D-4A09-91E3-9EE7E2499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588" y="3883025"/>
              <a:ext cx="498475" cy="1536700"/>
            </a:xfrm>
            <a:custGeom>
              <a:avLst/>
              <a:gdLst>
                <a:gd name="T0" fmla="*/ 140 w 286"/>
                <a:gd name="T1" fmla="*/ 788 h 880"/>
                <a:gd name="T2" fmla="*/ 107 w 286"/>
                <a:gd name="T3" fmla="*/ 871 h 880"/>
                <a:gd name="T4" fmla="*/ 47 w 286"/>
                <a:gd name="T5" fmla="*/ 851 h 880"/>
                <a:gd name="T6" fmla="*/ 28 w 286"/>
                <a:gd name="T7" fmla="*/ 733 h 880"/>
                <a:gd name="T8" fmla="*/ 51 w 286"/>
                <a:gd name="T9" fmla="*/ 52 h 880"/>
                <a:gd name="T10" fmla="*/ 62 w 286"/>
                <a:gd name="T11" fmla="*/ 0 h 880"/>
                <a:gd name="T12" fmla="*/ 82 w 286"/>
                <a:gd name="T13" fmla="*/ 13 h 880"/>
                <a:gd name="T14" fmla="*/ 233 w 286"/>
                <a:gd name="T15" fmla="*/ 151 h 880"/>
                <a:gd name="T16" fmla="*/ 140 w 286"/>
                <a:gd name="T17" fmla="*/ 788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880">
                  <a:moveTo>
                    <a:pt x="140" y="788"/>
                  </a:moveTo>
                  <a:cubicBezTo>
                    <a:pt x="146" y="820"/>
                    <a:pt x="150" y="860"/>
                    <a:pt x="107" y="871"/>
                  </a:cubicBezTo>
                  <a:cubicBezTo>
                    <a:pt x="81" y="878"/>
                    <a:pt x="62" y="880"/>
                    <a:pt x="47" y="851"/>
                  </a:cubicBezTo>
                  <a:cubicBezTo>
                    <a:pt x="32" y="821"/>
                    <a:pt x="33" y="771"/>
                    <a:pt x="28" y="733"/>
                  </a:cubicBezTo>
                  <a:cubicBezTo>
                    <a:pt x="0" y="508"/>
                    <a:pt x="15" y="276"/>
                    <a:pt x="51" y="52"/>
                  </a:cubicBezTo>
                  <a:cubicBezTo>
                    <a:pt x="54" y="32"/>
                    <a:pt x="49" y="2"/>
                    <a:pt x="62" y="0"/>
                  </a:cubicBezTo>
                  <a:cubicBezTo>
                    <a:pt x="69" y="0"/>
                    <a:pt x="76" y="6"/>
                    <a:pt x="82" y="13"/>
                  </a:cubicBezTo>
                  <a:cubicBezTo>
                    <a:pt x="152" y="100"/>
                    <a:pt x="286" y="51"/>
                    <a:pt x="233" y="151"/>
                  </a:cubicBezTo>
                  <a:cubicBezTo>
                    <a:pt x="113" y="380"/>
                    <a:pt x="132" y="748"/>
                    <a:pt x="140" y="788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5" name="Freeform 47">
              <a:extLst>
                <a:ext uri="{FF2B5EF4-FFF2-40B4-BE49-F238E27FC236}">
                  <a16:creationId xmlns:a16="http://schemas.microsoft.com/office/drawing/2014/main" id="{5621F6C6-5722-4638-8672-B6776C7BB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588" y="4030663"/>
              <a:ext cx="814388" cy="211138"/>
            </a:xfrm>
            <a:custGeom>
              <a:avLst/>
              <a:gdLst>
                <a:gd name="T0" fmla="*/ 183 w 466"/>
                <a:gd name="T1" fmla="*/ 116 h 121"/>
                <a:gd name="T2" fmla="*/ 8 w 466"/>
                <a:gd name="T3" fmla="*/ 46 h 121"/>
                <a:gd name="T4" fmla="*/ 77 w 466"/>
                <a:gd name="T5" fmla="*/ 36 h 121"/>
                <a:gd name="T6" fmla="*/ 195 w 466"/>
                <a:gd name="T7" fmla="*/ 5 h 121"/>
                <a:gd name="T8" fmla="*/ 239 w 466"/>
                <a:gd name="T9" fmla="*/ 2 h 121"/>
                <a:gd name="T10" fmla="*/ 288 w 466"/>
                <a:gd name="T11" fmla="*/ 14 h 121"/>
                <a:gd name="T12" fmla="*/ 382 w 466"/>
                <a:gd name="T13" fmla="*/ 46 h 121"/>
                <a:gd name="T14" fmla="*/ 422 w 466"/>
                <a:gd name="T15" fmla="*/ 68 h 121"/>
                <a:gd name="T16" fmla="*/ 337 w 466"/>
                <a:gd name="T17" fmla="*/ 108 h 121"/>
                <a:gd name="T18" fmla="*/ 183 w 466"/>
                <a:gd name="T19" fmla="*/ 1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6" h="121">
                  <a:moveTo>
                    <a:pt x="183" y="116"/>
                  </a:moveTo>
                  <a:cubicBezTo>
                    <a:pt x="91" y="108"/>
                    <a:pt x="0" y="63"/>
                    <a:pt x="8" y="46"/>
                  </a:cubicBezTo>
                  <a:cubicBezTo>
                    <a:pt x="12" y="38"/>
                    <a:pt x="69" y="39"/>
                    <a:pt x="77" y="36"/>
                  </a:cubicBezTo>
                  <a:cubicBezTo>
                    <a:pt x="115" y="22"/>
                    <a:pt x="155" y="12"/>
                    <a:pt x="195" y="5"/>
                  </a:cubicBezTo>
                  <a:cubicBezTo>
                    <a:pt x="209" y="2"/>
                    <a:pt x="224" y="0"/>
                    <a:pt x="239" y="2"/>
                  </a:cubicBezTo>
                  <a:cubicBezTo>
                    <a:pt x="256" y="3"/>
                    <a:pt x="272" y="8"/>
                    <a:pt x="288" y="14"/>
                  </a:cubicBezTo>
                  <a:cubicBezTo>
                    <a:pt x="320" y="25"/>
                    <a:pt x="351" y="35"/>
                    <a:pt x="382" y="46"/>
                  </a:cubicBezTo>
                  <a:cubicBezTo>
                    <a:pt x="397" y="51"/>
                    <a:pt x="412" y="56"/>
                    <a:pt x="422" y="68"/>
                  </a:cubicBezTo>
                  <a:cubicBezTo>
                    <a:pt x="466" y="118"/>
                    <a:pt x="358" y="107"/>
                    <a:pt x="337" y="108"/>
                  </a:cubicBezTo>
                  <a:cubicBezTo>
                    <a:pt x="285" y="109"/>
                    <a:pt x="234" y="121"/>
                    <a:pt x="183" y="116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6" name="Freeform 48">
              <a:extLst>
                <a:ext uri="{FF2B5EF4-FFF2-40B4-BE49-F238E27FC236}">
                  <a16:creationId xmlns:a16="http://schemas.microsoft.com/office/drawing/2014/main" id="{CE1B9FAF-4467-4E9B-9AAA-C8CBF59C4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176" y="4511675"/>
              <a:ext cx="330200" cy="871538"/>
            </a:xfrm>
            <a:custGeom>
              <a:avLst/>
              <a:gdLst>
                <a:gd name="T0" fmla="*/ 123 w 189"/>
                <a:gd name="T1" fmla="*/ 389 h 499"/>
                <a:gd name="T2" fmla="*/ 134 w 189"/>
                <a:gd name="T3" fmla="*/ 444 h 499"/>
                <a:gd name="T4" fmla="*/ 107 w 189"/>
                <a:gd name="T5" fmla="*/ 490 h 499"/>
                <a:gd name="T6" fmla="*/ 50 w 189"/>
                <a:gd name="T7" fmla="*/ 473 h 499"/>
                <a:gd name="T8" fmla="*/ 26 w 189"/>
                <a:gd name="T9" fmla="*/ 413 h 499"/>
                <a:gd name="T10" fmla="*/ 35 w 189"/>
                <a:gd name="T11" fmla="*/ 27 h 499"/>
                <a:gd name="T12" fmla="*/ 56 w 189"/>
                <a:gd name="T13" fmla="*/ 0 h 499"/>
                <a:gd name="T14" fmla="*/ 73 w 189"/>
                <a:gd name="T15" fmla="*/ 8 h 499"/>
                <a:gd name="T16" fmla="*/ 158 w 189"/>
                <a:gd name="T17" fmla="*/ 105 h 499"/>
                <a:gd name="T18" fmla="*/ 123 w 189"/>
                <a:gd name="T19" fmla="*/ 38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9" h="499">
                  <a:moveTo>
                    <a:pt x="123" y="389"/>
                  </a:moveTo>
                  <a:cubicBezTo>
                    <a:pt x="128" y="407"/>
                    <a:pt x="134" y="425"/>
                    <a:pt x="134" y="444"/>
                  </a:cubicBezTo>
                  <a:cubicBezTo>
                    <a:pt x="133" y="462"/>
                    <a:pt x="124" y="482"/>
                    <a:pt x="107" y="490"/>
                  </a:cubicBezTo>
                  <a:cubicBezTo>
                    <a:pt x="88" y="499"/>
                    <a:pt x="64" y="489"/>
                    <a:pt x="50" y="473"/>
                  </a:cubicBezTo>
                  <a:cubicBezTo>
                    <a:pt x="36" y="456"/>
                    <a:pt x="31" y="434"/>
                    <a:pt x="26" y="413"/>
                  </a:cubicBezTo>
                  <a:cubicBezTo>
                    <a:pt x="0" y="286"/>
                    <a:pt x="3" y="153"/>
                    <a:pt x="35" y="27"/>
                  </a:cubicBezTo>
                  <a:cubicBezTo>
                    <a:pt x="38" y="15"/>
                    <a:pt x="44" y="1"/>
                    <a:pt x="56" y="0"/>
                  </a:cubicBezTo>
                  <a:cubicBezTo>
                    <a:pt x="62" y="0"/>
                    <a:pt x="68" y="4"/>
                    <a:pt x="73" y="8"/>
                  </a:cubicBezTo>
                  <a:cubicBezTo>
                    <a:pt x="136" y="57"/>
                    <a:pt x="189" y="45"/>
                    <a:pt x="158" y="105"/>
                  </a:cubicBezTo>
                  <a:cubicBezTo>
                    <a:pt x="113" y="194"/>
                    <a:pt x="104" y="322"/>
                    <a:pt x="123" y="389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7" name="Freeform 49">
              <a:extLst>
                <a:ext uri="{FF2B5EF4-FFF2-40B4-BE49-F238E27FC236}">
                  <a16:creationId xmlns:a16="http://schemas.microsoft.com/office/drawing/2014/main" id="{C8A28B5C-606E-4F61-8A56-9C6E71622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213" y="4106863"/>
              <a:ext cx="3214688" cy="296863"/>
            </a:xfrm>
            <a:custGeom>
              <a:avLst/>
              <a:gdLst>
                <a:gd name="T0" fmla="*/ 142 w 1840"/>
                <a:gd name="T1" fmla="*/ 69 h 170"/>
                <a:gd name="T2" fmla="*/ 918 w 1840"/>
                <a:gd name="T3" fmla="*/ 57 h 170"/>
                <a:gd name="T4" fmla="*/ 1223 w 1840"/>
                <a:gd name="T5" fmla="*/ 31 h 170"/>
                <a:gd name="T6" fmla="*/ 1771 w 1840"/>
                <a:gd name="T7" fmla="*/ 2 h 170"/>
                <a:gd name="T8" fmla="*/ 1816 w 1840"/>
                <a:gd name="T9" fmla="*/ 6 h 170"/>
                <a:gd name="T10" fmla="*/ 1834 w 1840"/>
                <a:gd name="T11" fmla="*/ 43 h 170"/>
                <a:gd name="T12" fmla="*/ 1793 w 1840"/>
                <a:gd name="T13" fmla="*/ 63 h 170"/>
                <a:gd name="T14" fmla="*/ 962 w 1840"/>
                <a:gd name="T15" fmla="*/ 153 h 170"/>
                <a:gd name="T16" fmla="*/ 725 w 1840"/>
                <a:gd name="T17" fmla="*/ 170 h 170"/>
                <a:gd name="T18" fmla="*/ 402 w 1840"/>
                <a:gd name="T19" fmla="*/ 150 h 170"/>
                <a:gd name="T20" fmla="*/ 8 w 1840"/>
                <a:gd name="T21" fmla="*/ 155 h 170"/>
                <a:gd name="T22" fmla="*/ 11 w 1840"/>
                <a:gd name="T23" fmla="*/ 100 h 170"/>
                <a:gd name="T24" fmla="*/ 31 w 1840"/>
                <a:gd name="T25" fmla="*/ 71 h 170"/>
                <a:gd name="T26" fmla="*/ 142 w 1840"/>
                <a:gd name="T27" fmla="*/ 6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40" h="170">
                  <a:moveTo>
                    <a:pt x="142" y="69"/>
                  </a:moveTo>
                  <a:cubicBezTo>
                    <a:pt x="401" y="66"/>
                    <a:pt x="660" y="63"/>
                    <a:pt x="918" y="57"/>
                  </a:cubicBezTo>
                  <a:cubicBezTo>
                    <a:pt x="1020" y="54"/>
                    <a:pt x="1123" y="51"/>
                    <a:pt x="1223" y="31"/>
                  </a:cubicBezTo>
                  <a:cubicBezTo>
                    <a:pt x="1332" y="9"/>
                    <a:pt x="1667" y="10"/>
                    <a:pt x="1771" y="2"/>
                  </a:cubicBezTo>
                  <a:cubicBezTo>
                    <a:pt x="1786" y="1"/>
                    <a:pt x="1802" y="0"/>
                    <a:pt x="1816" y="6"/>
                  </a:cubicBezTo>
                  <a:cubicBezTo>
                    <a:pt x="1830" y="12"/>
                    <a:pt x="1840" y="29"/>
                    <a:pt x="1834" y="43"/>
                  </a:cubicBezTo>
                  <a:cubicBezTo>
                    <a:pt x="1829" y="58"/>
                    <a:pt x="1809" y="62"/>
                    <a:pt x="1793" y="63"/>
                  </a:cubicBezTo>
                  <a:cubicBezTo>
                    <a:pt x="1516" y="93"/>
                    <a:pt x="1239" y="123"/>
                    <a:pt x="962" y="153"/>
                  </a:cubicBezTo>
                  <a:cubicBezTo>
                    <a:pt x="883" y="161"/>
                    <a:pt x="804" y="170"/>
                    <a:pt x="725" y="170"/>
                  </a:cubicBezTo>
                  <a:cubicBezTo>
                    <a:pt x="617" y="170"/>
                    <a:pt x="510" y="155"/>
                    <a:pt x="402" y="150"/>
                  </a:cubicBezTo>
                  <a:cubicBezTo>
                    <a:pt x="271" y="143"/>
                    <a:pt x="139" y="149"/>
                    <a:pt x="8" y="155"/>
                  </a:cubicBezTo>
                  <a:cubicBezTo>
                    <a:pt x="11" y="137"/>
                    <a:pt x="7" y="116"/>
                    <a:pt x="11" y="100"/>
                  </a:cubicBezTo>
                  <a:cubicBezTo>
                    <a:pt x="19" y="69"/>
                    <a:pt x="0" y="83"/>
                    <a:pt x="31" y="71"/>
                  </a:cubicBezTo>
                  <a:cubicBezTo>
                    <a:pt x="59" y="60"/>
                    <a:pt x="112" y="70"/>
                    <a:pt x="142" y="69"/>
                  </a:cubicBezTo>
                </a:path>
              </a:pathLst>
            </a:custGeom>
            <a:solidFill>
              <a:srgbClr val="AF7C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38" name="Freeform 50">
              <a:extLst>
                <a:ext uri="{FF2B5EF4-FFF2-40B4-BE49-F238E27FC236}">
                  <a16:creationId xmlns:a16="http://schemas.microsoft.com/office/drawing/2014/main" id="{386BDE3D-6C96-4727-9F49-57DD9E61F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626" y="3446463"/>
              <a:ext cx="1806575" cy="2028825"/>
            </a:xfrm>
            <a:custGeom>
              <a:avLst/>
              <a:gdLst>
                <a:gd name="T0" fmla="*/ 851 w 1034"/>
                <a:gd name="T1" fmla="*/ 450 h 1162"/>
                <a:gd name="T2" fmla="*/ 767 w 1034"/>
                <a:gd name="T3" fmla="*/ 1033 h 1162"/>
                <a:gd name="T4" fmla="*/ 677 w 1034"/>
                <a:gd name="T5" fmla="*/ 1039 h 1162"/>
                <a:gd name="T6" fmla="*/ 700 w 1034"/>
                <a:gd name="T7" fmla="*/ 405 h 1162"/>
                <a:gd name="T8" fmla="*/ 222 w 1034"/>
                <a:gd name="T9" fmla="*/ 636 h 1162"/>
                <a:gd name="T10" fmla="*/ 279 w 1034"/>
                <a:gd name="T11" fmla="*/ 1074 h 1162"/>
                <a:gd name="T12" fmla="*/ 188 w 1034"/>
                <a:gd name="T13" fmla="*/ 1092 h 1162"/>
                <a:gd name="T14" fmla="*/ 233 w 1034"/>
                <a:gd name="T15" fmla="*/ 182 h 1162"/>
                <a:gd name="T16" fmla="*/ 851 w 1034"/>
                <a:gd name="T17" fmla="*/ 450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4" h="1162">
                  <a:moveTo>
                    <a:pt x="851" y="450"/>
                  </a:moveTo>
                  <a:cubicBezTo>
                    <a:pt x="851" y="450"/>
                    <a:pt x="668" y="716"/>
                    <a:pt x="767" y="1033"/>
                  </a:cubicBezTo>
                  <a:cubicBezTo>
                    <a:pt x="790" y="1108"/>
                    <a:pt x="711" y="1153"/>
                    <a:pt x="677" y="1039"/>
                  </a:cubicBezTo>
                  <a:cubicBezTo>
                    <a:pt x="578" y="703"/>
                    <a:pt x="666" y="458"/>
                    <a:pt x="700" y="405"/>
                  </a:cubicBezTo>
                  <a:cubicBezTo>
                    <a:pt x="700" y="405"/>
                    <a:pt x="241" y="251"/>
                    <a:pt x="222" y="636"/>
                  </a:cubicBezTo>
                  <a:cubicBezTo>
                    <a:pt x="214" y="813"/>
                    <a:pt x="258" y="982"/>
                    <a:pt x="279" y="1074"/>
                  </a:cubicBezTo>
                  <a:cubicBezTo>
                    <a:pt x="300" y="1162"/>
                    <a:pt x="204" y="1158"/>
                    <a:pt x="188" y="1092"/>
                  </a:cubicBezTo>
                  <a:cubicBezTo>
                    <a:pt x="167" y="1008"/>
                    <a:pt x="0" y="468"/>
                    <a:pt x="233" y="182"/>
                  </a:cubicBezTo>
                  <a:cubicBezTo>
                    <a:pt x="381" y="0"/>
                    <a:pt x="1034" y="20"/>
                    <a:pt x="851" y="450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1" name="Freeform 53">
              <a:extLst>
                <a:ext uri="{FF2B5EF4-FFF2-40B4-BE49-F238E27FC236}">
                  <a16:creationId xmlns:a16="http://schemas.microsoft.com/office/drawing/2014/main" id="{3823C825-52E2-4D56-A858-06FCC2850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088" y="3651250"/>
              <a:ext cx="1149350" cy="1112838"/>
            </a:xfrm>
            <a:custGeom>
              <a:avLst/>
              <a:gdLst>
                <a:gd name="T0" fmla="*/ 609 w 658"/>
                <a:gd name="T1" fmla="*/ 412 h 637"/>
                <a:gd name="T2" fmla="*/ 240 w 658"/>
                <a:gd name="T3" fmla="*/ 586 h 637"/>
                <a:gd name="T4" fmla="*/ 48 w 658"/>
                <a:gd name="T5" fmla="*/ 226 h 637"/>
                <a:gd name="T6" fmla="*/ 417 w 658"/>
                <a:gd name="T7" fmla="*/ 52 h 637"/>
                <a:gd name="T8" fmla="*/ 609 w 658"/>
                <a:gd name="T9" fmla="*/ 412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8" h="637">
                  <a:moveTo>
                    <a:pt x="609" y="412"/>
                  </a:moveTo>
                  <a:cubicBezTo>
                    <a:pt x="560" y="559"/>
                    <a:pt x="395" y="637"/>
                    <a:pt x="240" y="586"/>
                  </a:cubicBezTo>
                  <a:cubicBezTo>
                    <a:pt x="85" y="534"/>
                    <a:pt x="0" y="373"/>
                    <a:pt x="48" y="226"/>
                  </a:cubicBezTo>
                  <a:cubicBezTo>
                    <a:pt x="97" y="78"/>
                    <a:pt x="263" y="0"/>
                    <a:pt x="417" y="52"/>
                  </a:cubicBezTo>
                  <a:cubicBezTo>
                    <a:pt x="572" y="103"/>
                    <a:pt x="658" y="264"/>
                    <a:pt x="609" y="412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2" name="Freeform 54">
              <a:extLst>
                <a:ext uri="{FF2B5EF4-FFF2-40B4-BE49-F238E27FC236}">
                  <a16:creationId xmlns:a16="http://schemas.microsoft.com/office/drawing/2014/main" id="{7B072116-8595-4D5D-980B-693B502C1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876" y="3754438"/>
              <a:ext cx="957263" cy="968375"/>
            </a:xfrm>
            <a:custGeom>
              <a:avLst/>
              <a:gdLst>
                <a:gd name="T0" fmla="*/ 507 w 548"/>
                <a:gd name="T1" fmla="*/ 367 h 554"/>
                <a:gd name="T2" fmla="*/ 200 w 548"/>
                <a:gd name="T3" fmla="*/ 511 h 554"/>
                <a:gd name="T4" fmla="*/ 41 w 548"/>
                <a:gd name="T5" fmla="*/ 212 h 554"/>
                <a:gd name="T6" fmla="*/ 326 w 548"/>
                <a:gd name="T7" fmla="*/ 134 h 554"/>
                <a:gd name="T8" fmla="*/ 507 w 548"/>
                <a:gd name="T9" fmla="*/ 367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54">
                  <a:moveTo>
                    <a:pt x="507" y="367"/>
                  </a:moveTo>
                  <a:cubicBezTo>
                    <a:pt x="466" y="489"/>
                    <a:pt x="329" y="554"/>
                    <a:pt x="200" y="511"/>
                  </a:cubicBezTo>
                  <a:cubicBezTo>
                    <a:pt x="71" y="469"/>
                    <a:pt x="0" y="335"/>
                    <a:pt x="41" y="212"/>
                  </a:cubicBezTo>
                  <a:cubicBezTo>
                    <a:pt x="81" y="89"/>
                    <a:pt x="251" y="0"/>
                    <a:pt x="326" y="134"/>
                  </a:cubicBezTo>
                  <a:cubicBezTo>
                    <a:pt x="475" y="76"/>
                    <a:pt x="548" y="244"/>
                    <a:pt x="507" y="367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3" name="Freeform 55">
              <a:extLst>
                <a:ext uri="{FF2B5EF4-FFF2-40B4-BE49-F238E27FC236}">
                  <a16:creationId xmlns:a16="http://schemas.microsoft.com/office/drawing/2014/main" id="{DCE5055E-482D-4085-A458-5173D8589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038" y="4148138"/>
              <a:ext cx="415925" cy="234950"/>
            </a:xfrm>
            <a:custGeom>
              <a:avLst/>
              <a:gdLst>
                <a:gd name="T0" fmla="*/ 189 w 238"/>
                <a:gd name="T1" fmla="*/ 110 h 135"/>
                <a:gd name="T2" fmla="*/ 26 w 238"/>
                <a:gd name="T3" fmla="*/ 126 h 135"/>
                <a:gd name="T4" fmla="*/ 0 w 238"/>
                <a:gd name="T5" fmla="*/ 135 h 135"/>
                <a:gd name="T6" fmla="*/ 41 w 238"/>
                <a:gd name="T7" fmla="*/ 57 h 135"/>
                <a:gd name="T8" fmla="*/ 141 w 238"/>
                <a:gd name="T9" fmla="*/ 4 h 135"/>
                <a:gd name="T10" fmla="*/ 204 w 238"/>
                <a:gd name="T11" fmla="*/ 13 h 135"/>
                <a:gd name="T12" fmla="*/ 189 w 238"/>
                <a:gd name="T13" fmla="*/ 11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135">
                  <a:moveTo>
                    <a:pt x="189" y="110"/>
                  </a:moveTo>
                  <a:cubicBezTo>
                    <a:pt x="154" y="118"/>
                    <a:pt x="82" y="96"/>
                    <a:pt x="26" y="126"/>
                  </a:cubicBezTo>
                  <a:cubicBezTo>
                    <a:pt x="11" y="133"/>
                    <a:pt x="3" y="119"/>
                    <a:pt x="0" y="135"/>
                  </a:cubicBezTo>
                  <a:cubicBezTo>
                    <a:pt x="8" y="98"/>
                    <a:pt x="16" y="85"/>
                    <a:pt x="41" y="57"/>
                  </a:cubicBezTo>
                  <a:cubicBezTo>
                    <a:pt x="72" y="22"/>
                    <a:pt x="125" y="7"/>
                    <a:pt x="141" y="4"/>
                  </a:cubicBezTo>
                  <a:cubicBezTo>
                    <a:pt x="170" y="0"/>
                    <a:pt x="195" y="8"/>
                    <a:pt x="204" y="13"/>
                  </a:cubicBezTo>
                  <a:cubicBezTo>
                    <a:pt x="238" y="33"/>
                    <a:pt x="234" y="100"/>
                    <a:pt x="189" y="110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4" name="Freeform 56">
              <a:extLst>
                <a:ext uri="{FF2B5EF4-FFF2-40B4-BE49-F238E27FC236}">
                  <a16:creationId xmlns:a16="http://schemas.microsoft.com/office/drawing/2014/main" id="{77DBDD9E-5F0A-4BDB-92DE-C906C917B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288" y="4341813"/>
              <a:ext cx="331788" cy="220663"/>
            </a:xfrm>
            <a:custGeom>
              <a:avLst/>
              <a:gdLst>
                <a:gd name="T0" fmla="*/ 183 w 190"/>
                <a:gd name="T1" fmla="*/ 87 h 126"/>
                <a:gd name="T2" fmla="*/ 78 w 190"/>
                <a:gd name="T3" fmla="*/ 110 h 126"/>
                <a:gd name="T4" fmla="*/ 8 w 190"/>
                <a:gd name="T5" fmla="*/ 29 h 126"/>
                <a:gd name="T6" fmla="*/ 109 w 190"/>
                <a:gd name="T7" fmla="*/ 16 h 126"/>
                <a:gd name="T8" fmla="*/ 183 w 190"/>
                <a:gd name="T9" fmla="*/ 87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126">
                  <a:moveTo>
                    <a:pt x="183" y="87"/>
                  </a:moveTo>
                  <a:cubicBezTo>
                    <a:pt x="175" y="110"/>
                    <a:pt x="126" y="126"/>
                    <a:pt x="78" y="110"/>
                  </a:cubicBezTo>
                  <a:cubicBezTo>
                    <a:pt x="30" y="94"/>
                    <a:pt x="0" y="52"/>
                    <a:pt x="8" y="29"/>
                  </a:cubicBezTo>
                  <a:cubicBezTo>
                    <a:pt x="16" y="6"/>
                    <a:pt x="61" y="0"/>
                    <a:pt x="109" y="16"/>
                  </a:cubicBezTo>
                  <a:cubicBezTo>
                    <a:pt x="157" y="32"/>
                    <a:pt x="190" y="64"/>
                    <a:pt x="183" y="87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5" name="Freeform 57">
              <a:extLst>
                <a:ext uri="{FF2B5EF4-FFF2-40B4-BE49-F238E27FC236}">
                  <a16:creationId xmlns:a16="http://schemas.microsoft.com/office/drawing/2014/main" id="{1FC796A2-7F2F-4FA0-ADBF-B540DEA3C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776" y="4235450"/>
              <a:ext cx="322263" cy="392113"/>
            </a:xfrm>
            <a:custGeom>
              <a:avLst/>
              <a:gdLst>
                <a:gd name="T0" fmla="*/ 30 w 184"/>
                <a:gd name="T1" fmla="*/ 91 h 225"/>
                <a:gd name="T2" fmla="*/ 152 w 184"/>
                <a:gd name="T3" fmla="*/ 201 h 225"/>
                <a:gd name="T4" fmla="*/ 160 w 184"/>
                <a:gd name="T5" fmla="*/ 225 h 225"/>
                <a:gd name="T6" fmla="*/ 181 w 184"/>
                <a:gd name="T7" fmla="*/ 137 h 225"/>
                <a:gd name="T8" fmla="*/ 131 w 184"/>
                <a:gd name="T9" fmla="*/ 35 h 225"/>
                <a:gd name="T10" fmla="*/ 76 w 184"/>
                <a:gd name="T11" fmla="*/ 4 h 225"/>
                <a:gd name="T12" fmla="*/ 30 w 184"/>
                <a:gd name="T13" fmla="*/ 9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4" h="225">
                  <a:moveTo>
                    <a:pt x="30" y="91"/>
                  </a:moveTo>
                  <a:cubicBezTo>
                    <a:pt x="53" y="118"/>
                    <a:pt x="124" y="144"/>
                    <a:pt x="152" y="201"/>
                  </a:cubicBezTo>
                  <a:cubicBezTo>
                    <a:pt x="159" y="216"/>
                    <a:pt x="167" y="210"/>
                    <a:pt x="160" y="225"/>
                  </a:cubicBezTo>
                  <a:cubicBezTo>
                    <a:pt x="176" y="190"/>
                    <a:pt x="184" y="175"/>
                    <a:pt x="181" y="137"/>
                  </a:cubicBezTo>
                  <a:cubicBezTo>
                    <a:pt x="177" y="90"/>
                    <a:pt x="143" y="47"/>
                    <a:pt x="131" y="35"/>
                  </a:cubicBezTo>
                  <a:cubicBezTo>
                    <a:pt x="111" y="14"/>
                    <a:pt x="86" y="5"/>
                    <a:pt x="76" y="4"/>
                  </a:cubicBezTo>
                  <a:cubicBezTo>
                    <a:pt x="37" y="0"/>
                    <a:pt x="0" y="56"/>
                    <a:pt x="30" y="91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6" name="Freeform 58">
              <a:extLst>
                <a:ext uri="{FF2B5EF4-FFF2-40B4-BE49-F238E27FC236}">
                  <a16:creationId xmlns:a16="http://schemas.microsoft.com/office/drawing/2014/main" id="{7B4D734B-CBA3-4C48-A2E0-FE55CD915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051" y="4500563"/>
              <a:ext cx="252413" cy="120650"/>
            </a:xfrm>
            <a:custGeom>
              <a:avLst/>
              <a:gdLst>
                <a:gd name="T0" fmla="*/ 0 w 144"/>
                <a:gd name="T1" fmla="*/ 0 h 69"/>
                <a:gd name="T2" fmla="*/ 144 w 144"/>
                <a:gd name="T3" fmla="*/ 48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4" h="69">
                  <a:moveTo>
                    <a:pt x="0" y="0"/>
                  </a:moveTo>
                  <a:cubicBezTo>
                    <a:pt x="0" y="0"/>
                    <a:pt x="48" y="69"/>
                    <a:pt x="144" y="48"/>
                  </a:cubicBezTo>
                </a:path>
              </a:pathLst>
            </a:custGeom>
            <a:noFill/>
            <a:ln w="14288" cap="rnd">
              <a:solidFill>
                <a:srgbClr val="835C3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7" name="Freeform 59">
              <a:extLst>
                <a:ext uri="{FF2B5EF4-FFF2-40B4-BE49-F238E27FC236}">
                  <a16:creationId xmlns:a16="http://schemas.microsoft.com/office/drawing/2014/main" id="{AE7A1A1A-E1F6-4EF9-B5F3-5332AC871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688" y="4360863"/>
              <a:ext cx="153988" cy="98425"/>
            </a:xfrm>
            <a:custGeom>
              <a:avLst/>
              <a:gdLst>
                <a:gd name="T0" fmla="*/ 88 w 88"/>
                <a:gd name="T1" fmla="*/ 56 h 56"/>
                <a:gd name="T2" fmla="*/ 0 w 88"/>
                <a:gd name="T3" fmla="*/ 0 h 56"/>
                <a:gd name="T4" fmla="*/ 88 w 88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56">
                  <a:moveTo>
                    <a:pt x="88" y="56"/>
                  </a:moveTo>
                  <a:cubicBezTo>
                    <a:pt x="88" y="56"/>
                    <a:pt x="70" y="16"/>
                    <a:pt x="0" y="0"/>
                  </a:cubicBezTo>
                  <a:lnTo>
                    <a:pt x="88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8" name="Freeform 60">
              <a:extLst>
                <a:ext uri="{FF2B5EF4-FFF2-40B4-BE49-F238E27FC236}">
                  <a16:creationId xmlns:a16="http://schemas.microsoft.com/office/drawing/2014/main" id="{60769409-0B55-4B7E-800E-50E6ECDB9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151" y="4249738"/>
              <a:ext cx="179388" cy="49213"/>
            </a:xfrm>
            <a:custGeom>
              <a:avLst/>
              <a:gdLst>
                <a:gd name="T0" fmla="*/ 0 w 103"/>
                <a:gd name="T1" fmla="*/ 22 h 29"/>
                <a:gd name="T2" fmla="*/ 103 w 103"/>
                <a:gd name="T3" fmla="*/ 29 h 29"/>
                <a:gd name="T4" fmla="*/ 0 w 103"/>
                <a:gd name="T5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29">
                  <a:moveTo>
                    <a:pt x="0" y="22"/>
                  </a:moveTo>
                  <a:cubicBezTo>
                    <a:pt x="0" y="22"/>
                    <a:pt x="38" y="0"/>
                    <a:pt x="103" y="29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9" name="Freeform 61">
              <a:extLst>
                <a:ext uri="{FF2B5EF4-FFF2-40B4-BE49-F238E27FC236}">
                  <a16:creationId xmlns:a16="http://schemas.microsoft.com/office/drawing/2014/main" id="{00A292AC-C66B-4AB4-BD92-5D3F242BD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201" y="3517900"/>
              <a:ext cx="274638" cy="284163"/>
            </a:xfrm>
            <a:custGeom>
              <a:avLst/>
              <a:gdLst>
                <a:gd name="T0" fmla="*/ 0 w 173"/>
                <a:gd name="T1" fmla="*/ 153 h 179"/>
                <a:gd name="T2" fmla="*/ 11 w 173"/>
                <a:gd name="T3" fmla="*/ 57 h 179"/>
                <a:gd name="T4" fmla="*/ 34 w 173"/>
                <a:gd name="T5" fmla="*/ 123 h 179"/>
                <a:gd name="T6" fmla="*/ 102 w 173"/>
                <a:gd name="T7" fmla="*/ 0 h 179"/>
                <a:gd name="T8" fmla="*/ 79 w 173"/>
                <a:gd name="T9" fmla="*/ 138 h 179"/>
                <a:gd name="T10" fmla="*/ 173 w 173"/>
                <a:gd name="T11" fmla="*/ 76 h 179"/>
                <a:gd name="T12" fmla="*/ 79 w 173"/>
                <a:gd name="T13" fmla="*/ 179 h 179"/>
                <a:gd name="T14" fmla="*/ 0 w 173"/>
                <a:gd name="T15" fmla="*/ 15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179">
                  <a:moveTo>
                    <a:pt x="0" y="153"/>
                  </a:moveTo>
                  <a:lnTo>
                    <a:pt x="11" y="57"/>
                  </a:lnTo>
                  <a:lnTo>
                    <a:pt x="34" y="123"/>
                  </a:lnTo>
                  <a:lnTo>
                    <a:pt x="102" y="0"/>
                  </a:lnTo>
                  <a:lnTo>
                    <a:pt x="79" y="138"/>
                  </a:lnTo>
                  <a:lnTo>
                    <a:pt x="173" y="76"/>
                  </a:lnTo>
                  <a:lnTo>
                    <a:pt x="79" y="179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0" name="Freeform 62">
              <a:extLst>
                <a:ext uri="{FF2B5EF4-FFF2-40B4-BE49-F238E27FC236}">
                  <a16:creationId xmlns:a16="http://schemas.microsoft.com/office/drawing/2014/main" id="{8310E6EA-F79D-477D-95D4-4F7FD031C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563" y="5300663"/>
              <a:ext cx="66675" cy="209550"/>
            </a:xfrm>
            <a:custGeom>
              <a:avLst/>
              <a:gdLst>
                <a:gd name="T0" fmla="*/ 17 w 38"/>
                <a:gd name="T1" fmla="*/ 39 h 120"/>
                <a:gd name="T2" fmla="*/ 0 w 38"/>
                <a:gd name="T3" fmla="*/ 120 h 120"/>
                <a:gd name="T4" fmla="*/ 20 w 38"/>
                <a:gd name="T5" fmla="*/ 98 h 120"/>
                <a:gd name="T6" fmla="*/ 37 w 38"/>
                <a:gd name="T7" fmla="*/ 36 h 120"/>
                <a:gd name="T8" fmla="*/ 32 w 38"/>
                <a:gd name="T9" fmla="*/ 11 h 120"/>
                <a:gd name="T10" fmla="*/ 12 w 38"/>
                <a:gd name="T11" fmla="*/ 10 h 120"/>
                <a:gd name="T12" fmla="*/ 17 w 38"/>
                <a:gd name="T13" fmla="*/ 3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120">
                  <a:moveTo>
                    <a:pt x="17" y="39"/>
                  </a:moveTo>
                  <a:cubicBezTo>
                    <a:pt x="16" y="66"/>
                    <a:pt x="13" y="95"/>
                    <a:pt x="0" y="120"/>
                  </a:cubicBezTo>
                  <a:cubicBezTo>
                    <a:pt x="9" y="115"/>
                    <a:pt x="15" y="106"/>
                    <a:pt x="20" y="98"/>
                  </a:cubicBezTo>
                  <a:cubicBezTo>
                    <a:pt x="30" y="79"/>
                    <a:pt x="36" y="57"/>
                    <a:pt x="37" y="36"/>
                  </a:cubicBezTo>
                  <a:cubicBezTo>
                    <a:pt x="38" y="27"/>
                    <a:pt x="37" y="18"/>
                    <a:pt x="32" y="11"/>
                  </a:cubicBezTo>
                  <a:cubicBezTo>
                    <a:pt x="27" y="4"/>
                    <a:pt x="15" y="0"/>
                    <a:pt x="12" y="10"/>
                  </a:cubicBezTo>
                  <a:cubicBezTo>
                    <a:pt x="11" y="16"/>
                    <a:pt x="17" y="31"/>
                    <a:pt x="17" y="39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1" name="Freeform 63">
              <a:extLst>
                <a:ext uri="{FF2B5EF4-FFF2-40B4-BE49-F238E27FC236}">
                  <a16:creationId xmlns:a16="http://schemas.microsoft.com/office/drawing/2014/main" id="{E0BEC2E0-2E48-40FE-801A-AE0221975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5308600"/>
              <a:ext cx="65088" cy="209550"/>
            </a:xfrm>
            <a:custGeom>
              <a:avLst/>
              <a:gdLst>
                <a:gd name="T0" fmla="*/ 16 w 37"/>
                <a:gd name="T1" fmla="*/ 39 h 120"/>
                <a:gd name="T2" fmla="*/ 0 w 37"/>
                <a:gd name="T3" fmla="*/ 120 h 120"/>
                <a:gd name="T4" fmla="*/ 19 w 37"/>
                <a:gd name="T5" fmla="*/ 98 h 120"/>
                <a:gd name="T6" fmla="*/ 36 w 37"/>
                <a:gd name="T7" fmla="*/ 36 h 120"/>
                <a:gd name="T8" fmla="*/ 32 w 37"/>
                <a:gd name="T9" fmla="*/ 11 h 120"/>
                <a:gd name="T10" fmla="*/ 11 w 37"/>
                <a:gd name="T11" fmla="*/ 10 h 120"/>
                <a:gd name="T12" fmla="*/ 16 w 37"/>
                <a:gd name="T13" fmla="*/ 3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20">
                  <a:moveTo>
                    <a:pt x="16" y="39"/>
                  </a:moveTo>
                  <a:cubicBezTo>
                    <a:pt x="15" y="66"/>
                    <a:pt x="12" y="95"/>
                    <a:pt x="0" y="120"/>
                  </a:cubicBezTo>
                  <a:cubicBezTo>
                    <a:pt x="8" y="115"/>
                    <a:pt x="14" y="106"/>
                    <a:pt x="19" y="98"/>
                  </a:cubicBezTo>
                  <a:cubicBezTo>
                    <a:pt x="29" y="79"/>
                    <a:pt x="35" y="57"/>
                    <a:pt x="36" y="36"/>
                  </a:cubicBezTo>
                  <a:cubicBezTo>
                    <a:pt x="37" y="27"/>
                    <a:pt x="36" y="18"/>
                    <a:pt x="32" y="11"/>
                  </a:cubicBezTo>
                  <a:cubicBezTo>
                    <a:pt x="26" y="4"/>
                    <a:pt x="14" y="0"/>
                    <a:pt x="11" y="10"/>
                  </a:cubicBezTo>
                  <a:cubicBezTo>
                    <a:pt x="10" y="16"/>
                    <a:pt x="16" y="31"/>
                    <a:pt x="16" y="39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2" name="Freeform 64">
              <a:extLst>
                <a:ext uri="{FF2B5EF4-FFF2-40B4-BE49-F238E27FC236}">
                  <a16:creationId xmlns:a16="http://schemas.microsoft.com/office/drawing/2014/main" id="{0DF80163-2663-4E22-A1AD-F425A02DD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338" y="5319713"/>
              <a:ext cx="65088" cy="209550"/>
            </a:xfrm>
            <a:custGeom>
              <a:avLst/>
              <a:gdLst>
                <a:gd name="T0" fmla="*/ 17 w 37"/>
                <a:gd name="T1" fmla="*/ 39 h 120"/>
                <a:gd name="T2" fmla="*/ 0 w 37"/>
                <a:gd name="T3" fmla="*/ 120 h 120"/>
                <a:gd name="T4" fmla="*/ 20 w 37"/>
                <a:gd name="T5" fmla="*/ 98 h 120"/>
                <a:gd name="T6" fmla="*/ 37 w 37"/>
                <a:gd name="T7" fmla="*/ 36 h 120"/>
                <a:gd name="T8" fmla="*/ 32 w 37"/>
                <a:gd name="T9" fmla="*/ 11 h 120"/>
                <a:gd name="T10" fmla="*/ 12 w 37"/>
                <a:gd name="T11" fmla="*/ 10 h 120"/>
                <a:gd name="T12" fmla="*/ 17 w 37"/>
                <a:gd name="T13" fmla="*/ 3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20">
                  <a:moveTo>
                    <a:pt x="17" y="39"/>
                  </a:moveTo>
                  <a:cubicBezTo>
                    <a:pt x="16" y="66"/>
                    <a:pt x="13" y="95"/>
                    <a:pt x="0" y="120"/>
                  </a:cubicBezTo>
                  <a:cubicBezTo>
                    <a:pt x="9" y="115"/>
                    <a:pt x="15" y="106"/>
                    <a:pt x="20" y="98"/>
                  </a:cubicBezTo>
                  <a:cubicBezTo>
                    <a:pt x="30" y="79"/>
                    <a:pt x="36" y="57"/>
                    <a:pt x="37" y="36"/>
                  </a:cubicBezTo>
                  <a:cubicBezTo>
                    <a:pt x="37" y="27"/>
                    <a:pt x="37" y="18"/>
                    <a:pt x="32" y="11"/>
                  </a:cubicBezTo>
                  <a:cubicBezTo>
                    <a:pt x="27" y="4"/>
                    <a:pt x="15" y="0"/>
                    <a:pt x="12" y="10"/>
                  </a:cubicBezTo>
                  <a:cubicBezTo>
                    <a:pt x="10" y="16"/>
                    <a:pt x="17" y="31"/>
                    <a:pt x="17" y="39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6" name="Freeform 68">
              <a:extLst>
                <a:ext uri="{FF2B5EF4-FFF2-40B4-BE49-F238E27FC236}">
                  <a16:creationId xmlns:a16="http://schemas.microsoft.com/office/drawing/2014/main" id="{77CA7150-B963-4132-B005-CE5EDDBE0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813" y="5303838"/>
              <a:ext cx="92075" cy="228600"/>
            </a:xfrm>
            <a:custGeom>
              <a:avLst/>
              <a:gdLst>
                <a:gd name="T0" fmla="*/ 28 w 53"/>
                <a:gd name="T1" fmla="*/ 44 h 131"/>
                <a:gd name="T2" fmla="*/ 0 w 53"/>
                <a:gd name="T3" fmla="*/ 131 h 131"/>
                <a:gd name="T4" fmla="*/ 24 w 53"/>
                <a:gd name="T5" fmla="*/ 109 h 131"/>
                <a:gd name="T6" fmla="*/ 51 w 53"/>
                <a:gd name="T7" fmla="*/ 43 h 131"/>
                <a:gd name="T8" fmla="*/ 49 w 53"/>
                <a:gd name="T9" fmla="*/ 15 h 131"/>
                <a:gd name="T10" fmla="*/ 27 w 53"/>
                <a:gd name="T11" fmla="*/ 11 h 131"/>
                <a:gd name="T12" fmla="*/ 28 w 53"/>
                <a:gd name="T13" fmla="*/ 4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131">
                  <a:moveTo>
                    <a:pt x="28" y="44"/>
                  </a:moveTo>
                  <a:cubicBezTo>
                    <a:pt x="24" y="74"/>
                    <a:pt x="17" y="106"/>
                    <a:pt x="0" y="131"/>
                  </a:cubicBezTo>
                  <a:cubicBezTo>
                    <a:pt x="10" y="127"/>
                    <a:pt x="18" y="118"/>
                    <a:pt x="24" y="109"/>
                  </a:cubicBezTo>
                  <a:cubicBezTo>
                    <a:pt x="38" y="90"/>
                    <a:pt x="47" y="67"/>
                    <a:pt x="51" y="43"/>
                  </a:cubicBezTo>
                  <a:cubicBezTo>
                    <a:pt x="53" y="34"/>
                    <a:pt x="53" y="24"/>
                    <a:pt x="49" y="15"/>
                  </a:cubicBezTo>
                  <a:cubicBezTo>
                    <a:pt x="44" y="7"/>
                    <a:pt x="31" y="0"/>
                    <a:pt x="27" y="11"/>
                  </a:cubicBezTo>
                  <a:cubicBezTo>
                    <a:pt x="24" y="17"/>
                    <a:pt x="30" y="36"/>
                    <a:pt x="28" y="44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7" name="Freeform 69">
              <a:extLst>
                <a:ext uri="{FF2B5EF4-FFF2-40B4-BE49-F238E27FC236}">
                  <a16:creationId xmlns:a16="http://schemas.microsoft.com/office/drawing/2014/main" id="{766EA5DD-89E6-4FA4-8024-D74FC9774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5321300"/>
              <a:ext cx="93663" cy="228600"/>
            </a:xfrm>
            <a:custGeom>
              <a:avLst/>
              <a:gdLst>
                <a:gd name="T0" fmla="*/ 29 w 53"/>
                <a:gd name="T1" fmla="*/ 43 h 131"/>
                <a:gd name="T2" fmla="*/ 0 w 53"/>
                <a:gd name="T3" fmla="*/ 131 h 131"/>
                <a:gd name="T4" fmla="*/ 24 w 53"/>
                <a:gd name="T5" fmla="*/ 109 h 131"/>
                <a:gd name="T6" fmla="*/ 51 w 53"/>
                <a:gd name="T7" fmla="*/ 42 h 131"/>
                <a:gd name="T8" fmla="*/ 49 w 53"/>
                <a:gd name="T9" fmla="*/ 15 h 131"/>
                <a:gd name="T10" fmla="*/ 27 w 53"/>
                <a:gd name="T11" fmla="*/ 11 h 131"/>
                <a:gd name="T12" fmla="*/ 29 w 53"/>
                <a:gd name="T13" fmla="*/ 4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131">
                  <a:moveTo>
                    <a:pt x="29" y="43"/>
                  </a:moveTo>
                  <a:cubicBezTo>
                    <a:pt x="24" y="74"/>
                    <a:pt x="17" y="105"/>
                    <a:pt x="0" y="131"/>
                  </a:cubicBezTo>
                  <a:cubicBezTo>
                    <a:pt x="10" y="127"/>
                    <a:pt x="18" y="118"/>
                    <a:pt x="24" y="109"/>
                  </a:cubicBezTo>
                  <a:cubicBezTo>
                    <a:pt x="38" y="89"/>
                    <a:pt x="47" y="66"/>
                    <a:pt x="51" y="42"/>
                  </a:cubicBezTo>
                  <a:cubicBezTo>
                    <a:pt x="53" y="33"/>
                    <a:pt x="53" y="23"/>
                    <a:pt x="49" y="15"/>
                  </a:cubicBezTo>
                  <a:cubicBezTo>
                    <a:pt x="44" y="6"/>
                    <a:pt x="32" y="0"/>
                    <a:pt x="27" y="11"/>
                  </a:cubicBezTo>
                  <a:cubicBezTo>
                    <a:pt x="25" y="17"/>
                    <a:pt x="30" y="35"/>
                    <a:pt x="29" y="43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8" name="Freeform 70">
              <a:extLst>
                <a:ext uri="{FF2B5EF4-FFF2-40B4-BE49-F238E27FC236}">
                  <a16:creationId xmlns:a16="http://schemas.microsoft.com/office/drawing/2014/main" id="{F11CDCF6-12D5-4E59-9FC3-6C388BD19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8701" y="5335588"/>
              <a:ext cx="93663" cy="227013"/>
            </a:xfrm>
            <a:custGeom>
              <a:avLst/>
              <a:gdLst>
                <a:gd name="T0" fmla="*/ 29 w 54"/>
                <a:gd name="T1" fmla="*/ 43 h 130"/>
                <a:gd name="T2" fmla="*/ 0 w 54"/>
                <a:gd name="T3" fmla="*/ 130 h 130"/>
                <a:gd name="T4" fmla="*/ 25 w 54"/>
                <a:gd name="T5" fmla="*/ 108 h 130"/>
                <a:gd name="T6" fmla="*/ 52 w 54"/>
                <a:gd name="T7" fmla="*/ 42 h 130"/>
                <a:gd name="T8" fmla="*/ 49 w 54"/>
                <a:gd name="T9" fmla="*/ 14 h 130"/>
                <a:gd name="T10" fmla="*/ 27 w 54"/>
                <a:gd name="T11" fmla="*/ 10 h 130"/>
                <a:gd name="T12" fmla="*/ 29 w 54"/>
                <a:gd name="T13" fmla="*/ 43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130">
                  <a:moveTo>
                    <a:pt x="29" y="43"/>
                  </a:moveTo>
                  <a:cubicBezTo>
                    <a:pt x="24" y="73"/>
                    <a:pt x="18" y="105"/>
                    <a:pt x="0" y="130"/>
                  </a:cubicBezTo>
                  <a:cubicBezTo>
                    <a:pt x="11" y="126"/>
                    <a:pt x="18" y="117"/>
                    <a:pt x="25" y="108"/>
                  </a:cubicBezTo>
                  <a:cubicBezTo>
                    <a:pt x="38" y="89"/>
                    <a:pt x="48" y="66"/>
                    <a:pt x="52" y="42"/>
                  </a:cubicBezTo>
                  <a:cubicBezTo>
                    <a:pt x="53" y="33"/>
                    <a:pt x="54" y="23"/>
                    <a:pt x="49" y="14"/>
                  </a:cubicBezTo>
                  <a:cubicBezTo>
                    <a:pt x="45" y="6"/>
                    <a:pt x="32" y="0"/>
                    <a:pt x="27" y="10"/>
                  </a:cubicBezTo>
                  <a:cubicBezTo>
                    <a:pt x="25" y="16"/>
                    <a:pt x="30" y="35"/>
                    <a:pt x="29" y="43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2" name="Freeform 114">
              <a:extLst>
                <a:ext uri="{FF2B5EF4-FFF2-40B4-BE49-F238E27FC236}">
                  <a16:creationId xmlns:a16="http://schemas.microsoft.com/office/drawing/2014/main" id="{FA0E1CE2-1B55-4B82-8852-BD042BE61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863" y="4257675"/>
              <a:ext cx="153988" cy="215900"/>
            </a:xfrm>
            <a:custGeom>
              <a:avLst/>
              <a:gdLst>
                <a:gd name="T0" fmla="*/ 74 w 88"/>
                <a:gd name="T1" fmla="*/ 46 h 124"/>
                <a:gd name="T2" fmla="*/ 11 w 88"/>
                <a:gd name="T3" fmla="*/ 0 h 124"/>
                <a:gd name="T4" fmla="*/ 13 w 88"/>
                <a:gd name="T5" fmla="*/ 78 h 124"/>
                <a:gd name="T6" fmla="*/ 76 w 88"/>
                <a:gd name="T7" fmla="*/ 124 h 124"/>
                <a:gd name="T8" fmla="*/ 74 w 88"/>
                <a:gd name="T9" fmla="*/ 4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24">
                  <a:moveTo>
                    <a:pt x="74" y="46"/>
                  </a:moveTo>
                  <a:cubicBezTo>
                    <a:pt x="61" y="21"/>
                    <a:pt x="37" y="4"/>
                    <a:pt x="11" y="0"/>
                  </a:cubicBezTo>
                  <a:cubicBezTo>
                    <a:pt x="0" y="24"/>
                    <a:pt x="0" y="53"/>
                    <a:pt x="13" y="78"/>
                  </a:cubicBezTo>
                  <a:cubicBezTo>
                    <a:pt x="26" y="104"/>
                    <a:pt x="50" y="120"/>
                    <a:pt x="76" y="124"/>
                  </a:cubicBezTo>
                  <a:cubicBezTo>
                    <a:pt x="87" y="100"/>
                    <a:pt x="88" y="71"/>
                    <a:pt x="74" y="46"/>
                  </a:cubicBezTo>
                </a:path>
              </a:pathLst>
            </a:custGeom>
            <a:solidFill>
              <a:srgbClr val="007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3" name="Line 115">
              <a:extLst>
                <a:ext uri="{FF2B5EF4-FFF2-40B4-BE49-F238E27FC236}">
                  <a16:creationId xmlns:a16="http://schemas.microsoft.com/office/drawing/2014/main" id="{1BAE08B5-2CA3-4470-87D7-2095880E9D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41813" y="4191000"/>
              <a:ext cx="55563" cy="96838"/>
            </a:xfrm>
            <a:prstGeom prst="line">
              <a:avLst/>
            </a:prstGeom>
            <a:noFill/>
            <a:ln w="14288" cap="rnd">
              <a:solidFill>
                <a:srgbClr val="00711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848" name="Group 847">
            <a:extLst>
              <a:ext uri="{FF2B5EF4-FFF2-40B4-BE49-F238E27FC236}">
                <a16:creationId xmlns:a16="http://schemas.microsoft.com/office/drawing/2014/main" id="{0AC7F561-055F-4BF3-A676-11DBF268E305}"/>
              </a:ext>
            </a:extLst>
          </p:cNvPr>
          <p:cNvGrpSpPr/>
          <p:nvPr/>
        </p:nvGrpSpPr>
        <p:grpSpPr>
          <a:xfrm>
            <a:off x="5235734" y="-6505"/>
            <a:ext cx="2024063" cy="3971926"/>
            <a:chOff x="5494338" y="-14288"/>
            <a:chExt cx="2024063" cy="3971926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C9C801A4-0023-4B0A-8DC3-AFC31FD1F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9313" y="119063"/>
              <a:ext cx="1014413" cy="3716338"/>
            </a:xfrm>
            <a:custGeom>
              <a:avLst/>
              <a:gdLst>
                <a:gd name="T0" fmla="*/ 563 w 581"/>
                <a:gd name="T1" fmla="*/ 101 h 2128"/>
                <a:gd name="T2" fmla="*/ 540 w 581"/>
                <a:gd name="T3" fmla="*/ 26 h 2128"/>
                <a:gd name="T4" fmla="*/ 486 w 581"/>
                <a:gd name="T5" fmla="*/ 41 h 2128"/>
                <a:gd name="T6" fmla="*/ 475 w 581"/>
                <a:gd name="T7" fmla="*/ 126 h 2128"/>
                <a:gd name="T8" fmla="*/ 479 w 581"/>
                <a:gd name="T9" fmla="*/ 724 h 2128"/>
                <a:gd name="T10" fmla="*/ 438 w 581"/>
                <a:gd name="T11" fmla="*/ 979 h 2128"/>
                <a:gd name="T12" fmla="*/ 150 w 581"/>
                <a:gd name="T13" fmla="*/ 899 h 2128"/>
                <a:gd name="T14" fmla="*/ 143 w 581"/>
                <a:gd name="T15" fmla="*/ 681 h 2128"/>
                <a:gd name="T16" fmla="*/ 124 w 581"/>
                <a:gd name="T17" fmla="*/ 185 h 2128"/>
                <a:gd name="T18" fmla="*/ 89 w 581"/>
                <a:gd name="T19" fmla="*/ 11 h 2128"/>
                <a:gd name="T20" fmla="*/ 36 w 581"/>
                <a:gd name="T21" fmla="*/ 108 h 2128"/>
                <a:gd name="T22" fmla="*/ 43 w 581"/>
                <a:gd name="T23" fmla="*/ 962 h 2128"/>
                <a:gd name="T24" fmla="*/ 164 w 581"/>
                <a:gd name="T25" fmla="*/ 2106 h 2128"/>
                <a:gd name="T26" fmla="*/ 307 w 581"/>
                <a:gd name="T27" fmla="*/ 1553 h 2128"/>
                <a:gd name="T28" fmla="*/ 468 w 581"/>
                <a:gd name="T29" fmla="*/ 2116 h 2128"/>
                <a:gd name="T30" fmla="*/ 550 w 581"/>
                <a:gd name="T31" fmla="*/ 1505 h 2128"/>
                <a:gd name="T32" fmla="*/ 563 w 581"/>
                <a:gd name="T33" fmla="*/ 101 h 2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1" h="2128">
                  <a:moveTo>
                    <a:pt x="563" y="101"/>
                  </a:moveTo>
                  <a:cubicBezTo>
                    <a:pt x="562" y="79"/>
                    <a:pt x="560" y="35"/>
                    <a:pt x="540" y="26"/>
                  </a:cubicBezTo>
                  <a:cubicBezTo>
                    <a:pt x="521" y="17"/>
                    <a:pt x="496" y="23"/>
                    <a:pt x="486" y="41"/>
                  </a:cubicBezTo>
                  <a:cubicBezTo>
                    <a:pt x="476" y="59"/>
                    <a:pt x="475" y="105"/>
                    <a:pt x="475" y="126"/>
                  </a:cubicBezTo>
                  <a:cubicBezTo>
                    <a:pt x="476" y="325"/>
                    <a:pt x="477" y="525"/>
                    <a:pt x="479" y="724"/>
                  </a:cubicBezTo>
                  <a:cubicBezTo>
                    <a:pt x="479" y="813"/>
                    <a:pt x="489" y="907"/>
                    <a:pt x="438" y="979"/>
                  </a:cubicBezTo>
                  <a:cubicBezTo>
                    <a:pt x="335" y="997"/>
                    <a:pt x="213" y="983"/>
                    <a:pt x="150" y="899"/>
                  </a:cubicBezTo>
                  <a:cubicBezTo>
                    <a:pt x="101" y="835"/>
                    <a:pt x="142" y="761"/>
                    <a:pt x="143" y="681"/>
                  </a:cubicBezTo>
                  <a:cubicBezTo>
                    <a:pt x="146" y="516"/>
                    <a:pt x="122" y="350"/>
                    <a:pt x="124" y="185"/>
                  </a:cubicBezTo>
                  <a:cubicBezTo>
                    <a:pt x="125" y="131"/>
                    <a:pt x="141" y="27"/>
                    <a:pt x="89" y="11"/>
                  </a:cubicBezTo>
                  <a:cubicBezTo>
                    <a:pt x="51" y="0"/>
                    <a:pt x="40" y="69"/>
                    <a:pt x="36" y="108"/>
                  </a:cubicBezTo>
                  <a:cubicBezTo>
                    <a:pt x="0" y="441"/>
                    <a:pt x="41" y="628"/>
                    <a:pt x="43" y="962"/>
                  </a:cubicBezTo>
                  <a:cubicBezTo>
                    <a:pt x="44" y="1212"/>
                    <a:pt x="57" y="2104"/>
                    <a:pt x="164" y="2106"/>
                  </a:cubicBezTo>
                  <a:cubicBezTo>
                    <a:pt x="253" y="2108"/>
                    <a:pt x="143" y="1564"/>
                    <a:pt x="307" y="1553"/>
                  </a:cubicBezTo>
                  <a:cubicBezTo>
                    <a:pt x="453" y="1543"/>
                    <a:pt x="387" y="2128"/>
                    <a:pt x="468" y="2116"/>
                  </a:cubicBezTo>
                  <a:cubicBezTo>
                    <a:pt x="549" y="2104"/>
                    <a:pt x="536" y="1573"/>
                    <a:pt x="550" y="1505"/>
                  </a:cubicBezTo>
                  <a:cubicBezTo>
                    <a:pt x="568" y="1421"/>
                    <a:pt x="581" y="488"/>
                    <a:pt x="563" y="101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2" name="Oval 13">
              <a:extLst>
                <a:ext uri="{FF2B5EF4-FFF2-40B4-BE49-F238E27FC236}">
                  <a16:creationId xmlns:a16="http://schemas.microsoft.com/office/drawing/2014/main" id="{DC4ABDDE-EC9A-46EB-8AC4-669648C9C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0938" y="2163763"/>
              <a:ext cx="442913" cy="603250"/>
            </a:xfrm>
            <a:prstGeom prst="ellipse">
              <a:avLst/>
            </a:pr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19" name="Freeform 31">
              <a:extLst>
                <a:ext uri="{FF2B5EF4-FFF2-40B4-BE49-F238E27FC236}">
                  <a16:creationId xmlns:a16="http://schemas.microsoft.com/office/drawing/2014/main" id="{D9473FB1-681B-48EC-991D-164844278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7726" y="1285875"/>
              <a:ext cx="1076325" cy="1028700"/>
            </a:xfrm>
            <a:custGeom>
              <a:avLst/>
              <a:gdLst>
                <a:gd name="T0" fmla="*/ 603 w 616"/>
                <a:gd name="T1" fmla="*/ 320 h 589"/>
                <a:gd name="T2" fmla="*/ 284 w 616"/>
                <a:gd name="T3" fmla="*/ 574 h 589"/>
                <a:gd name="T4" fmla="*/ 14 w 616"/>
                <a:gd name="T5" fmla="*/ 268 h 589"/>
                <a:gd name="T6" fmla="*/ 333 w 616"/>
                <a:gd name="T7" fmla="*/ 14 h 589"/>
                <a:gd name="T8" fmla="*/ 603 w 616"/>
                <a:gd name="T9" fmla="*/ 32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" h="589">
                  <a:moveTo>
                    <a:pt x="603" y="320"/>
                  </a:moveTo>
                  <a:cubicBezTo>
                    <a:pt x="589" y="475"/>
                    <a:pt x="446" y="589"/>
                    <a:pt x="284" y="574"/>
                  </a:cubicBezTo>
                  <a:cubicBezTo>
                    <a:pt x="121" y="560"/>
                    <a:pt x="0" y="423"/>
                    <a:pt x="14" y="268"/>
                  </a:cubicBezTo>
                  <a:cubicBezTo>
                    <a:pt x="28" y="113"/>
                    <a:pt x="171" y="0"/>
                    <a:pt x="333" y="14"/>
                  </a:cubicBezTo>
                  <a:cubicBezTo>
                    <a:pt x="496" y="28"/>
                    <a:pt x="616" y="166"/>
                    <a:pt x="603" y="320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0" name="Freeform 32">
              <a:extLst>
                <a:ext uri="{FF2B5EF4-FFF2-40B4-BE49-F238E27FC236}">
                  <a16:creationId xmlns:a16="http://schemas.microsoft.com/office/drawing/2014/main" id="{4411804D-D652-4561-BA66-A4507FFD9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5038" y="1371600"/>
              <a:ext cx="893763" cy="909638"/>
            </a:xfrm>
            <a:custGeom>
              <a:avLst/>
              <a:gdLst>
                <a:gd name="T0" fmla="*/ 500 w 512"/>
                <a:gd name="T1" fmla="*/ 298 h 521"/>
                <a:gd name="T2" fmla="*/ 235 w 512"/>
                <a:gd name="T3" fmla="*/ 509 h 521"/>
                <a:gd name="T4" fmla="*/ 11 w 512"/>
                <a:gd name="T5" fmla="*/ 254 h 521"/>
                <a:gd name="T6" fmla="*/ 270 w 512"/>
                <a:gd name="T7" fmla="*/ 113 h 521"/>
                <a:gd name="T8" fmla="*/ 500 w 512"/>
                <a:gd name="T9" fmla="*/ 298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2" h="521">
                  <a:moveTo>
                    <a:pt x="500" y="298"/>
                  </a:moveTo>
                  <a:cubicBezTo>
                    <a:pt x="489" y="427"/>
                    <a:pt x="370" y="521"/>
                    <a:pt x="235" y="509"/>
                  </a:cubicBezTo>
                  <a:cubicBezTo>
                    <a:pt x="100" y="497"/>
                    <a:pt x="0" y="383"/>
                    <a:pt x="11" y="254"/>
                  </a:cubicBezTo>
                  <a:cubicBezTo>
                    <a:pt x="22" y="126"/>
                    <a:pt x="167" y="0"/>
                    <a:pt x="270" y="113"/>
                  </a:cubicBezTo>
                  <a:cubicBezTo>
                    <a:pt x="402" y="22"/>
                    <a:pt x="512" y="169"/>
                    <a:pt x="500" y="298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1" name="Freeform 33">
              <a:extLst>
                <a:ext uri="{FF2B5EF4-FFF2-40B4-BE49-F238E27FC236}">
                  <a16:creationId xmlns:a16="http://schemas.microsoft.com/office/drawing/2014/main" id="{BCEF391E-AF3F-498D-8203-128C2C72A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1551" y="1779588"/>
              <a:ext cx="385763" cy="296863"/>
            </a:xfrm>
            <a:custGeom>
              <a:avLst/>
              <a:gdLst>
                <a:gd name="T0" fmla="*/ 179 w 221"/>
                <a:gd name="T1" fmla="*/ 102 h 170"/>
                <a:gd name="T2" fmla="*/ 24 w 221"/>
                <a:gd name="T3" fmla="*/ 155 h 170"/>
                <a:gd name="T4" fmla="*/ 1 w 221"/>
                <a:gd name="T5" fmla="*/ 170 h 170"/>
                <a:gd name="T6" fmla="*/ 23 w 221"/>
                <a:gd name="T7" fmla="*/ 84 h 170"/>
                <a:gd name="T8" fmla="*/ 108 w 221"/>
                <a:gd name="T9" fmla="*/ 10 h 170"/>
                <a:gd name="T10" fmla="*/ 171 w 221"/>
                <a:gd name="T11" fmla="*/ 4 h 170"/>
                <a:gd name="T12" fmla="*/ 179 w 221"/>
                <a:gd name="T13" fmla="*/ 10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170">
                  <a:moveTo>
                    <a:pt x="179" y="102"/>
                  </a:moveTo>
                  <a:cubicBezTo>
                    <a:pt x="147" y="118"/>
                    <a:pt x="72" y="114"/>
                    <a:pt x="24" y="155"/>
                  </a:cubicBezTo>
                  <a:cubicBezTo>
                    <a:pt x="11" y="166"/>
                    <a:pt x="0" y="154"/>
                    <a:pt x="1" y="170"/>
                  </a:cubicBezTo>
                  <a:cubicBezTo>
                    <a:pt x="0" y="132"/>
                    <a:pt x="5" y="118"/>
                    <a:pt x="23" y="84"/>
                  </a:cubicBezTo>
                  <a:cubicBezTo>
                    <a:pt x="45" y="43"/>
                    <a:pt x="93" y="17"/>
                    <a:pt x="108" y="10"/>
                  </a:cubicBezTo>
                  <a:cubicBezTo>
                    <a:pt x="135" y="0"/>
                    <a:pt x="161" y="1"/>
                    <a:pt x="171" y="4"/>
                  </a:cubicBezTo>
                  <a:cubicBezTo>
                    <a:pt x="209" y="16"/>
                    <a:pt x="221" y="82"/>
                    <a:pt x="179" y="102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2" name="Freeform 34">
              <a:extLst>
                <a:ext uri="{FF2B5EF4-FFF2-40B4-BE49-F238E27FC236}">
                  <a16:creationId xmlns:a16="http://schemas.microsoft.com/office/drawing/2014/main" id="{552916F4-80C1-40D9-838E-04C654BDD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0151" y="1960563"/>
              <a:ext cx="328613" cy="188913"/>
            </a:xfrm>
            <a:custGeom>
              <a:avLst/>
              <a:gdLst>
                <a:gd name="T0" fmla="*/ 186 w 188"/>
                <a:gd name="T1" fmla="*/ 56 h 108"/>
                <a:gd name="T2" fmla="*/ 89 w 188"/>
                <a:gd name="T3" fmla="*/ 103 h 108"/>
                <a:gd name="T4" fmla="*/ 2 w 188"/>
                <a:gd name="T5" fmla="*/ 40 h 108"/>
                <a:gd name="T6" fmla="*/ 98 w 188"/>
                <a:gd name="T7" fmla="*/ 4 h 108"/>
                <a:gd name="T8" fmla="*/ 186 w 188"/>
                <a:gd name="T9" fmla="*/ 5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108">
                  <a:moveTo>
                    <a:pt x="186" y="56"/>
                  </a:moveTo>
                  <a:cubicBezTo>
                    <a:pt x="183" y="80"/>
                    <a:pt x="140" y="108"/>
                    <a:pt x="89" y="103"/>
                  </a:cubicBezTo>
                  <a:cubicBezTo>
                    <a:pt x="38" y="99"/>
                    <a:pt x="0" y="64"/>
                    <a:pt x="2" y="40"/>
                  </a:cubicBezTo>
                  <a:cubicBezTo>
                    <a:pt x="4" y="16"/>
                    <a:pt x="47" y="0"/>
                    <a:pt x="98" y="4"/>
                  </a:cubicBezTo>
                  <a:cubicBezTo>
                    <a:pt x="148" y="9"/>
                    <a:pt x="188" y="32"/>
                    <a:pt x="186" y="56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3" name="Freeform 35">
              <a:extLst>
                <a:ext uri="{FF2B5EF4-FFF2-40B4-BE49-F238E27FC236}">
                  <a16:creationId xmlns:a16="http://schemas.microsoft.com/office/drawing/2014/main" id="{8546AB72-79E7-42B1-B2A4-4D9210C2B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9063" y="1806575"/>
              <a:ext cx="361950" cy="341313"/>
            </a:xfrm>
            <a:custGeom>
              <a:avLst/>
              <a:gdLst>
                <a:gd name="T0" fmla="*/ 38 w 207"/>
                <a:gd name="T1" fmla="*/ 96 h 196"/>
                <a:gd name="T2" fmla="*/ 181 w 207"/>
                <a:gd name="T3" fmla="*/ 175 h 196"/>
                <a:gd name="T4" fmla="*/ 195 w 207"/>
                <a:gd name="T5" fmla="*/ 196 h 196"/>
                <a:gd name="T6" fmla="*/ 195 w 207"/>
                <a:gd name="T7" fmla="*/ 106 h 196"/>
                <a:gd name="T8" fmla="*/ 123 w 207"/>
                <a:gd name="T9" fmla="*/ 18 h 196"/>
                <a:gd name="T10" fmla="*/ 63 w 207"/>
                <a:gd name="T11" fmla="*/ 1 h 196"/>
                <a:gd name="T12" fmla="*/ 38 w 207"/>
                <a:gd name="T13" fmla="*/ 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" h="196">
                  <a:moveTo>
                    <a:pt x="38" y="96"/>
                  </a:moveTo>
                  <a:cubicBezTo>
                    <a:pt x="66" y="117"/>
                    <a:pt x="141" y="126"/>
                    <a:pt x="181" y="175"/>
                  </a:cubicBezTo>
                  <a:cubicBezTo>
                    <a:pt x="192" y="188"/>
                    <a:pt x="199" y="181"/>
                    <a:pt x="195" y="196"/>
                  </a:cubicBezTo>
                  <a:cubicBezTo>
                    <a:pt x="202" y="159"/>
                    <a:pt x="207" y="142"/>
                    <a:pt x="195" y="106"/>
                  </a:cubicBezTo>
                  <a:cubicBezTo>
                    <a:pt x="180" y="61"/>
                    <a:pt x="137" y="27"/>
                    <a:pt x="123" y="18"/>
                  </a:cubicBezTo>
                  <a:cubicBezTo>
                    <a:pt x="99" y="3"/>
                    <a:pt x="73" y="0"/>
                    <a:pt x="63" y="1"/>
                  </a:cubicBezTo>
                  <a:cubicBezTo>
                    <a:pt x="23" y="6"/>
                    <a:pt x="0" y="68"/>
                    <a:pt x="38" y="96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4" name="Freeform 36">
              <a:extLst>
                <a:ext uri="{FF2B5EF4-FFF2-40B4-BE49-F238E27FC236}">
                  <a16:creationId xmlns:a16="http://schemas.microsoft.com/office/drawing/2014/main" id="{A596A359-61F9-4D74-A2B5-6D70E2908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0788" y="2139950"/>
              <a:ext cx="263525" cy="96838"/>
            </a:xfrm>
            <a:custGeom>
              <a:avLst/>
              <a:gdLst>
                <a:gd name="T0" fmla="*/ 0 w 151"/>
                <a:gd name="T1" fmla="*/ 0 h 56"/>
                <a:gd name="T2" fmla="*/ 151 w 151"/>
                <a:gd name="T3" fmla="*/ 1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56">
                  <a:moveTo>
                    <a:pt x="0" y="0"/>
                  </a:moveTo>
                  <a:cubicBezTo>
                    <a:pt x="0" y="0"/>
                    <a:pt x="62" y="56"/>
                    <a:pt x="151" y="13"/>
                  </a:cubicBezTo>
                </a:path>
              </a:pathLst>
            </a:custGeom>
            <a:noFill/>
            <a:ln w="14288" cap="rnd">
              <a:solidFill>
                <a:srgbClr val="835C3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5" name="Freeform 37">
              <a:extLst>
                <a:ext uri="{FF2B5EF4-FFF2-40B4-BE49-F238E27FC236}">
                  <a16:creationId xmlns:a16="http://schemas.microsoft.com/office/drawing/2014/main" id="{13D85525-3E9B-48B7-BB24-EC327A375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1613" y="1906588"/>
              <a:ext cx="168275" cy="61913"/>
            </a:xfrm>
            <a:custGeom>
              <a:avLst/>
              <a:gdLst>
                <a:gd name="T0" fmla="*/ 0 w 97"/>
                <a:gd name="T1" fmla="*/ 0 h 35"/>
                <a:gd name="T2" fmla="*/ 97 w 97"/>
                <a:gd name="T3" fmla="*/ 35 h 35"/>
                <a:gd name="T4" fmla="*/ 0 w 97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35">
                  <a:moveTo>
                    <a:pt x="0" y="0"/>
                  </a:moveTo>
                  <a:cubicBezTo>
                    <a:pt x="0" y="0"/>
                    <a:pt x="26" y="35"/>
                    <a:pt x="97" y="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6" name="Freeform 38">
              <a:extLst>
                <a:ext uri="{FF2B5EF4-FFF2-40B4-BE49-F238E27FC236}">
                  <a16:creationId xmlns:a16="http://schemas.microsoft.com/office/drawing/2014/main" id="{E8A9FFF5-6085-4193-BD5E-65979304E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51" y="1889125"/>
              <a:ext cx="177800" cy="52388"/>
            </a:xfrm>
            <a:custGeom>
              <a:avLst/>
              <a:gdLst>
                <a:gd name="T0" fmla="*/ 102 w 102"/>
                <a:gd name="T1" fmla="*/ 0 h 30"/>
                <a:gd name="T2" fmla="*/ 0 w 102"/>
                <a:gd name="T3" fmla="*/ 17 h 30"/>
                <a:gd name="T4" fmla="*/ 102 w 102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30">
                  <a:moveTo>
                    <a:pt x="102" y="0"/>
                  </a:moveTo>
                  <a:cubicBezTo>
                    <a:pt x="102" y="0"/>
                    <a:pt x="70" y="30"/>
                    <a:pt x="0" y="17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27" name="Freeform 39">
              <a:extLst>
                <a:ext uri="{FF2B5EF4-FFF2-40B4-BE49-F238E27FC236}">
                  <a16:creationId xmlns:a16="http://schemas.microsoft.com/office/drawing/2014/main" id="{8B9F34A6-7EF4-43DC-9140-384AA2F19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676" y="1073150"/>
              <a:ext cx="257175" cy="284163"/>
            </a:xfrm>
            <a:custGeom>
              <a:avLst/>
              <a:gdLst>
                <a:gd name="T0" fmla="*/ 10 w 162"/>
                <a:gd name="T1" fmla="*/ 171 h 179"/>
                <a:gd name="T2" fmla="*/ 0 w 162"/>
                <a:gd name="T3" fmla="*/ 75 h 179"/>
                <a:gd name="T4" fmla="*/ 37 w 162"/>
                <a:gd name="T5" fmla="*/ 136 h 179"/>
                <a:gd name="T6" fmla="*/ 75 w 162"/>
                <a:gd name="T7" fmla="*/ 0 h 179"/>
                <a:gd name="T8" fmla="*/ 85 w 162"/>
                <a:gd name="T9" fmla="*/ 139 h 179"/>
                <a:gd name="T10" fmla="*/ 162 w 162"/>
                <a:gd name="T11" fmla="*/ 58 h 179"/>
                <a:gd name="T12" fmla="*/ 94 w 162"/>
                <a:gd name="T13" fmla="*/ 179 h 179"/>
                <a:gd name="T14" fmla="*/ 10 w 162"/>
                <a:gd name="T15" fmla="*/ 171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" h="179">
                  <a:moveTo>
                    <a:pt x="10" y="171"/>
                  </a:moveTo>
                  <a:lnTo>
                    <a:pt x="0" y="75"/>
                  </a:lnTo>
                  <a:lnTo>
                    <a:pt x="37" y="136"/>
                  </a:lnTo>
                  <a:lnTo>
                    <a:pt x="75" y="0"/>
                  </a:lnTo>
                  <a:lnTo>
                    <a:pt x="85" y="139"/>
                  </a:lnTo>
                  <a:lnTo>
                    <a:pt x="162" y="58"/>
                  </a:lnTo>
                  <a:lnTo>
                    <a:pt x="94" y="179"/>
                  </a:lnTo>
                  <a:lnTo>
                    <a:pt x="10" y="171"/>
                  </a:lnTo>
                  <a:close/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59" name="Freeform 71">
              <a:extLst>
                <a:ext uri="{FF2B5EF4-FFF2-40B4-BE49-F238E27FC236}">
                  <a16:creationId xmlns:a16="http://schemas.microsoft.com/office/drawing/2014/main" id="{DDCFB499-48A6-48D5-BDEC-FD06ED2C4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4338" y="-14288"/>
              <a:ext cx="2024063" cy="381000"/>
            </a:xfrm>
            <a:custGeom>
              <a:avLst/>
              <a:gdLst>
                <a:gd name="T0" fmla="*/ 283 w 1159"/>
                <a:gd name="T1" fmla="*/ 187 h 218"/>
                <a:gd name="T2" fmla="*/ 619 w 1159"/>
                <a:gd name="T3" fmla="*/ 215 h 218"/>
                <a:gd name="T4" fmla="*/ 915 w 1159"/>
                <a:gd name="T5" fmla="*/ 176 h 218"/>
                <a:gd name="T6" fmla="*/ 1159 w 1159"/>
                <a:gd name="T7" fmla="*/ 13 h 218"/>
                <a:gd name="T8" fmla="*/ 1008 w 1159"/>
                <a:gd name="T9" fmla="*/ 55 h 218"/>
                <a:gd name="T10" fmla="*/ 181 w 1159"/>
                <a:gd name="T11" fmla="*/ 55 h 218"/>
                <a:gd name="T12" fmla="*/ 120 w 1159"/>
                <a:gd name="T13" fmla="*/ 10 h 218"/>
                <a:gd name="T14" fmla="*/ 0 w 1159"/>
                <a:gd name="T15" fmla="*/ 12 h 218"/>
                <a:gd name="T16" fmla="*/ 283 w 1159"/>
                <a:gd name="T17" fmla="*/ 18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9" h="218">
                  <a:moveTo>
                    <a:pt x="283" y="187"/>
                  </a:moveTo>
                  <a:cubicBezTo>
                    <a:pt x="392" y="215"/>
                    <a:pt x="506" y="218"/>
                    <a:pt x="619" y="215"/>
                  </a:cubicBezTo>
                  <a:cubicBezTo>
                    <a:pt x="719" y="213"/>
                    <a:pt x="819" y="206"/>
                    <a:pt x="915" y="176"/>
                  </a:cubicBezTo>
                  <a:cubicBezTo>
                    <a:pt x="1010" y="147"/>
                    <a:pt x="1100" y="94"/>
                    <a:pt x="1159" y="13"/>
                  </a:cubicBezTo>
                  <a:cubicBezTo>
                    <a:pt x="1107" y="0"/>
                    <a:pt x="1056" y="30"/>
                    <a:pt x="1008" y="55"/>
                  </a:cubicBezTo>
                  <a:cubicBezTo>
                    <a:pt x="754" y="187"/>
                    <a:pt x="435" y="187"/>
                    <a:pt x="181" y="55"/>
                  </a:cubicBezTo>
                  <a:cubicBezTo>
                    <a:pt x="161" y="44"/>
                    <a:pt x="144" y="23"/>
                    <a:pt x="120" y="10"/>
                  </a:cubicBezTo>
                  <a:cubicBezTo>
                    <a:pt x="85" y="3"/>
                    <a:pt x="35" y="15"/>
                    <a:pt x="0" y="12"/>
                  </a:cubicBezTo>
                  <a:cubicBezTo>
                    <a:pt x="50" y="99"/>
                    <a:pt x="190" y="162"/>
                    <a:pt x="283" y="187"/>
                  </a:cubicBezTo>
                </a:path>
              </a:pathLst>
            </a:custGeom>
            <a:solidFill>
              <a:srgbClr val="AF7C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0" name="Freeform 72">
              <a:extLst>
                <a:ext uri="{FF2B5EF4-FFF2-40B4-BE49-F238E27FC236}">
                  <a16:creationId xmlns:a16="http://schemas.microsoft.com/office/drawing/2014/main" id="{2BD060BE-FABD-44EC-A987-FEEE52265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8626" y="206375"/>
              <a:ext cx="52388" cy="230188"/>
            </a:xfrm>
            <a:custGeom>
              <a:avLst/>
              <a:gdLst>
                <a:gd name="T0" fmla="*/ 10 w 30"/>
                <a:gd name="T1" fmla="*/ 40 h 132"/>
                <a:gd name="T2" fmla="*/ 17 w 30"/>
                <a:gd name="T3" fmla="*/ 132 h 132"/>
                <a:gd name="T4" fmla="*/ 26 w 30"/>
                <a:gd name="T5" fmla="*/ 102 h 132"/>
                <a:gd name="T6" fmla="*/ 25 w 30"/>
                <a:gd name="T7" fmla="*/ 31 h 132"/>
                <a:gd name="T8" fmla="*/ 16 w 30"/>
                <a:gd name="T9" fmla="*/ 6 h 132"/>
                <a:gd name="T10" fmla="*/ 0 w 30"/>
                <a:gd name="T11" fmla="*/ 11 h 132"/>
                <a:gd name="T12" fmla="*/ 10 w 30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2">
                  <a:moveTo>
                    <a:pt x="10" y="40"/>
                  </a:moveTo>
                  <a:cubicBezTo>
                    <a:pt x="16" y="70"/>
                    <a:pt x="21" y="102"/>
                    <a:pt x="17" y="132"/>
                  </a:cubicBezTo>
                  <a:cubicBezTo>
                    <a:pt x="22" y="124"/>
                    <a:pt x="25" y="113"/>
                    <a:pt x="26" y="102"/>
                  </a:cubicBezTo>
                  <a:cubicBezTo>
                    <a:pt x="30" y="79"/>
                    <a:pt x="29" y="54"/>
                    <a:pt x="25" y="31"/>
                  </a:cubicBezTo>
                  <a:cubicBezTo>
                    <a:pt x="24" y="21"/>
                    <a:pt x="21" y="12"/>
                    <a:pt x="16" y="6"/>
                  </a:cubicBezTo>
                  <a:cubicBezTo>
                    <a:pt x="10" y="0"/>
                    <a:pt x="0" y="0"/>
                    <a:pt x="0" y="11"/>
                  </a:cubicBezTo>
                  <a:cubicBezTo>
                    <a:pt x="0" y="18"/>
                    <a:pt x="9" y="32"/>
                    <a:pt x="10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1" name="Freeform 73">
              <a:extLst>
                <a:ext uri="{FF2B5EF4-FFF2-40B4-BE49-F238E27FC236}">
                  <a16:creationId xmlns:a16="http://schemas.microsoft.com/office/drawing/2014/main" id="{2A6D7B4C-0C89-4664-9D05-BD557C658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1488" y="196850"/>
              <a:ext cx="52388" cy="231775"/>
            </a:xfrm>
            <a:custGeom>
              <a:avLst/>
              <a:gdLst>
                <a:gd name="T0" fmla="*/ 10 w 30"/>
                <a:gd name="T1" fmla="*/ 40 h 132"/>
                <a:gd name="T2" fmla="*/ 17 w 30"/>
                <a:gd name="T3" fmla="*/ 132 h 132"/>
                <a:gd name="T4" fmla="*/ 26 w 30"/>
                <a:gd name="T5" fmla="*/ 102 h 132"/>
                <a:gd name="T6" fmla="*/ 25 w 30"/>
                <a:gd name="T7" fmla="*/ 31 h 132"/>
                <a:gd name="T8" fmla="*/ 16 w 30"/>
                <a:gd name="T9" fmla="*/ 6 h 132"/>
                <a:gd name="T10" fmla="*/ 0 w 30"/>
                <a:gd name="T11" fmla="*/ 11 h 132"/>
                <a:gd name="T12" fmla="*/ 10 w 30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2">
                  <a:moveTo>
                    <a:pt x="10" y="40"/>
                  </a:moveTo>
                  <a:cubicBezTo>
                    <a:pt x="16" y="70"/>
                    <a:pt x="21" y="102"/>
                    <a:pt x="17" y="132"/>
                  </a:cubicBezTo>
                  <a:cubicBezTo>
                    <a:pt x="22" y="124"/>
                    <a:pt x="25" y="113"/>
                    <a:pt x="26" y="102"/>
                  </a:cubicBezTo>
                  <a:cubicBezTo>
                    <a:pt x="30" y="79"/>
                    <a:pt x="29" y="54"/>
                    <a:pt x="25" y="31"/>
                  </a:cubicBezTo>
                  <a:cubicBezTo>
                    <a:pt x="24" y="21"/>
                    <a:pt x="21" y="12"/>
                    <a:pt x="16" y="6"/>
                  </a:cubicBezTo>
                  <a:cubicBezTo>
                    <a:pt x="10" y="0"/>
                    <a:pt x="0" y="0"/>
                    <a:pt x="0" y="11"/>
                  </a:cubicBezTo>
                  <a:cubicBezTo>
                    <a:pt x="0" y="18"/>
                    <a:pt x="9" y="32"/>
                    <a:pt x="10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2" name="Freeform 74">
              <a:extLst>
                <a:ext uri="{FF2B5EF4-FFF2-40B4-BE49-F238E27FC236}">
                  <a16:creationId xmlns:a16="http://schemas.microsoft.com/office/drawing/2014/main" id="{DA4BFA9F-8BA1-4073-821C-AAD2390FB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4351" y="187325"/>
              <a:ext cx="49213" cy="230188"/>
            </a:xfrm>
            <a:custGeom>
              <a:avLst/>
              <a:gdLst>
                <a:gd name="T0" fmla="*/ 10 w 29"/>
                <a:gd name="T1" fmla="*/ 40 h 132"/>
                <a:gd name="T2" fmla="*/ 16 w 29"/>
                <a:gd name="T3" fmla="*/ 132 h 132"/>
                <a:gd name="T4" fmla="*/ 26 w 29"/>
                <a:gd name="T5" fmla="*/ 102 h 132"/>
                <a:gd name="T6" fmla="*/ 25 w 29"/>
                <a:gd name="T7" fmla="*/ 31 h 132"/>
                <a:gd name="T8" fmla="*/ 15 w 29"/>
                <a:gd name="T9" fmla="*/ 6 h 132"/>
                <a:gd name="T10" fmla="*/ 0 w 29"/>
                <a:gd name="T11" fmla="*/ 11 h 132"/>
                <a:gd name="T12" fmla="*/ 10 w 29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2">
                  <a:moveTo>
                    <a:pt x="10" y="40"/>
                  </a:moveTo>
                  <a:cubicBezTo>
                    <a:pt x="16" y="70"/>
                    <a:pt x="20" y="102"/>
                    <a:pt x="16" y="132"/>
                  </a:cubicBezTo>
                  <a:cubicBezTo>
                    <a:pt x="22" y="124"/>
                    <a:pt x="24" y="113"/>
                    <a:pt x="26" y="102"/>
                  </a:cubicBezTo>
                  <a:cubicBezTo>
                    <a:pt x="29" y="79"/>
                    <a:pt x="29" y="54"/>
                    <a:pt x="25" y="31"/>
                  </a:cubicBezTo>
                  <a:cubicBezTo>
                    <a:pt x="23" y="21"/>
                    <a:pt x="21" y="12"/>
                    <a:pt x="15" y="6"/>
                  </a:cubicBezTo>
                  <a:cubicBezTo>
                    <a:pt x="10" y="0"/>
                    <a:pt x="0" y="0"/>
                    <a:pt x="0" y="11"/>
                  </a:cubicBezTo>
                  <a:cubicBezTo>
                    <a:pt x="0" y="18"/>
                    <a:pt x="8" y="32"/>
                    <a:pt x="10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3" name="Freeform 75">
              <a:extLst>
                <a:ext uri="{FF2B5EF4-FFF2-40B4-BE49-F238E27FC236}">
                  <a16:creationId xmlns:a16="http://schemas.microsoft.com/office/drawing/2014/main" id="{5C144DFC-75FD-476B-AE2B-D3B4A8A32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9013" y="169863"/>
              <a:ext cx="52388" cy="230188"/>
            </a:xfrm>
            <a:custGeom>
              <a:avLst/>
              <a:gdLst>
                <a:gd name="T0" fmla="*/ 20 w 30"/>
                <a:gd name="T1" fmla="*/ 40 h 132"/>
                <a:gd name="T2" fmla="*/ 13 w 30"/>
                <a:gd name="T3" fmla="*/ 132 h 132"/>
                <a:gd name="T4" fmla="*/ 4 w 30"/>
                <a:gd name="T5" fmla="*/ 102 h 132"/>
                <a:gd name="T6" fmla="*/ 5 w 30"/>
                <a:gd name="T7" fmla="*/ 31 h 132"/>
                <a:gd name="T8" fmla="*/ 14 w 30"/>
                <a:gd name="T9" fmla="*/ 6 h 132"/>
                <a:gd name="T10" fmla="*/ 30 w 30"/>
                <a:gd name="T11" fmla="*/ 11 h 132"/>
                <a:gd name="T12" fmla="*/ 20 w 30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2">
                  <a:moveTo>
                    <a:pt x="20" y="40"/>
                  </a:moveTo>
                  <a:cubicBezTo>
                    <a:pt x="14" y="70"/>
                    <a:pt x="9" y="102"/>
                    <a:pt x="13" y="132"/>
                  </a:cubicBezTo>
                  <a:cubicBezTo>
                    <a:pt x="8" y="124"/>
                    <a:pt x="5" y="113"/>
                    <a:pt x="4" y="102"/>
                  </a:cubicBezTo>
                  <a:cubicBezTo>
                    <a:pt x="0" y="79"/>
                    <a:pt x="1" y="54"/>
                    <a:pt x="5" y="31"/>
                  </a:cubicBezTo>
                  <a:cubicBezTo>
                    <a:pt x="7" y="21"/>
                    <a:pt x="9" y="12"/>
                    <a:pt x="14" y="6"/>
                  </a:cubicBezTo>
                  <a:cubicBezTo>
                    <a:pt x="20" y="0"/>
                    <a:pt x="30" y="0"/>
                    <a:pt x="30" y="11"/>
                  </a:cubicBezTo>
                  <a:cubicBezTo>
                    <a:pt x="30" y="18"/>
                    <a:pt x="21" y="32"/>
                    <a:pt x="20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4" name="Freeform 76">
              <a:extLst>
                <a:ext uri="{FF2B5EF4-FFF2-40B4-BE49-F238E27FC236}">
                  <a16:creationId xmlns:a16="http://schemas.microsoft.com/office/drawing/2014/main" id="{B2155E8F-B686-49C0-88B3-2B37912AA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4563" y="160338"/>
              <a:ext cx="52388" cy="231775"/>
            </a:xfrm>
            <a:custGeom>
              <a:avLst/>
              <a:gdLst>
                <a:gd name="T0" fmla="*/ 20 w 30"/>
                <a:gd name="T1" fmla="*/ 40 h 132"/>
                <a:gd name="T2" fmla="*/ 13 w 30"/>
                <a:gd name="T3" fmla="*/ 132 h 132"/>
                <a:gd name="T4" fmla="*/ 4 w 30"/>
                <a:gd name="T5" fmla="*/ 102 h 132"/>
                <a:gd name="T6" fmla="*/ 5 w 30"/>
                <a:gd name="T7" fmla="*/ 31 h 132"/>
                <a:gd name="T8" fmla="*/ 14 w 30"/>
                <a:gd name="T9" fmla="*/ 6 h 132"/>
                <a:gd name="T10" fmla="*/ 30 w 30"/>
                <a:gd name="T11" fmla="*/ 11 h 132"/>
                <a:gd name="T12" fmla="*/ 20 w 30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2">
                  <a:moveTo>
                    <a:pt x="20" y="40"/>
                  </a:moveTo>
                  <a:cubicBezTo>
                    <a:pt x="14" y="70"/>
                    <a:pt x="9" y="102"/>
                    <a:pt x="13" y="132"/>
                  </a:cubicBezTo>
                  <a:cubicBezTo>
                    <a:pt x="8" y="124"/>
                    <a:pt x="5" y="113"/>
                    <a:pt x="4" y="102"/>
                  </a:cubicBezTo>
                  <a:cubicBezTo>
                    <a:pt x="0" y="79"/>
                    <a:pt x="1" y="54"/>
                    <a:pt x="5" y="31"/>
                  </a:cubicBezTo>
                  <a:cubicBezTo>
                    <a:pt x="6" y="21"/>
                    <a:pt x="9" y="12"/>
                    <a:pt x="14" y="6"/>
                  </a:cubicBezTo>
                  <a:cubicBezTo>
                    <a:pt x="20" y="0"/>
                    <a:pt x="30" y="0"/>
                    <a:pt x="30" y="11"/>
                  </a:cubicBezTo>
                  <a:cubicBezTo>
                    <a:pt x="30" y="18"/>
                    <a:pt x="21" y="32"/>
                    <a:pt x="20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5" name="Freeform 77">
              <a:extLst>
                <a:ext uri="{FF2B5EF4-FFF2-40B4-BE49-F238E27FC236}">
                  <a16:creationId xmlns:a16="http://schemas.microsoft.com/office/drawing/2014/main" id="{AEA19875-8D08-44A4-BAA9-03E6D5099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6" y="150813"/>
              <a:ext cx="50800" cy="230188"/>
            </a:xfrm>
            <a:custGeom>
              <a:avLst/>
              <a:gdLst>
                <a:gd name="T0" fmla="*/ 19 w 29"/>
                <a:gd name="T1" fmla="*/ 40 h 132"/>
                <a:gd name="T2" fmla="*/ 13 w 29"/>
                <a:gd name="T3" fmla="*/ 132 h 132"/>
                <a:gd name="T4" fmla="*/ 3 w 29"/>
                <a:gd name="T5" fmla="*/ 102 h 132"/>
                <a:gd name="T6" fmla="*/ 4 w 29"/>
                <a:gd name="T7" fmla="*/ 31 h 132"/>
                <a:gd name="T8" fmla="*/ 14 w 29"/>
                <a:gd name="T9" fmla="*/ 6 h 132"/>
                <a:gd name="T10" fmla="*/ 29 w 29"/>
                <a:gd name="T11" fmla="*/ 11 h 132"/>
                <a:gd name="T12" fmla="*/ 19 w 29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2">
                  <a:moveTo>
                    <a:pt x="19" y="40"/>
                  </a:moveTo>
                  <a:cubicBezTo>
                    <a:pt x="13" y="70"/>
                    <a:pt x="9" y="102"/>
                    <a:pt x="13" y="132"/>
                  </a:cubicBezTo>
                  <a:cubicBezTo>
                    <a:pt x="7" y="124"/>
                    <a:pt x="5" y="113"/>
                    <a:pt x="3" y="102"/>
                  </a:cubicBezTo>
                  <a:cubicBezTo>
                    <a:pt x="0" y="79"/>
                    <a:pt x="0" y="54"/>
                    <a:pt x="4" y="31"/>
                  </a:cubicBezTo>
                  <a:cubicBezTo>
                    <a:pt x="6" y="21"/>
                    <a:pt x="8" y="12"/>
                    <a:pt x="14" y="6"/>
                  </a:cubicBezTo>
                  <a:cubicBezTo>
                    <a:pt x="19" y="0"/>
                    <a:pt x="29" y="0"/>
                    <a:pt x="29" y="11"/>
                  </a:cubicBezTo>
                  <a:cubicBezTo>
                    <a:pt x="29" y="18"/>
                    <a:pt x="21" y="32"/>
                    <a:pt x="19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6" name="Freeform 78">
              <a:extLst>
                <a:ext uri="{FF2B5EF4-FFF2-40B4-BE49-F238E27FC236}">
                  <a16:creationId xmlns:a16="http://schemas.microsoft.com/office/drawing/2014/main" id="{A1E199FD-FB89-4127-8545-47988E0AE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9826" y="3716338"/>
              <a:ext cx="49213" cy="230188"/>
            </a:xfrm>
            <a:custGeom>
              <a:avLst/>
              <a:gdLst>
                <a:gd name="T0" fmla="*/ 19 w 29"/>
                <a:gd name="T1" fmla="*/ 40 h 132"/>
                <a:gd name="T2" fmla="*/ 13 w 29"/>
                <a:gd name="T3" fmla="*/ 132 h 132"/>
                <a:gd name="T4" fmla="*/ 3 w 29"/>
                <a:gd name="T5" fmla="*/ 102 h 132"/>
                <a:gd name="T6" fmla="*/ 4 w 29"/>
                <a:gd name="T7" fmla="*/ 31 h 132"/>
                <a:gd name="T8" fmla="*/ 14 w 29"/>
                <a:gd name="T9" fmla="*/ 6 h 132"/>
                <a:gd name="T10" fmla="*/ 29 w 29"/>
                <a:gd name="T11" fmla="*/ 12 h 132"/>
                <a:gd name="T12" fmla="*/ 19 w 29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2">
                  <a:moveTo>
                    <a:pt x="19" y="40"/>
                  </a:moveTo>
                  <a:cubicBezTo>
                    <a:pt x="13" y="70"/>
                    <a:pt x="9" y="102"/>
                    <a:pt x="13" y="132"/>
                  </a:cubicBezTo>
                  <a:cubicBezTo>
                    <a:pt x="7" y="125"/>
                    <a:pt x="4" y="113"/>
                    <a:pt x="3" y="102"/>
                  </a:cubicBezTo>
                  <a:cubicBezTo>
                    <a:pt x="0" y="79"/>
                    <a:pt x="0" y="54"/>
                    <a:pt x="4" y="31"/>
                  </a:cubicBezTo>
                  <a:cubicBezTo>
                    <a:pt x="6" y="22"/>
                    <a:pt x="8" y="12"/>
                    <a:pt x="14" y="6"/>
                  </a:cubicBezTo>
                  <a:cubicBezTo>
                    <a:pt x="19" y="0"/>
                    <a:pt x="29" y="0"/>
                    <a:pt x="29" y="12"/>
                  </a:cubicBezTo>
                  <a:cubicBezTo>
                    <a:pt x="29" y="18"/>
                    <a:pt x="20" y="33"/>
                    <a:pt x="19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7" name="Freeform 79">
              <a:extLst>
                <a:ext uri="{FF2B5EF4-FFF2-40B4-BE49-F238E27FC236}">
                  <a16:creationId xmlns:a16="http://schemas.microsoft.com/office/drawing/2014/main" id="{3B5D15E0-B40F-45FC-AF2B-840476BCE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788" y="3708400"/>
              <a:ext cx="52388" cy="230188"/>
            </a:xfrm>
            <a:custGeom>
              <a:avLst/>
              <a:gdLst>
                <a:gd name="T0" fmla="*/ 20 w 30"/>
                <a:gd name="T1" fmla="*/ 40 h 132"/>
                <a:gd name="T2" fmla="*/ 14 w 30"/>
                <a:gd name="T3" fmla="*/ 132 h 132"/>
                <a:gd name="T4" fmla="*/ 4 w 30"/>
                <a:gd name="T5" fmla="*/ 102 h 132"/>
                <a:gd name="T6" fmla="*/ 5 w 30"/>
                <a:gd name="T7" fmla="*/ 31 h 132"/>
                <a:gd name="T8" fmla="*/ 15 w 30"/>
                <a:gd name="T9" fmla="*/ 6 h 132"/>
                <a:gd name="T10" fmla="*/ 30 w 30"/>
                <a:gd name="T11" fmla="*/ 12 h 132"/>
                <a:gd name="T12" fmla="*/ 20 w 30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2">
                  <a:moveTo>
                    <a:pt x="20" y="40"/>
                  </a:moveTo>
                  <a:cubicBezTo>
                    <a:pt x="14" y="70"/>
                    <a:pt x="9" y="102"/>
                    <a:pt x="14" y="132"/>
                  </a:cubicBezTo>
                  <a:cubicBezTo>
                    <a:pt x="8" y="124"/>
                    <a:pt x="5" y="113"/>
                    <a:pt x="4" y="102"/>
                  </a:cubicBezTo>
                  <a:cubicBezTo>
                    <a:pt x="0" y="79"/>
                    <a:pt x="1" y="54"/>
                    <a:pt x="5" y="31"/>
                  </a:cubicBezTo>
                  <a:cubicBezTo>
                    <a:pt x="7" y="22"/>
                    <a:pt x="9" y="12"/>
                    <a:pt x="15" y="6"/>
                  </a:cubicBezTo>
                  <a:cubicBezTo>
                    <a:pt x="20" y="0"/>
                    <a:pt x="30" y="0"/>
                    <a:pt x="30" y="12"/>
                  </a:cubicBezTo>
                  <a:cubicBezTo>
                    <a:pt x="30" y="18"/>
                    <a:pt x="21" y="33"/>
                    <a:pt x="20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8" name="Freeform 80">
              <a:extLst>
                <a:ext uri="{FF2B5EF4-FFF2-40B4-BE49-F238E27FC236}">
                  <a16:creationId xmlns:a16="http://schemas.microsoft.com/office/drawing/2014/main" id="{6CD683E9-122C-413A-BBAB-AF3BA7830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101" y="3697288"/>
              <a:ext cx="52388" cy="230188"/>
            </a:xfrm>
            <a:custGeom>
              <a:avLst/>
              <a:gdLst>
                <a:gd name="T0" fmla="*/ 19 w 30"/>
                <a:gd name="T1" fmla="*/ 40 h 132"/>
                <a:gd name="T2" fmla="*/ 13 w 30"/>
                <a:gd name="T3" fmla="*/ 132 h 132"/>
                <a:gd name="T4" fmla="*/ 3 w 30"/>
                <a:gd name="T5" fmla="*/ 102 h 132"/>
                <a:gd name="T6" fmla="*/ 5 w 30"/>
                <a:gd name="T7" fmla="*/ 31 h 132"/>
                <a:gd name="T8" fmla="*/ 14 w 30"/>
                <a:gd name="T9" fmla="*/ 6 h 132"/>
                <a:gd name="T10" fmla="*/ 30 w 30"/>
                <a:gd name="T11" fmla="*/ 12 h 132"/>
                <a:gd name="T12" fmla="*/ 19 w 30"/>
                <a:gd name="T13" fmla="*/ 4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2">
                  <a:moveTo>
                    <a:pt x="19" y="40"/>
                  </a:moveTo>
                  <a:cubicBezTo>
                    <a:pt x="14" y="70"/>
                    <a:pt x="9" y="102"/>
                    <a:pt x="13" y="132"/>
                  </a:cubicBezTo>
                  <a:cubicBezTo>
                    <a:pt x="7" y="124"/>
                    <a:pt x="5" y="113"/>
                    <a:pt x="3" y="102"/>
                  </a:cubicBezTo>
                  <a:cubicBezTo>
                    <a:pt x="0" y="79"/>
                    <a:pt x="0" y="54"/>
                    <a:pt x="5" y="31"/>
                  </a:cubicBezTo>
                  <a:cubicBezTo>
                    <a:pt x="6" y="22"/>
                    <a:pt x="9" y="12"/>
                    <a:pt x="14" y="6"/>
                  </a:cubicBezTo>
                  <a:cubicBezTo>
                    <a:pt x="20" y="0"/>
                    <a:pt x="30" y="0"/>
                    <a:pt x="30" y="12"/>
                  </a:cubicBezTo>
                  <a:cubicBezTo>
                    <a:pt x="30" y="18"/>
                    <a:pt x="21" y="33"/>
                    <a:pt x="19" y="40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69" name="Freeform 81">
              <a:extLst>
                <a:ext uri="{FF2B5EF4-FFF2-40B4-BE49-F238E27FC236}">
                  <a16:creationId xmlns:a16="http://schemas.microsoft.com/office/drawing/2014/main" id="{3174A7C8-400E-4328-8695-AC87DBD59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313" y="3725863"/>
              <a:ext cx="49213" cy="231775"/>
            </a:xfrm>
            <a:custGeom>
              <a:avLst/>
              <a:gdLst>
                <a:gd name="T0" fmla="*/ 10 w 29"/>
                <a:gd name="T1" fmla="*/ 41 h 133"/>
                <a:gd name="T2" fmla="*/ 16 w 29"/>
                <a:gd name="T3" fmla="*/ 133 h 133"/>
                <a:gd name="T4" fmla="*/ 26 w 29"/>
                <a:gd name="T5" fmla="*/ 103 h 133"/>
                <a:gd name="T6" fmla="*/ 25 w 29"/>
                <a:gd name="T7" fmla="*/ 31 h 133"/>
                <a:gd name="T8" fmla="*/ 15 w 29"/>
                <a:gd name="T9" fmla="*/ 7 h 133"/>
                <a:gd name="T10" fmla="*/ 0 w 29"/>
                <a:gd name="T11" fmla="*/ 12 h 133"/>
                <a:gd name="T12" fmla="*/ 10 w 29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3">
                  <a:moveTo>
                    <a:pt x="10" y="41"/>
                  </a:moveTo>
                  <a:cubicBezTo>
                    <a:pt x="16" y="71"/>
                    <a:pt x="20" y="102"/>
                    <a:pt x="16" y="133"/>
                  </a:cubicBezTo>
                  <a:cubicBezTo>
                    <a:pt x="22" y="125"/>
                    <a:pt x="24" y="114"/>
                    <a:pt x="26" y="103"/>
                  </a:cubicBezTo>
                  <a:cubicBezTo>
                    <a:pt x="29" y="79"/>
                    <a:pt x="29" y="55"/>
                    <a:pt x="25" y="31"/>
                  </a:cubicBezTo>
                  <a:cubicBezTo>
                    <a:pt x="23" y="22"/>
                    <a:pt x="21" y="13"/>
                    <a:pt x="15" y="7"/>
                  </a:cubicBezTo>
                  <a:cubicBezTo>
                    <a:pt x="10" y="1"/>
                    <a:pt x="0" y="0"/>
                    <a:pt x="0" y="12"/>
                  </a:cubicBezTo>
                  <a:cubicBezTo>
                    <a:pt x="0" y="19"/>
                    <a:pt x="8" y="33"/>
                    <a:pt x="1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0" name="Freeform 82">
              <a:extLst>
                <a:ext uri="{FF2B5EF4-FFF2-40B4-BE49-F238E27FC236}">
                  <a16:creationId xmlns:a16="http://schemas.microsoft.com/office/drawing/2014/main" id="{8F715D6F-E87F-41DD-B078-F0FFA7D46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176" y="3716338"/>
              <a:ext cx="50800" cy="231775"/>
            </a:xfrm>
            <a:custGeom>
              <a:avLst/>
              <a:gdLst>
                <a:gd name="T0" fmla="*/ 10 w 29"/>
                <a:gd name="T1" fmla="*/ 41 h 133"/>
                <a:gd name="T2" fmla="*/ 16 w 29"/>
                <a:gd name="T3" fmla="*/ 133 h 133"/>
                <a:gd name="T4" fmla="*/ 26 w 29"/>
                <a:gd name="T5" fmla="*/ 103 h 133"/>
                <a:gd name="T6" fmla="*/ 25 w 29"/>
                <a:gd name="T7" fmla="*/ 31 h 133"/>
                <a:gd name="T8" fmla="*/ 15 w 29"/>
                <a:gd name="T9" fmla="*/ 7 h 133"/>
                <a:gd name="T10" fmla="*/ 0 w 29"/>
                <a:gd name="T11" fmla="*/ 12 h 133"/>
                <a:gd name="T12" fmla="*/ 10 w 29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3">
                  <a:moveTo>
                    <a:pt x="10" y="41"/>
                  </a:moveTo>
                  <a:cubicBezTo>
                    <a:pt x="16" y="71"/>
                    <a:pt x="20" y="102"/>
                    <a:pt x="16" y="133"/>
                  </a:cubicBezTo>
                  <a:cubicBezTo>
                    <a:pt x="22" y="125"/>
                    <a:pt x="24" y="114"/>
                    <a:pt x="26" y="103"/>
                  </a:cubicBezTo>
                  <a:cubicBezTo>
                    <a:pt x="29" y="79"/>
                    <a:pt x="29" y="55"/>
                    <a:pt x="25" y="31"/>
                  </a:cubicBezTo>
                  <a:cubicBezTo>
                    <a:pt x="23" y="22"/>
                    <a:pt x="21" y="13"/>
                    <a:pt x="15" y="7"/>
                  </a:cubicBezTo>
                  <a:cubicBezTo>
                    <a:pt x="10" y="1"/>
                    <a:pt x="0" y="0"/>
                    <a:pt x="0" y="12"/>
                  </a:cubicBezTo>
                  <a:cubicBezTo>
                    <a:pt x="0" y="18"/>
                    <a:pt x="8" y="33"/>
                    <a:pt x="1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1" name="Freeform 83">
              <a:extLst>
                <a:ext uri="{FF2B5EF4-FFF2-40B4-BE49-F238E27FC236}">
                  <a16:creationId xmlns:a16="http://schemas.microsoft.com/office/drawing/2014/main" id="{E357030E-606D-46DB-A24E-D9A7D8453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863" y="3705225"/>
              <a:ext cx="52388" cy="233363"/>
            </a:xfrm>
            <a:custGeom>
              <a:avLst/>
              <a:gdLst>
                <a:gd name="T0" fmla="*/ 10 w 30"/>
                <a:gd name="T1" fmla="*/ 41 h 133"/>
                <a:gd name="T2" fmla="*/ 17 w 30"/>
                <a:gd name="T3" fmla="*/ 133 h 133"/>
                <a:gd name="T4" fmla="*/ 26 w 30"/>
                <a:gd name="T5" fmla="*/ 103 h 133"/>
                <a:gd name="T6" fmla="*/ 25 w 30"/>
                <a:gd name="T7" fmla="*/ 31 h 133"/>
                <a:gd name="T8" fmla="*/ 16 w 30"/>
                <a:gd name="T9" fmla="*/ 7 h 133"/>
                <a:gd name="T10" fmla="*/ 0 w 30"/>
                <a:gd name="T11" fmla="*/ 12 h 133"/>
                <a:gd name="T12" fmla="*/ 10 w 30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3">
                  <a:moveTo>
                    <a:pt x="10" y="41"/>
                  </a:moveTo>
                  <a:cubicBezTo>
                    <a:pt x="16" y="71"/>
                    <a:pt x="21" y="102"/>
                    <a:pt x="17" y="133"/>
                  </a:cubicBezTo>
                  <a:cubicBezTo>
                    <a:pt x="22" y="125"/>
                    <a:pt x="25" y="114"/>
                    <a:pt x="26" y="103"/>
                  </a:cubicBezTo>
                  <a:cubicBezTo>
                    <a:pt x="30" y="79"/>
                    <a:pt x="29" y="55"/>
                    <a:pt x="25" y="31"/>
                  </a:cubicBezTo>
                  <a:cubicBezTo>
                    <a:pt x="23" y="22"/>
                    <a:pt x="21" y="13"/>
                    <a:pt x="16" y="7"/>
                  </a:cubicBezTo>
                  <a:cubicBezTo>
                    <a:pt x="10" y="1"/>
                    <a:pt x="0" y="0"/>
                    <a:pt x="0" y="12"/>
                  </a:cubicBezTo>
                  <a:cubicBezTo>
                    <a:pt x="0" y="18"/>
                    <a:pt x="9" y="33"/>
                    <a:pt x="1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9" name="Freeform 121">
              <a:extLst>
                <a:ext uri="{FF2B5EF4-FFF2-40B4-BE49-F238E27FC236}">
                  <a16:creationId xmlns:a16="http://schemas.microsoft.com/office/drawing/2014/main" id="{CADAAADD-BC0D-4AE8-917F-A26D46589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6" y="212725"/>
              <a:ext cx="171450" cy="198438"/>
            </a:xfrm>
            <a:custGeom>
              <a:avLst/>
              <a:gdLst>
                <a:gd name="T0" fmla="*/ 77 w 98"/>
                <a:gd name="T1" fmla="*/ 77 h 113"/>
                <a:gd name="T2" fmla="*/ 91 w 98"/>
                <a:gd name="T3" fmla="*/ 0 h 113"/>
                <a:gd name="T4" fmla="*/ 21 w 98"/>
                <a:gd name="T5" fmla="*/ 36 h 113"/>
                <a:gd name="T6" fmla="*/ 7 w 98"/>
                <a:gd name="T7" fmla="*/ 113 h 113"/>
                <a:gd name="T8" fmla="*/ 77 w 98"/>
                <a:gd name="T9" fmla="*/ 7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13">
                  <a:moveTo>
                    <a:pt x="77" y="77"/>
                  </a:moveTo>
                  <a:cubicBezTo>
                    <a:pt x="94" y="54"/>
                    <a:pt x="98" y="26"/>
                    <a:pt x="91" y="0"/>
                  </a:cubicBezTo>
                  <a:cubicBezTo>
                    <a:pt x="64" y="1"/>
                    <a:pt x="38" y="13"/>
                    <a:pt x="21" y="36"/>
                  </a:cubicBezTo>
                  <a:cubicBezTo>
                    <a:pt x="4" y="59"/>
                    <a:pt x="0" y="87"/>
                    <a:pt x="7" y="113"/>
                  </a:cubicBezTo>
                  <a:cubicBezTo>
                    <a:pt x="33" y="112"/>
                    <a:pt x="60" y="100"/>
                    <a:pt x="77" y="77"/>
                  </a:cubicBezTo>
                </a:path>
              </a:pathLst>
            </a:custGeom>
            <a:solidFill>
              <a:srgbClr val="007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0" name="Line 122">
              <a:extLst>
                <a:ext uri="{FF2B5EF4-FFF2-40B4-BE49-F238E27FC236}">
                  <a16:creationId xmlns:a16="http://schemas.microsoft.com/office/drawing/2014/main" id="{CCED54C6-40FF-437A-9D52-D5A92C8166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8976" y="150813"/>
              <a:ext cx="60325" cy="90488"/>
            </a:xfrm>
            <a:prstGeom prst="line">
              <a:avLst/>
            </a:prstGeom>
            <a:noFill/>
            <a:ln w="14288" cap="rnd">
              <a:solidFill>
                <a:srgbClr val="00711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850" name="Group 849">
            <a:extLst>
              <a:ext uri="{FF2B5EF4-FFF2-40B4-BE49-F238E27FC236}">
                <a16:creationId xmlns:a16="http://schemas.microsoft.com/office/drawing/2014/main" id="{AD1F1704-E805-442F-B921-5585EA235BA1}"/>
              </a:ext>
            </a:extLst>
          </p:cNvPr>
          <p:cNvGrpSpPr/>
          <p:nvPr/>
        </p:nvGrpSpPr>
        <p:grpSpPr>
          <a:xfrm>
            <a:off x="8914446" y="3686019"/>
            <a:ext cx="3294063" cy="2519362"/>
            <a:chOff x="7705726" y="3516313"/>
            <a:chExt cx="3294063" cy="2519362"/>
          </a:xfrm>
        </p:grpSpPr>
        <p:sp>
          <p:nvSpPr>
            <p:cNvPr id="739" name="Freeform 51">
              <a:extLst>
                <a:ext uri="{FF2B5EF4-FFF2-40B4-BE49-F238E27FC236}">
                  <a16:creationId xmlns:a16="http://schemas.microsoft.com/office/drawing/2014/main" id="{85810389-92B7-4868-BF31-86D4FC826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1013" y="4316413"/>
              <a:ext cx="501650" cy="1535113"/>
            </a:xfrm>
            <a:custGeom>
              <a:avLst/>
              <a:gdLst>
                <a:gd name="T0" fmla="*/ 157 w 287"/>
                <a:gd name="T1" fmla="*/ 764 h 879"/>
                <a:gd name="T2" fmla="*/ 179 w 287"/>
                <a:gd name="T3" fmla="*/ 872 h 879"/>
                <a:gd name="T4" fmla="*/ 236 w 287"/>
                <a:gd name="T5" fmla="*/ 832 h 879"/>
                <a:gd name="T6" fmla="*/ 258 w 287"/>
                <a:gd name="T7" fmla="*/ 734 h 879"/>
                <a:gd name="T8" fmla="*/ 235 w 287"/>
                <a:gd name="T9" fmla="*/ 53 h 879"/>
                <a:gd name="T10" fmla="*/ 224 w 287"/>
                <a:gd name="T11" fmla="*/ 1 h 879"/>
                <a:gd name="T12" fmla="*/ 204 w 287"/>
                <a:gd name="T13" fmla="*/ 14 h 879"/>
                <a:gd name="T14" fmla="*/ 53 w 287"/>
                <a:gd name="T15" fmla="*/ 152 h 879"/>
                <a:gd name="T16" fmla="*/ 157 w 287"/>
                <a:gd name="T17" fmla="*/ 764 h 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879">
                  <a:moveTo>
                    <a:pt x="157" y="764"/>
                  </a:moveTo>
                  <a:cubicBezTo>
                    <a:pt x="151" y="796"/>
                    <a:pt x="136" y="861"/>
                    <a:pt x="179" y="872"/>
                  </a:cubicBezTo>
                  <a:cubicBezTo>
                    <a:pt x="205" y="879"/>
                    <a:pt x="221" y="861"/>
                    <a:pt x="236" y="832"/>
                  </a:cubicBezTo>
                  <a:cubicBezTo>
                    <a:pt x="251" y="803"/>
                    <a:pt x="253" y="771"/>
                    <a:pt x="258" y="734"/>
                  </a:cubicBezTo>
                  <a:cubicBezTo>
                    <a:pt x="287" y="508"/>
                    <a:pt x="271" y="277"/>
                    <a:pt x="235" y="53"/>
                  </a:cubicBezTo>
                  <a:cubicBezTo>
                    <a:pt x="232" y="32"/>
                    <a:pt x="237" y="3"/>
                    <a:pt x="224" y="1"/>
                  </a:cubicBezTo>
                  <a:cubicBezTo>
                    <a:pt x="217" y="0"/>
                    <a:pt x="210" y="7"/>
                    <a:pt x="204" y="14"/>
                  </a:cubicBezTo>
                  <a:cubicBezTo>
                    <a:pt x="135" y="101"/>
                    <a:pt x="0" y="51"/>
                    <a:pt x="53" y="152"/>
                  </a:cubicBezTo>
                  <a:cubicBezTo>
                    <a:pt x="173" y="381"/>
                    <a:pt x="165" y="724"/>
                    <a:pt x="157" y="764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40" name="Freeform 52">
              <a:extLst>
                <a:ext uri="{FF2B5EF4-FFF2-40B4-BE49-F238E27FC236}">
                  <a16:creationId xmlns:a16="http://schemas.microsoft.com/office/drawing/2014/main" id="{F7096926-BCF7-4364-8954-FA79D1362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188" y="4286250"/>
              <a:ext cx="330200" cy="1539875"/>
            </a:xfrm>
            <a:custGeom>
              <a:avLst/>
              <a:gdLst>
                <a:gd name="T0" fmla="*/ 67 w 189"/>
                <a:gd name="T1" fmla="*/ 687 h 882"/>
                <a:gd name="T2" fmla="*/ 56 w 189"/>
                <a:gd name="T3" fmla="*/ 784 h 882"/>
                <a:gd name="T4" fmla="*/ 83 w 189"/>
                <a:gd name="T5" fmla="*/ 866 h 882"/>
                <a:gd name="T6" fmla="*/ 140 w 189"/>
                <a:gd name="T7" fmla="*/ 835 h 882"/>
                <a:gd name="T8" fmla="*/ 164 w 189"/>
                <a:gd name="T9" fmla="*/ 731 h 882"/>
                <a:gd name="T10" fmla="*/ 154 w 189"/>
                <a:gd name="T11" fmla="*/ 48 h 882"/>
                <a:gd name="T12" fmla="*/ 133 w 189"/>
                <a:gd name="T13" fmla="*/ 1 h 882"/>
                <a:gd name="T14" fmla="*/ 115 w 189"/>
                <a:gd name="T15" fmla="*/ 14 h 882"/>
                <a:gd name="T16" fmla="*/ 31 w 189"/>
                <a:gd name="T17" fmla="*/ 186 h 882"/>
                <a:gd name="T18" fmla="*/ 67 w 189"/>
                <a:gd name="T19" fmla="*/ 687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9" h="882">
                  <a:moveTo>
                    <a:pt x="67" y="687"/>
                  </a:moveTo>
                  <a:cubicBezTo>
                    <a:pt x="62" y="719"/>
                    <a:pt x="56" y="751"/>
                    <a:pt x="56" y="784"/>
                  </a:cubicBezTo>
                  <a:cubicBezTo>
                    <a:pt x="57" y="817"/>
                    <a:pt x="66" y="852"/>
                    <a:pt x="83" y="866"/>
                  </a:cubicBezTo>
                  <a:cubicBezTo>
                    <a:pt x="102" y="882"/>
                    <a:pt x="127" y="865"/>
                    <a:pt x="140" y="835"/>
                  </a:cubicBezTo>
                  <a:cubicBezTo>
                    <a:pt x="154" y="806"/>
                    <a:pt x="159" y="768"/>
                    <a:pt x="164" y="731"/>
                  </a:cubicBezTo>
                  <a:cubicBezTo>
                    <a:pt x="189" y="506"/>
                    <a:pt x="186" y="271"/>
                    <a:pt x="154" y="48"/>
                  </a:cubicBezTo>
                  <a:cubicBezTo>
                    <a:pt x="151" y="27"/>
                    <a:pt x="145" y="3"/>
                    <a:pt x="133" y="1"/>
                  </a:cubicBezTo>
                  <a:cubicBezTo>
                    <a:pt x="126" y="0"/>
                    <a:pt x="120" y="7"/>
                    <a:pt x="115" y="14"/>
                  </a:cubicBezTo>
                  <a:cubicBezTo>
                    <a:pt x="53" y="100"/>
                    <a:pt x="0" y="79"/>
                    <a:pt x="31" y="186"/>
                  </a:cubicBezTo>
                  <a:cubicBezTo>
                    <a:pt x="76" y="343"/>
                    <a:pt x="85" y="569"/>
                    <a:pt x="67" y="687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4" name="Freeform 96">
              <a:extLst>
                <a:ext uri="{FF2B5EF4-FFF2-40B4-BE49-F238E27FC236}">
                  <a16:creationId xmlns:a16="http://schemas.microsoft.com/office/drawing/2014/main" id="{85BB99BF-4739-4B5B-BED3-2C14A7716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7451" y="5697538"/>
              <a:ext cx="47625" cy="231775"/>
            </a:xfrm>
            <a:custGeom>
              <a:avLst/>
              <a:gdLst>
                <a:gd name="T0" fmla="*/ 18 w 27"/>
                <a:gd name="T1" fmla="*/ 41 h 133"/>
                <a:gd name="T2" fmla="*/ 17 w 27"/>
                <a:gd name="T3" fmla="*/ 133 h 133"/>
                <a:gd name="T4" fmla="*/ 6 w 27"/>
                <a:gd name="T5" fmla="*/ 104 h 133"/>
                <a:gd name="T6" fmla="*/ 3 w 27"/>
                <a:gd name="T7" fmla="*/ 32 h 133"/>
                <a:gd name="T8" fmla="*/ 10 w 27"/>
                <a:gd name="T9" fmla="*/ 7 h 133"/>
                <a:gd name="T10" fmla="*/ 26 w 27"/>
                <a:gd name="T11" fmla="*/ 12 h 133"/>
                <a:gd name="T12" fmla="*/ 18 w 27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133">
                  <a:moveTo>
                    <a:pt x="18" y="41"/>
                  </a:moveTo>
                  <a:cubicBezTo>
                    <a:pt x="14" y="71"/>
                    <a:pt x="11" y="103"/>
                    <a:pt x="17" y="133"/>
                  </a:cubicBezTo>
                  <a:cubicBezTo>
                    <a:pt x="11" y="126"/>
                    <a:pt x="8" y="115"/>
                    <a:pt x="6" y="104"/>
                  </a:cubicBezTo>
                  <a:cubicBezTo>
                    <a:pt x="1" y="81"/>
                    <a:pt x="0" y="56"/>
                    <a:pt x="3" y="32"/>
                  </a:cubicBezTo>
                  <a:cubicBezTo>
                    <a:pt x="4" y="23"/>
                    <a:pt x="6" y="14"/>
                    <a:pt x="10" y="7"/>
                  </a:cubicBezTo>
                  <a:cubicBezTo>
                    <a:pt x="16" y="1"/>
                    <a:pt x="26" y="0"/>
                    <a:pt x="26" y="12"/>
                  </a:cubicBezTo>
                  <a:cubicBezTo>
                    <a:pt x="27" y="18"/>
                    <a:pt x="19" y="33"/>
                    <a:pt x="18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5" name="Freeform 97">
              <a:extLst>
                <a:ext uri="{FF2B5EF4-FFF2-40B4-BE49-F238E27FC236}">
                  <a16:creationId xmlns:a16="http://schemas.microsoft.com/office/drawing/2014/main" id="{B63EE2CB-B134-4E04-92F5-5EA78A179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001" y="5689600"/>
              <a:ext cx="46038" cy="234950"/>
            </a:xfrm>
            <a:custGeom>
              <a:avLst/>
              <a:gdLst>
                <a:gd name="T0" fmla="*/ 18 w 26"/>
                <a:gd name="T1" fmla="*/ 42 h 134"/>
                <a:gd name="T2" fmla="*/ 17 w 26"/>
                <a:gd name="T3" fmla="*/ 134 h 134"/>
                <a:gd name="T4" fmla="*/ 5 w 26"/>
                <a:gd name="T5" fmla="*/ 104 h 134"/>
                <a:gd name="T6" fmla="*/ 2 w 26"/>
                <a:gd name="T7" fmla="*/ 33 h 134"/>
                <a:gd name="T8" fmla="*/ 10 w 26"/>
                <a:gd name="T9" fmla="*/ 8 h 134"/>
                <a:gd name="T10" fmla="*/ 26 w 26"/>
                <a:gd name="T11" fmla="*/ 12 h 134"/>
                <a:gd name="T12" fmla="*/ 18 w 26"/>
                <a:gd name="T13" fmla="*/ 4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34">
                  <a:moveTo>
                    <a:pt x="18" y="42"/>
                  </a:moveTo>
                  <a:cubicBezTo>
                    <a:pt x="14" y="72"/>
                    <a:pt x="11" y="103"/>
                    <a:pt x="17" y="134"/>
                  </a:cubicBezTo>
                  <a:cubicBezTo>
                    <a:pt x="11" y="126"/>
                    <a:pt x="8" y="115"/>
                    <a:pt x="5" y="104"/>
                  </a:cubicBezTo>
                  <a:cubicBezTo>
                    <a:pt x="1" y="81"/>
                    <a:pt x="0" y="56"/>
                    <a:pt x="2" y="33"/>
                  </a:cubicBezTo>
                  <a:cubicBezTo>
                    <a:pt x="3" y="24"/>
                    <a:pt x="5" y="14"/>
                    <a:pt x="10" y="8"/>
                  </a:cubicBezTo>
                  <a:cubicBezTo>
                    <a:pt x="15" y="1"/>
                    <a:pt x="25" y="0"/>
                    <a:pt x="26" y="12"/>
                  </a:cubicBezTo>
                  <a:cubicBezTo>
                    <a:pt x="26" y="19"/>
                    <a:pt x="19" y="34"/>
                    <a:pt x="18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6" name="Freeform 98">
              <a:extLst>
                <a:ext uri="{FF2B5EF4-FFF2-40B4-BE49-F238E27FC236}">
                  <a16:creationId xmlns:a16="http://schemas.microsoft.com/office/drawing/2014/main" id="{4A7F9152-24BA-43A3-A4DB-2A5265977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21726" y="5683250"/>
              <a:ext cx="47625" cy="231775"/>
            </a:xfrm>
            <a:custGeom>
              <a:avLst/>
              <a:gdLst>
                <a:gd name="T0" fmla="*/ 18 w 27"/>
                <a:gd name="T1" fmla="*/ 41 h 133"/>
                <a:gd name="T2" fmla="*/ 17 w 27"/>
                <a:gd name="T3" fmla="*/ 133 h 133"/>
                <a:gd name="T4" fmla="*/ 6 w 27"/>
                <a:gd name="T5" fmla="*/ 104 h 133"/>
                <a:gd name="T6" fmla="*/ 2 w 27"/>
                <a:gd name="T7" fmla="*/ 32 h 133"/>
                <a:gd name="T8" fmla="*/ 10 w 27"/>
                <a:gd name="T9" fmla="*/ 7 h 133"/>
                <a:gd name="T10" fmla="*/ 26 w 27"/>
                <a:gd name="T11" fmla="*/ 12 h 133"/>
                <a:gd name="T12" fmla="*/ 18 w 27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133">
                  <a:moveTo>
                    <a:pt x="18" y="41"/>
                  </a:moveTo>
                  <a:cubicBezTo>
                    <a:pt x="14" y="71"/>
                    <a:pt x="11" y="103"/>
                    <a:pt x="17" y="133"/>
                  </a:cubicBezTo>
                  <a:cubicBezTo>
                    <a:pt x="11" y="126"/>
                    <a:pt x="8" y="115"/>
                    <a:pt x="6" y="104"/>
                  </a:cubicBezTo>
                  <a:cubicBezTo>
                    <a:pt x="1" y="80"/>
                    <a:pt x="0" y="56"/>
                    <a:pt x="2" y="32"/>
                  </a:cubicBezTo>
                  <a:cubicBezTo>
                    <a:pt x="4" y="23"/>
                    <a:pt x="5" y="13"/>
                    <a:pt x="10" y="7"/>
                  </a:cubicBezTo>
                  <a:cubicBezTo>
                    <a:pt x="16" y="1"/>
                    <a:pt x="26" y="0"/>
                    <a:pt x="26" y="12"/>
                  </a:cubicBezTo>
                  <a:cubicBezTo>
                    <a:pt x="27" y="18"/>
                    <a:pt x="19" y="33"/>
                    <a:pt x="18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7" name="Freeform 99">
              <a:extLst>
                <a:ext uri="{FF2B5EF4-FFF2-40B4-BE49-F238E27FC236}">
                  <a16:creationId xmlns:a16="http://schemas.microsoft.com/office/drawing/2014/main" id="{276ED885-59F2-423D-8FC9-126C9E713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3976" y="5732463"/>
              <a:ext cx="53975" cy="231775"/>
            </a:xfrm>
            <a:custGeom>
              <a:avLst/>
              <a:gdLst>
                <a:gd name="T0" fmla="*/ 10 w 31"/>
                <a:gd name="T1" fmla="*/ 41 h 133"/>
                <a:gd name="T2" fmla="*/ 12 w 31"/>
                <a:gd name="T3" fmla="*/ 133 h 133"/>
                <a:gd name="T4" fmla="*/ 25 w 31"/>
                <a:gd name="T5" fmla="*/ 104 h 133"/>
                <a:gd name="T6" fmla="*/ 28 w 31"/>
                <a:gd name="T7" fmla="*/ 33 h 133"/>
                <a:gd name="T8" fmla="*/ 18 w 31"/>
                <a:gd name="T9" fmla="*/ 8 h 133"/>
                <a:gd name="T10" fmla="*/ 0 w 31"/>
                <a:gd name="T11" fmla="*/ 12 h 133"/>
                <a:gd name="T12" fmla="*/ 10 w 31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33">
                  <a:moveTo>
                    <a:pt x="10" y="41"/>
                  </a:moveTo>
                  <a:cubicBezTo>
                    <a:pt x="15" y="71"/>
                    <a:pt x="18" y="103"/>
                    <a:pt x="12" y="133"/>
                  </a:cubicBezTo>
                  <a:cubicBezTo>
                    <a:pt x="19" y="126"/>
                    <a:pt x="22" y="115"/>
                    <a:pt x="25" y="104"/>
                  </a:cubicBezTo>
                  <a:cubicBezTo>
                    <a:pt x="30" y="81"/>
                    <a:pt x="31" y="56"/>
                    <a:pt x="28" y="33"/>
                  </a:cubicBezTo>
                  <a:cubicBezTo>
                    <a:pt x="26" y="23"/>
                    <a:pt x="24" y="14"/>
                    <a:pt x="18" y="8"/>
                  </a:cubicBezTo>
                  <a:cubicBezTo>
                    <a:pt x="12" y="1"/>
                    <a:pt x="1" y="0"/>
                    <a:pt x="0" y="12"/>
                  </a:cubicBezTo>
                  <a:cubicBezTo>
                    <a:pt x="0" y="18"/>
                    <a:pt x="9" y="33"/>
                    <a:pt x="1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8" name="Freeform 100">
              <a:extLst>
                <a:ext uri="{FF2B5EF4-FFF2-40B4-BE49-F238E27FC236}">
                  <a16:creationId xmlns:a16="http://schemas.microsoft.com/office/drawing/2014/main" id="{E04CB38F-8234-40AE-A740-5D832A7FC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4776" y="5724525"/>
              <a:ext cx="55563" cy="234950"/>
            </a:xfrm>
            <a:custGeom>
              <a:avLst/>
              <a:gdLst>
                <a:gd name="T0" fmla="*/ 10 w 32"/>
                <a:gd name="T1" fmla="*/ 42 h 134"/>
                <a:gd name="T2" fmla="*/ 12 w 32"/>
                <a:gd name="T3" fmla="*/ 134 h 134"/>
                <a:gd name="T4" fmla="*/ 25 w 32"/>
                <a:gd name="T5" fmla="*/ 105 h 134"/>
                <a:gd name="T6" fmla="*/ 28 w 32"/>
                <a:gd name="T7" fmla="*/ 33 h 134"/>
                <a:gd name="T8" fmla="*/ 19 w 32"/>
                <a:gd name="T9" fmla="*/ 8 h 134"/>
                <a:gd name="T10" fmla="*/ 0 w 32"/>
                <a:gd name="T11" fmla="*/ 12 h 134"/>
                <a:gd name="T12" fmla="*/ 10 w 32"/>
                <a:gd name="T13" fmla="*/ 4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34">
                  <a:moveTo>
                    <a:pt x="10" y="42"/>
                  </a:moveTo>
                  <a:cubicBezTo>
                    <a:pt x="15" y="72"/>
                    <a:pt x="19" y="104"/>
                    <a:pt x="12" y="134"/>
                  </a:cubicBezTo>
                  <a:cubicBezTo>
                    <a:pt x="19" y="127"/>
                    <a:pt x="23" y="116"/>
                    <a:pt x="25" y="105"/>
                  </a:cubicBezTo>
                  <a:cubicBezTo>
                    <a:pt x="31" y="81"/>
                    <a:pt x="32" y="57"/>
                    <a:pt x="28" y="33"/>
                  </a:cubicBezTo>
                  <a:cubicBezTo>
                    <a:pt x="27" y="24"/>
                    <a:pt x="25" y="14"/>
                    <a:pt x="19" y="8"/>
                  </a:cubicBezTo>
                  <a:cubicBezTo>
                    <a:pt x="13" y="2"/>
                    <a:pt x="1" y="0"/>
                    <a:pt x="0" y="12"/>
                  </a:cubicBezTo>
                  <a:cubicBezTo>
                    <a:pt x="0" y="19"/>
                    <a:pt x="9" y="34"/>
                    <a:pt x="10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9" name="Freeform 101">
              <a:extLst>
                <a:ext uri="{FF2B5EF4-FFF2-40B4-BE49-F238E27FC236}">
                  <a16:creationId xmlns:a16="http://schemas.microsoft.com/office/drawing/2014/main" id="{7647C8AA-3A96-4941-9393-0A2539478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3988" y="5718175"/>
              <a:ext cx="53975" cy="233363"/>
            </a:xfrm>
            <a:custGeom>
              <a:avLst/>
              <a:gdLst>
                <a:gd name="T0" fmla="*/ 10 w 31"/>
                <a:gd name="T1" fmla="*/ 42 h 134"/>
                <a:gd name="T2" fmla="*/ 12 w 31"/>
                <a:gd name="T3" fmla="*/ 134 h 134"/>
                <a:gd name="T4" fmla="*/ 25 w 31"/>
                <a:gd name="T5" fmla="*/ 104 h 134"/>
                <a:gd name="T6" fmla="*/ 28 w 31"/>
                <a:gd name="T7" fmla="*/ 33 h 134"/>
                <a:gd name="T8" fmla="*/ 18 w 31"/>
                <a:gd name="T9" fmla="*/ 8 h 134"/>
                <a:gd name="T10" fmla="*/ 0 w 31"/>
                <a:gd name="T11" fmla="*/ 12 h 134"/>
                <a:gd name="T12" fmla="*/ 10 w 31"/>
                <a:gd name="T13" fmla="*/ 4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34">
                  <a:moveTo>
                    <a:pt x="10" y="42"/>
                  </a:moveTo>
                  <a:cubicBezTo>
                    <a:pt x="15" y="72"/>
                    <a:pt x="18" y="104"/>
                    <a:pt x="12" y="134"/>
                  </a:cubicBezTo>
                  <a:cubicBezTo>
                    <a:pt x="19" y="126"/>
                    <a:pt x="22" y="115"/>
                    <a:pt x="25" y="104"/>
                  </a:cubicBezTo>
                  <a:cubicBezTo>
                    <a:pt x="30" y="81"/>
                    <a:pt x="31" y="57"/>
                    <a:pt x="28" y="33"/>
                  </a:cubicBezTo>
                  <a:cubicBezTo>
                    <a:pt x="26" y="24"/>
                    <a:pt x="24" y="14"/>
                    <a:pt x="18" y="8"/>
                  </a:cubicBezTo>
                  <a:cubicBezTo>
                    <a:pt x="12" y="1"/>
                    <a:pt x="1" y="0"/>
                    <a:pt x="0" y="12"/>
                  </a:cubicBezTo>
                  <a:cubicBezTo>
                    <a:pt x="0" y="18"/>
                    <a:pt x="9" y="34"/>
                    <a:pt x="10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0" name="Freeform 102">
              <a:extLst>
                <a:ext uri="{FF2B5EF4-FFF2-40B4-BE49-F238E27FC236}">
                  <a16:creationId xmlns:a16="http://schemas.microsoft.com/office/drawing/2014/main" id="{43FE2C12-A7CB-44E6-8EBB-08DAE2C99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9788" y="5743575"/>
              <a:ext cx="47625" cy="234950"/>
            </a:xfrm>
            <a:custGeom>
              <a:avLst/>
              <a:gdLst>
                <a:gd name="T0" fmla="*/ 18 w 27"/>
                <a:gd name="T1" fmla="*/ 42 h 134"/>
                <a:gd name="T2" fmla="*/ 17 w 27"/>
                <a:gd name="T3" fmla="*/ 134 h 134"/>
                <a:gd name="T4" fmla="*/ 6 w 27"/>
                <a:gd name="T5" fmla="*/ 105 h 134"/>
                <a:gd name="T6" fmla="*/ 3 w 27"/>
                <a:gd name="T7" fmla="*/ 33 h 134"/>
                <a:gd name="T8" fmla="*/ 10 w 27"/>
                <a:gd name="T9" fmla="*/ 8 h 134"/>
                <a:gd name="T10" fmla="*/ 26 w 27"/>
                <a:gd name="T11" fmla="*/ 12 h 134"/>
                <a:gd name="T12" fmla="*/ 18 w 27"/>
                <a:gd name="T13" fmla="*/ 4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134">
                  <a:moveTo>
                    <a:pt x="18" y="42"/>
                  </a:moveTo>
                  <a:cubicBezTo>
                    <a:pt x="14" y="72"/>
                    <a:pt x="11" y="104"/>
                    <a:pt x="17" y="134"/>
                  </a:cubicBezTo>
                  <a:cubicBezTo>
                    <a:pt x="11" y="126"/>
                    <a:pt x="8" y="115"/>
                    <a:pt x="6" y="105"/>
                  </a:cubicBezTo>
                  <a:cubicBezTo>
                    <a:pt x="1" y="81"/>
                    <a:pt x="0" y="57"/>
                    <a:pt x="3" y="33"/>
                  </a:cubicBezTo>
                  <a:cubicBezTo>
                    <a:pt x="4" y="24"/>
                    <a:pt x="5" y="14"/>
                    <a:pt x="10" y="8"/>
                  </a:cubicBezTo>
                  <a:cubicBezTo>
                    <a:pt x="16" y="2"/>
                    <a:pt x="26" y="0"/>
                    <a:pt x="26" y="12"/>
                  </a:cubicBezTo>
                  <a:cubicBezTo>
                    <a:pt x="27" y="19"/>
                    <a:pt x="19" y="34"/>
                    <a:pt x="18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1" name="Freeform 103">
              <a:extLst>
                <a:ext uri="{FF2B5EF4-FFF2-40B4-BE49-F238E27FC236}">
                  <a16:creationId xmlns:a16="http://schemas.microsoft.com/office/drawing/2014/main" id="{9A4A5695-2B7D-4CFE-BBDE-0F6CFBE57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1" y="5738813"/>
              <a:ext cx="47625" cy="231775"/>
            </a:xfrm>
            <a:custGeom>
              <a:avLst/>
              <a:gdLst>
                <a:gd name="T0" fmla="*/ 19 w 27"/>
                <a:gd name="T1" fmla="*/ 41 h 133"/>
                <a:gd name="T2" fmla="*/ 18 w 27"/>
                <a:gd name="T3" fmla="*/ 133 h 133"/>
                <a:gd name="T4" fmla="*/ 6 w 27"/>
                <a:gd name="T5" fmla="*/ 104 h 133"/>
                <a:gd name="T6" fmla="*/ 3 w 27"/>
                <a:gd name="T7" fmla="*/ 32 h 133"/>
                <a:gd name="T8" fmla="*/ 11 w 27"/>
                <a:gd name="T9" fmla="*/ 8 h 133"/>
                <a:gd name="T10" fmla="*/ 27 w 27"/>
                <a:gd name="T11" fmla="*/ 12 h 133"/>
                <a:gd name="T12" fmla="*/ 19 w 27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133">
                  <a:moveTo>
                    <a:pt x="19" y="41"/>
                  </a:moveTo>
                  <a:cubicBezTo>
                    <a:pt x="15" y="71"/>
                    <a:pt x="12" y="103"/>
                    <a:pt x="18" y="133"/>
                  </a:cubicBezTo>
                  <a:cubicBezTo>
                    <a:pt x="12" y="126"/>
                    <a:pt x="9" y="115"/>
                    <a:pt x="6" y="104"/>
                  </a:cubicBezTo>
                  <a:cubicBezTo>
                    <a:pt x="2" y="81"/>
                    <a:pt x="0" y="56"/>
                    <a:pt x="3" y="32"/>
                  </a:cubicBezTo>
                  <a:cubicBezTo>
                    <a:pt x="4" y="23"/>
                    <a:pt x="6" y="14"/>
                    <a:pt x="11" y="8"/>
                  </a:cubicBezTo>
                  <a:cubicBezTo>
                    <a:pt x="16" y="1"/>
                    <a:pt x="26" y="0"/>
                    <a:pt x="27" y="12"/>
                  </a:cubicBezTo>
                  <a:cubicBezTo>
                    <a:pt x="27" y="18"/>
                    <a:pt x="20" y="33"/>
                    <a:pt x="19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2" name="Freeform 104">
              <a:extLst>
                <a:ext uri="{FF2B5EF4-FFF2-40B4-BE49-F238E27FC236}">
                  <a16:creationId xmlns:a16="http://schemas.microsoft.com/office/drawing/2014/main" id="{39EDCCBF-A9B0-46F9-8A3C-0B1E12D2A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4063" y="5729288"/>
              <a:ext cx="46038" cy="234950"/>
            </a:xfrm>
            <a:custGeom>
              <a:avLst/>
              <a:gdLst>
                <a:gd name="T0" fmla="*/ 18 w 26"/>
                <a:gd name="T1" fmla="*/ 42 h 134"/>
                <a:gd name="T2" fmla="*/ 17 w 26"/>
                <a:gd name="T3" fmla="*/ 134 h 134"/>
                <a:gd name="T4" fmla="*/ 6 w 26"/>
                <a:gd name="T5" fmla="*/ 104 h 134"/>
                <a:gd name="T6" fmla="*/ 2 w 26"/>
                <a:gd name="T7" fmla="*/ 33 h 134"/>
                <a:gd name="T8" fmla="*/ 10 w 26"/>
                <a:gd name="T9" fmla="*/ 8 h 134"/>
                <a:gd name="T10" fmla="*/ 26 w 26"/>
                <a:gd name="T11" fmla="*/ 12 h 134"/>
                <a:gd name="T12" fmla="*/ 18 w 26"/>
                <a:gd name="T13" fmla="*/ 4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34">
                  <a:moveTo>
                    <a:pt x="18" y="42"/>
                  </a:moveTo>
                  <a:cubicBezTo>
                    <a:pt x="14" y="72"/>
                    <a:pt x="11" y="104"/>
                    <a:pt x="17" y="134"/>
                  </a:cubicBezTo>
                  <a:cubicBezTo>
                    <a:pt x="11" y="126"/>
                    <a:pt x="8" y="115"/>
                    <a:pt x="6" y="104"/>
                  </a:cubicBezTo>
                  <a:cubicBezTo>
                    <a:pt x="1" y="81"/>
                    <a:pt x="0" y="56"/>
                    <a:pt x="2" y="33"/>
                  </a:cubicBezTo>
                  <a:cubicBezTo>
                    <a:pt x="3" y="24"/>
                    <a:pt x="5" y="14"/>
                    <a:pt x="10" y="8"/>
                  </a:cubicBezTo>
                  <a:cubicBezTo>
                    <a:pt x="16" y="1"/>
                    <a:pt x="26" y="0"/>
                    <a:pt x="26" y="12"/>
                  </a:cubicBezTo>
                  <a:cubicBezTo>
                    <a:pt x="26" y="19"/>
                    <a:pt x="19" y="34"/>
                    <a:pt x="18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3" name="Freeform 105">
              <a:extLst>
                <a:ext uri="{FF2B5EF4-FFF2-40B4-BE49-F238E27FC236}">
                  <a16:creationId xmlns:a16="http://schemas.microsoft.com/office/drawing/2014/main" id="{5CB0AE68-F2CB-4B2F-A535-EE10C801C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938" y="5803900"/>
              <a:ext cx="57150" cy="231775"/>
            </a:xfrm>
            <a:custGeom>
              <a:avLst/>
              <a:gdLst>
                <a:gd name="T0" fmla="*/ 10 w 32"/>
                <a:gd name="T1" fmla="*/ 41 h 133"/>
                <a:gd name="T2" fmla="*/ 12 w 32"/>
                <a:gd name="T3" fmla="*/ 133 h 133"/>
                <a:gd name="T4" fmla="*/ 25 w 32"/>
                <a:gd name="T5" fmla="*/ 104 h 133"/>
                <a:gd name="T6" fmla="*/ 28 w 32"/>
                <a:gd name="T7" fmla="*/ 33 h 133"/>
                <a:gd name="T8" fmla="*/ 19 w 32"/>
                <a:gd name="T9" fmla="*/ 7 h 133"/>
                <a:gd name="T10" fmla="*/ 0 w 32"/>
                <a:gd name="T11" fmla="*/ 12 h 133"/>
                <a:gd name="T12" fmla="*/ 10 w 32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33">
                  <a:moveTo>
                    <a:pt x="10" y="41"/>
                  </a:moveTo>
                  <a:cubicBezTo>
                    <a:pt x="15" y="71"/>
                    <a:pt x="19" y="103"/>
                    <a:pt x="12" y="133"/>
                  </a:cubicBezTo>
                  <a:cubicBezTo>
                    <a:pt x="19" y="126"/>
                    <a:pt x="23" y="115"/>
                    <a:pt x="25" y="104"/>
                  </a:cubicBezTo>
                  <a:cubicBezTo>
                    <a:pt x="31" y="81"/>
                    <a:pt x="32" y="56"/>
                    <a:pt x="28" y="33"/>
                  </a:cubicBezTo>
                  <a:cubicBezTo>
                    <a:pt x="27" y="23"/>
                    <a:pt x="25" y="14"/>
                    <a:pt x="19" y="7"/>
                  </a:cubicBezTo>
                  <a:cubicBezTo>
                    <a:pt x="13" y="1"/>
                    <a:pt x="1" y="0"/>
                    <a:pt x="0" y="12"/>
                  </a:cubicBezTo>
                  <a:cubicBezTo>
                    <a:pt x="0" y="18"/>
                    <a:pt x="9" y="33"/>
                    <a:pt x="1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4" name="Freeform 106">
              <a:extLst>
                <a:ext uri="{FF2B5EF4-FFF2-40B4-BE49-F238E27FC236}">
                  <a16:creationId xmlns:a16="http://schemas.microsoft.com/office/drawing/2014/main" id="{BB4AFDF0-9E1E-4B99-B130-7FE548DC1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4738" y="5795963"/>
              <a:ext cx="57150" cy="234950"/>
            </a:xfrm>
            <a:custGeom>
              <a:avLst/>
              <a:gdLst>
                <a:gd name="T0" fmla="*/ 11 w 32"/>
                <a:gd name="T1" fmla="*/ 42 h 134"/>
                <a:gd name="T2" fmla="*/ 13 w 32"/>
                <a:gd name="T3" fmla="*/ 134 h 134"/>
                <a:gd name="T4" fmla="*/ 26 w 32"/>
                <a:gd name="T5" fmla="*/ 105 h 134"/>
                <a:gd name="T6" fmla="*/ 29 w 32"/>
                <a:gd name="T7" fmla="*/ 33 h 134"/>
                <a:gd name="T8" fmla="*/ 19 w 32"/>
                <a:gd name="T9" fmla="*/ 8 h 134"/>
                <a:gd name="T10" fmla="*/ 1 w 32"/>
                <a:gd name="T11" fmla="*/ 12 h 134"/>
                <a:gd name="T12" fmla="*/ 11 w 32"/>
                <a:gd name="T13" fmla="*/ 4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34">
                  <a:moveTo>
                    <a:pt x="11" y="42"/>
                  </a:moveTo>
                  <a:cubicBezTo>
                    <a:pt x="16" y="72"/>
                    <a:pt x="19" y="104"/>
                    <a:pt x="13" y="134"/>
                  </a:cubicBezTo>
                  <a:cubicBezTo>
                    <a:pt x="20" y="127"/>
                    <a:pt x="23" y="116"/>
                    <a:pt x="26" y="105"/>
                  </a:cubicBezTo>
                  <a:cubicBezTo>
                    <a:pt x="31" y="81"/>
                    <a:pt x="32" y="57"/>
                    <a:pt x="29" y="33"/>
                  </a:cubicBezTo>
                  <a:cubicBezTo>
                    <a:pt x="27" y="24"/>
                    <a:pt x="25" y="14"/>
                    <a:pt x="19" y="8"/>
                  </a:cubicBezTo>
                  <a:cubicBezTo>
                    <a:pt x="13" y="2"/>
                    <a:pt x="1" y="0"/>
                    <a:pt x="1" y="12"/>
                  </a:cubicBezTo>
                  <a:cubicBezTo>
                    <a:pt x="0" y="19"/>
                    <a:pt x="10" y="34"/>
                    <a:pt x="11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5" name="Freeform 107">
              <a:extLst>
                <a:ext uri="{FF2B5EF4-FFF2-40B4-BE49-F238E27FC236}">
                  <a16:creationId xmlns:a16="http://schemas.microsoft.com/office/drawing/2014/main" id="{B8445C3D-3516-4FE5-A4AE-BB90E02D5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3951" y="5789613"/>
              <a:ext cx="55563" cy="233363"/>
            </a:xfrm>
            <a:custGeom>
              <a:avLst/>
              <a:gdLst>
                <a:gd name="T0" fmla="*/ 11 w 32"/>
                <a:gd name="T1" fmla="*/ 41 h 134"/>
                <a:gd name="T2" fmla="*/ 12 w 32"/>
                <a:gd name="T3" fmla="*/ 134 h 134"/>
                <a:gd name="T4" fmla="*/ 25 w 32"/>
                <a:gd name="T5" fmla="*/ 104 h 134"/>
                <a:gd name="T6" fmla="*/ 28 w 32"/>
                <a:gd name="T7" fmla="*/ 33 h 134"/>
                <a:gd name="T8" fmla="*/ 19 w 32"/>
                <a:gd name="T9" fmla="*/ 8 h 134"/>
                <a:gd name="T10" fmla="*/ 0 w 32"/>
                <a:gd name="T11" fmla="*/ 12 h 134"/>
                <a:gd name="T12" fmla="*/ 11 w 32"/>
                <a:gd name="T13" fmla="*/ 4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34">
                  <a:moveTo>
                    <a:pt x="11" y="41"/>
                  </a:moveTo>
                  <a:cubicBezTo>
                    <a:pt x="15" y="72"/>
                    <a:pt x="19" y="104"/>
                    <a:pt x="12" y="134"/>
                  </a:cubicBezTo>
                  <a:cubicBezTo>
                    <a:pt x="19" y="126"/>
                    <a:pt x="23" y="115"/>
                    <a:pt x="25" y="104"/>
                  </a:cubicBezTo>
                  <a:cubicBezTo>
                    <a:pt x="31" y="81"/>
                    <a:pt x="32" y="57"/>
                    <a:pt x="28" y="33"/>
                  </a:cubicBezTo>
                  <a:cubicBezTo>
                    <a:pt x="27" y="24"/>
                    <a:pt x="25" y="14"/>
                    <a:pt x="19" y="8"/>
                  </a:cubicBezTo>
                  <a:cubicBezTo>
                    <a:pt x="13" y="1"/>
                    <a:pt x="1" y="0"/>
                    <a:pt x="0" y="12"/>
                  </a:cubicBezTo>
                  <a:cubicBezTo>
                    <a:pt x="0" y="18"/>
                    <a:pt x="9" y="34"/>
                    <a:pt x="11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98" name="Freeform 110">
              <a:extLst>
                <a:ext uri="{FF2B5EF4-FFF2-40B4-BE49-F238E27FC236}">
                  <a16:creationId xmlns:a16="http://schemas.microsoft.com/office/drawing/2014/main" id="{6AE48040-9361-4D67-8B99-D1D811C5D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5101" y="4117975"/>
              <a:ext cx="3214688" cy="523875"/>
            </a:xfrm>
            <a:custGeom>
              <a:avLst/>
              <a:gdLst>
                <a:gd name="T0" fmla="*/ 1698 w 1840"/>
                <a:gd name="T1" fmla="*/ 199 h 300"/>
                <a:gd name="T2" fmla="*/ 921 w 1840"/>
                <a:gd name="T3" fmla="*/ 186 h 300"/>
                <a:gd name="T4" fmla="*/ 617 w 1840"/>
                <a:gd name="T5" fmla="*/ 161 h 300"/>
                <a:gd name="T6" fmla="*/ 308 w 1840"/>
                <a:gd name="T7" fmla="*/ 38 h 300"/>
                <a:gd name="T8" fmla="*/ 244 w 1840"/>
                <a:gd name="T9" fmla="*/ 5 h 300"/>
                <a:gd name="T10" fmla="*/ 177 w 1840"/>
                <a:gd name="T11" fmla="*/ 23 h 300"/>
                <a:gd name="T12" fmla="*/ 382 w 1840"/>
                <a:gd name="T13" fmla="*/ 156 h 300"/>
                <a:gd name="T14" fmla="*/ 69 w 1840"/>
                <a:gd name="T15" fmla="*/ 132 h 300"/>
                <a:gd name="T16" fmla="*/ 24 w 1840"/>
                <a:gd name="T17" fmla="*/ 136 h 300"/>
                <a:gd name="T18" fmla="*/ 5 w 1840"/>
                <a:gd name="T19" fmla="*/ 172 h 300"/>
                <a:gd name="T20" fmla="*/ 47 w 1840"/>
                <a:gd name="T21" fmla="*/ 193 h 300"/>
                <a:gd name="T22" fmla="*/ 878 w 1840"/>
                <a:gd name="T23" fmla="*/ 282 h 300"/>
                <a:gd name="T24" fmla="*/ 1115 w 1840"/>
                <a:gd name="T25" fmla="*/ 300 h 300"/>
                <a:gd name="T26" fmla="*/ 1438 w 1840"/>
                <a:gd name="T27" fmla="*/ 279 h 300"/>
                <a:gd name="T28" fmla="*/ 1832 w 1840"/>
                <a:gd name="T29" fmla="*/ 285 h 300"/>
                <a:gd name="T30" fmla="*/ 1829 w 1840"/>
                <a:gd name="T31" fmla="*/ 230 h 300"/>
                <a:gd name="T32" fmla="*/ 1809 w 1840"/>
                <a:gd name="T33" fmla="*/ 200 h 300"/>
                <a:gd name="T34" fmla="*/ 1698 w 1840"/>
                <a:gd name="T35" fmla="*/ 199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40" h="300">
                  <a:moveTo>
                    <a:pt x="1698" y="199"/>
                  </a:moveTo>
                  <a:cubicBezTo>
                    <a:pt x="1439" y="196"/>
                    <a:pt x="1180" y="193"/>
                    <a:pt x="921" y="186"/>
                  </a:cubicBezTo>
                  <a:cubicBezTo>
                    <a:pt x="819" y="184"/>
                    <a:pt x="717" y="181"/>
                    <a:pt x="617" y="161"/>
                  </a:cubicBezTo>
                  <a:cubicBezTo>
                    <a:pt x="507" y="139"/>
                    <a:pt x="402" y="97"/>
                    <a:pt x="308" y="38"/>
                  </a:cubicBezTo>
                  <a:cubicBezTo>
                    <a:pt x="287" y="25"/>
                    <a:pt x="267" y="11"/>
                    <a:pt x="244" y="5"/>
                  </a:cubicBezTo>
                  <a:cubicBezTo>
                    <a:pt x="220" y="0"/>
                    <a:pt x="193" y="4"/>
                    <a:pt x="177" y="23"/>
                  </a:cubicBezTo>
                  <a:cubicBezTo>
                    <a:pt x="382" y="156"/>
                    <a:pt x="382" y="156"/>
                    <a:pt x="382" y="156"/>
                  </a:cubicBezTo>
                  <a:cubicBezTo>
                    <a:pt x="278" y="148"/>
                    <a:pt x="173" y="140"/>
                    <a:pt x="69" y="132"/>
                  </a:cubicBezTo>
                  <a:cubicBezTo>
                    <a:pt x="54" y="131"/>
                    <a:pt x="38" y="130"/>
                    <a:pt x="24" y="136"/>
                  </a:cubicBezTo>
                  <a:cubicBezTo>
                    <a:pt x="10" y="142"/>
                    <a:pt x="0" y="158"/>
                    <a:pt x="5" y="172"/>
                  </a:cubicBezTo>
                  <a:cubicBezTo>
                    <a:pt x="11" y="187"/>
                    <a:pt x="31" y="191"/>
                    <a:pt x="47" y="193"/>
                  </a:cubicBezTo>
                  <a:cubicBezTo>
                    <a:pt x="324" y="223"/>
                    <a:pt x="601" y="253"/>
                    <a:pt x="878" y="282"/>
                  </a:cubicBezTo>
                  <a:cubicBezTo>
                    <a:pt x="957" y="291"/>
                    <a:pt x="1036" y="299"/>
                    <a:pt x="1115" y="300"/>
                  </a:cubicBezTo>
                  <a:cubicBezTo>
                    <a:pt x="1223" y="300"/>
                    <a:pt x="1330" y="285"/>
                    <a:pt x="1438" y="279"/>
                  </a:cubicBezTo>
                  <a:cubicBezTo>
                    <a:pt x="1569" y="272"/>
                    <a:pt x="1701" y="279"/>
                    <a:pt x="1832" y="285"/>
                  </a:cubicBezTo>
                  <a:cubicBezTo>
                    <a:pt x="1829" y="267"/>
                    <a:pt x="1833" y="246"/>
                    <a:pt x="1829" y="230"/>
                  </a:cubicBezTo>
                  <a:cubicBezTo>
                    <a:pt x="1821" y="199"/>
                    <a:pt x="1840" y="213"/>
                    <a:pt x="1809" y="200"/>
                  </a:cubicBezTo>
                  <a:cubicBezTo>
                    <a:pt x="1781" y="190"/>
                    <a:pt x="1728" y="200"/>
                    <a:pt x="1698" y="199"/>
                  </a:cubicBezTo>
                </a:path>
              </a:pathLst>
            </a:custGeom>
            <a:solidFill>
              <a:srgbClr val="AF7C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0" name="Freeform 112">
              <a:extLst>
                <a:ext uri="{FF2B5EF4-FFF2-40B4-BE49-F238E27FC236}">
                  <a16:creationId xmlns:a16="http://schemas.microsoft.com/office/drawing/2014/main" id="{E0832F6E-79B2-4EDA-B8BD-E9F59E413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5726" y="4483100"/>
              <a:ext cx="150813" cy="220663"/>
            </a:xfrm>
            <a:custGeom>
              <a:avLst/>
              <a:gdLst>
                <a:gd name="T0" fmla="*/ 13 w 87"/>
                <a:gd name="T1" fmla="*/ 48 h 126"/>
                <a:gd name="T2" fmla="*/ 75 w 87"/>
                <a:gd name="T3" fmla="*/ 0 h 126"/>
                <a:gd name="T4" fmla="*/ 75 w 87"/>
                <a:gd name="T5" fmla="*/ 79 h 126"/>
                <a:gd name="T6" fmla="*/ 12 w 87"/>
                <a:gd name="T7" fmla="*/ 126 h 126"/>
                <a:gd name="T8" fmla="*/ 13 w 87"/>
                <a:gd name="T9" fmla="*/ 48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26">
                  <a:moveTo>
                    <a:pt x="13" y="48"/>
                  </a:moveTo>
                  <a:cubicBezTo>
                    <a:pt x="25" y="22"/>
                    <a:pt x="49" y="6"/>
                    <a:pt x="75" y="0"/>
                  </a:cubicBezTo>
                  <a:cubicBezTo>
                    <a:pt x="87" y="24"/>
                    <a:pt x="87" y="53"/>
                    <a:pt x="75" y="79"/>
                  </a:cubicBezTo>
                  <a:cubicBezTo>
                    <a:pt x="62" y="104"/>
                    <a:pt x="38" y="121"/>
                    <a:pt x="12" y="126"/>
                  </a:cubicBezTo>
                  <a:cubicBezTo>
                    <a:pt x="1" y="102"/>
                    <a:pt x="0" y="74"/>
                    <a:pt x="13" y="48"/>
                  </a:cubicBezTo>
                </a:path>
              </a:pathLst>
            </a:custGeom>
            <a:solidFill>
              <a:srgbClr val="007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1" name="Line 113">
              <a:extLst>
                <a:ext uri="{FF2B5EF4-FFF2-40B4-BE49-F238E27FC236}">
                  <a16:creationId xmlns:a16="http://schemas.microsoft.com/office/drawing/2014/main" id="{691F0C85-AB36-4673-A768-744DF1EE9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20026" y="4418013"/>
              <a:ext cx="53975" cy="96838"/>
            </a:xfrm>
            <a:prstGeom prst="line">
              <a:avLst/>
            </a:prstGeom>
            <a:noFill/>
            <a:ln w="14288" cap="rnd">
              <a:solidFill>
                <a:srgbClr val="00711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1" name="Freeform 123">
              <a:extLst>
                <a:ext uri="{FF2B5EF4-FFF2-40B4-BE49-F238E27FC236}">
                  <a16:creationId xmlns:a16="http://schemas.microsoft.com/office/drawing/2014/main" id="{16EDF215-60AE-4A79-9E47-4D008B721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6313" y="3841750"/>
              <a:ext cx="1682750" cy="2068513"/>
            </a:xfrm>
            <a:custGeom>
              <a:avLst/>
              <a:gdLst>
                <a:gd name="T0" fmla="*/ 183 w 964"/>
                <a:gd name="T1" fmla="*/ 472 h 1184"/>
                <a:gd name="T2" fmla="*/ 200 w 964"/>
                <a:gd name="T3" fmla="*/ 1066 h 1184"/>
                <a:gd name="T4" fmla="*/ 292 w 964"/>
                <a:gd name="T5" fmla="*/ 1061 h 1184"/>
                <a:gd name="T6" fmla="*/ 334 w 964"/>
                <a:gd name="T7" fmla="*/ 428 h 1184"/>
                <a:gd name="T8" fmla="*/ 757 w 964"/>
                <a:gd name="T9" fmla="*/ 661 h 1184"/>
                <a:gd name="T10" fmla="*/ 755 w 964"/>
                <a:gd name="T11" fmla="*/ 1096 h 1184"/>
                <a:gd name="T12" fmla="*/ 846 w 964"/>
                <a:gd name="T13" fmla="*/ 1115 h 1184"/>
                <a:gd name="T14" fmla="*/ 802 w 964"/>
                <a:gd name="T15" fmla="*/ 205 h 1184"/>
                <a:gd name="T16" fmla="*/ 183 w 964"/>
                <a:gd name="T17" fmla="*/ 472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64" h="1184">
                  <a:moveTo>
                    <a:pt x="183" y="472"/>
                  </a:moveTo>
                  <a:cubicBezTo>
                    <a:pt x="183" y="472"/>
                    <a:pt x="205" y="727"/>
                    <a:pt x="200" y="1066"/>
                  </a:cubicBezTo>
                  <a:cubicBezTo>
                    <a:pt x="199" y="1145"/>
                    <a:pt x="280" y="1179"/>
                    <a:pt x="292" y="1061"/>
                  </a:cubicBezTo>
                  <a:cubicBezTo>
                    <a:pt x="329" y="690"/>
                    <a:pt x="368" y="480"/>
                    <a:pt x="334" y="428"/>
                  </a:cubicBezTo>
                  <a:cubicBezTo>
                    <a:pt x="334" y="428"/>
                    <a:pt x="757" y="243"/>
                    <a:pt x="757" y="661"/>
                  </a:cubicBezTo>
                  <a:cubicBezTo>
                    <a:pt x="757" y="839"/>
                    <a:pt x="776" y="1005"/>
                    <a:pt x="755" y="1096"/>
                  </a:cubicBezTo>
                  <a:cubicBezTo>
                    <a:pt x="734" y="1184"/>
                    <a:pt x="830" y="1181"/>
                    <a:pt x="846" y="1115"/>
                  </a:cubicBezTo>
                  <a:cubicBezTo>
                    <a:pt x="867" y="1031"/>
                    <a:pt x="964" y="493"/>
                    <a:pt x="802" y="205"/>
                  </a:cubicBezTo>
                  <a:cubicBezTo>
                    <a:pt x="686" y="0"/>
                    <a:pt x="0" y="43"/>
                    <a:pt x="183" y="472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2" name="Freeform 124">
              <a:extLst>
                <a:ext uri="{FF2B5EF4-FFF2-40B4-BE49-F238E27FC236}">
                  <a16:creationId xmlns:a16="http://schemas.microsoft.com/office/drawing/2014/main" id="{58B69E01-F064-4699-963A-AA7038DCA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3063" y="3516313"/>
              <a:ext cx="1079500" cy="1120775"/>
            </a:xfrm>
            <a:custGeom>
              <a:avLst/>
              <a:gdLst>
                <a:gd name="T0" fmla="*/ 371 w 618"/>
                <a:gd name="T1" fmla="*/ 32 h 642"/>
                <a:gd name="T2" fmla="*/ 584 w 618"/>
                <a:gd name="T3" fmla="*/ 379 h 642"/>
                <a:gd name="T4" fmla="*/ 248 w 618"/>
                <a:gd name="T5" fmla="*/ 610 h 642"/>
                <a:gd name="T6" fmla="*/ 34 w 618"/>
                <a:gd name="T7" fmla="*/ 262 h 642"/>
                <a:gd name="T8" fmla="*/ 371 w 618"/>
                <a:gd name="T9" fmla="*/ 32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642">
                  <a:moveTo>
                    <a:pt x="371" y="32"/>
                  </a:moveTo>
                  <a:cubicBezTo>
                    <a:pt x="523" y="64"/>
                    <a:pt x="618" y="220"/>
                    <a:pt x="584" y="379"/>
                  </a:cubicBezTo>
                  <a:cubicBezTo>
                    <a:pt x="550" y="539"/>
                    <a:pt x="400" y="642"/>
                    <a:pt x="248" y="610"/>
                  </a:cubicBezTo>
                  <a:cubicBezTo>
                    <a:pt x="96" y="578"/>
                    <a:pt x="0" y="422"/>
                    <a:pt x="34" y="262"/>
                  </a:cubicBezTo>
                  <a:cubicBezTo>
                    <a:pt x="68" y="103"/>
                    <a:pt x="219" y="0"/>
                    <a:pt x="371" y="32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3" name="Freeform 125">
              <a:extLst>
                <a:ext uri="{FF2B5EF4-FFF2-40B4-BE49-F238E27FC236}">
                  <a16:creationId xmlns:a16="http://schemas.microsoft.com/office/drawing/2014/main" id="{D3FB4A45-AF18-4370-9652-9EA82332D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4688" y="3559175"/>
              <a:ext cx="730250" cy="581025"/>
            </a:xfrm>
            <a:custGeom>
              <a:avLst/>
              <a:gdLst>
                <a:gd name="T0" fmla="*/ 199 w 419"/>
                <a:gd name="T1" fmla="*/ 7 h 333"/>
                <a:gd name="T2" fmla="*/ 109 w 419"/>
                <a:gd name="T3" fmla="*/ 3 h 333"/>
                <a:gd name="T4" fmla="*/ 125 w 419"/>
                <a:gd name="T5" fmla="*/ 45 h 333"/>
                <a:gd name="T6" fmla="*/ 234 w 419"/>
                <a:gd name="T7" fmla="*/ 319 h 333"/>
                <a:gd name="T8" fmla="*/ 419 w 419"/>
                <a:gd name="T9" fmla="*/ 277 h 333"/>
                <a:gd name="T10" fmla="*/ 199 w 419"/>
                <a:gd name="T11" fmla="*/ 7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9" h="333">
                  <a:moveTo>
                    <a:pt x="199" y="7"/>
                  </a:moveTo>
                  <a:cubicBezTo>
                    <a:pt x="169" y="1"/>
                    <a:pt x="138" y="0"/>
                    <a:pt x="109" y="3"/>
                  </a:cubicBezTo>
                  <a:cubicBezTo>
                    <a:pt x="112" y="17"/>
                    <a:pt x="117" y="30"/>
                    <a:pt x="125" y="45"/>
                  </a:cubicBezTo>
                  <a:cubicBezTo>
                    <a:pt x="0" y="134"/>
                    <a:pt x="107" y="292"/>
                    <a:pt x="234" y="319"/>
                  </a:cubicBezTo>
                  <a:cubicBezTo>
                    <a:pt x="300" y="333"/>
                    <a:pt x="367" y="316"/>
                    <a:pt x="419" y="277"/>
                  </a:cubicBezTo>
                  <a:cubicBezTo>
                    <a:pt x="414" y="147"/>
                    <a:pt x="326" y="34"/>
                    <a:pt x="199" y="7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4" name="Freeform 126">
              <a:extLst>
                <a:ext uri="{FF2B5EF4-FFF2-40B4-BE49-F238E27FC236}">
                  <a16:creationId xmlns:a16="http://schemas.microsoft.com/office/drawing/2014/main" id="{371B5B83-01F3-4E0A-8D27-1941543F6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0751" y="3676650"/>
              <a:ext cx="261938" cy="382588"/>
            </a:xfrm>
            <a:custGeom>
              <a:avLst/>
              <a:gdLst>
                <a:gd name="T0" fmla="*/ 108 w 150"/>
                <a:gd name="T1" fmla="*/ 44 h 219"/>
                <a:gd name="T2" fmla="*/ 141 w 150"/>
                <a:gd name="T3" fmla="*/ 205 h 219"/>
                <a:gd name="T4" fmla="*/ 71 w 150"/>
                <a:gd name="T5" fmla="*/ 197 h 219"/>
                <a:gd name="T6" fmla="*/ 8 w 150"/>
                <a:gd name="T7" fmla="*/ 103 h 219"/>
                <a:gd name="T8" fmla="*/ 9 w 150"/>
                <a:gd name="T9" fmla="*/ 40 h 219"/>
                <a:gd name="T10" fmla="*/ 108 w 150"/>
                <a:gd name="T11" fmla="*/ 44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" h="219">
                  <a:moveTo>
                    <a:pt x="108" y="44"/>
                  </a:moveTo>
                  <a:cubicBezTo>
                    <a:pt x="119" y="78"/>
                    <a:pt x="106" y="152"/>
                    <a:pt x="141" y="205"/>
                  </a:cubicBezTo>
                  <a:cubicBezTo>
                    <a:pt x="150" y="218"/>
                    <a:pt x="102" y="219"/>
                    <a:pt x="71" y="197"/>
                  </a:cubicBezTo>
                  <a:cubicBezTo>
                    <a:pt x="33" y="170"/>
                    <a:pt x="12" y="119"/>
                    <a:pt x="8" y="103"/>
                  </a:cubicBezTo>
                  <a:cubicBezTo>
                    <a:pt x="0" y="76"/>
                    <a:pt x="5" y="49"/>
                    <a:pt x="9" y="40"/>
                  </a:cubicBezTo>
                  <a:cubicBezTo>
                    <a:pt x="25" y="4"/>
                    <a:pt x="92" y="0"/>
                    <a:pt x="108" y="44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5" name="Freeform 127">
              <a:extLst>
                <a:ext uri="{FF2B5EF4-FFF2-40B4-BE49-F238E27FC236}">
                  <a16:creationId xmlns:a16="http://schemas.microsoft.com/office/drawing/2014/main" id="{970C7D4E-E3EE-48F8-943A-5B534283A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2526" y="3600450"/>
              <a:ext cx="206375" cy="331788"/>
            </a:xfrm>
            <a:custGeom>
              <a:avLst/>
              <a:gdLst>
                <a:gd name="T0" fmla="*/ 73 w 118"/>
                <a:gd name="T1" fmla="*/ 5 h 190"/>
                <a:gd name="T2" fmla="*/ 108 w 118"/>
                <a:gd name="T3" fmla="*/ 106 h 190"/>
                <a:gd name="T4" fmla="*/ 34 w 118"/>
                <a:gd name="T5" fmla="*/ 185 h 190"/>
                <a:gd name="T6" fmla="*/ 11 w 118"/>
                <a:gd name="T7" fmla="*/ 86 h 190"/>
                <a:gd name="T8" fmla="*/ 73 w 118"/>
                <a:gd name="T9" fmla="*/ 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90">
                  <a:moveTo>
                    <a:pt x="73" y="5"/>
                  </a:moveTo>
                  <a:cubicBezTo>
                    <a:pt x="96" y="10"/>
                    <a:pt x="118" y="57"/>
                    <a:pt x="108" y="106"/>
                  </a:cubicBezTo>
                  <a:cubicBezTo>
                    <a:pt x="97" y="156"/>
                    <a:pt x="58" y="190"/>
                    <a:pt x="34" y="185"/>
                  </a:cubicBezTo>
                  <a:cubicBezTo>
                    <a:pt x="11" y="180"/>
                    <a:pt x="0" y="135"/>
                    <a:pt x="11" y="86"/>
                  </a:cubicBezTo>
                  <a:cubicBezTo>
                    <a:pt x="21" y="36"/>
                    <a:pt x="49" y="0"/>
                    <a:pt x="73" y="5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6" name="Freeform 128">
              <a:extLst>
                <a:ext uri="{FF2B5EF4-FFF2-40B4-BE49-F238E27FC236}">
                  <a16:creationId xmlns:a16="http://schemas.microsoft.com/office/drawing/2014/main" id="{B6A6AF35-6537-455A-A29C-5787A577A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9688" y="3817938"/>
              <a:ext cx="101600" cy="157163"/>
            </a:xfrm>
            <a:custGeom>
              <a:avLst/>
              <a:gdLst>
                <a:gd name="T0" fmla="*/ 0 w 58"/>
                <a:gd name="T1" fmla="*/ 90 h 90"/>
                <a:gd name="T2" fmla="*/ 19 w 58"/>
                <a:gd name="T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8" h="90">
                  <a:moveTo>
                    <a:pt x="0" y="90"/>
                  </a:moveTo>
                  <a:cubicBezTo>
                    <a:pt x="0" y="90"/>
                    <a:pt x="58" y="60"/>
                    <a:pt x="19" y="0"/>
                  </a:cubicBezTo>
                </a:path>
              </a:pathLst>
            </a:custGeom>
            <a:noFill/>
            <a:ln w="14288" cap="rnd">
              <a:solidFill>
                <a:srgbClr val="835C3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7" name="Freeform 129">
              <a:extLst>
                <a:ext uri="{FF2B5EF4-FFF2-40B4-BE49-F238E27FC236}">
                  <a16:creationId xmlns:a16="http://schemas.microsoft.com/office/drawing/2014/main" id="{50B4FF11-CDF5-4EFB-AAED-813F030A2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8226" y="3751263"/>
              <a:ext cx="46038" cy="180975"/>
            </a:xfrm>
            <a:custGeom>
              <a:avLst/>
              <a:gdLst>
                <a:gd name="T0" fmla="*/ 0 w 26"/>
                <a:gd name="T1" fmla="*/ 0 h 104"/>
                <a:gd name="T2" fmla="*/ 5 w 26"/>
                <a:gd name="T3" fmla="*/ 104 h 104"/>
                <a:gd name="T4" fmla="*/ 0 w 26"/>
                <a:gd name="T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104">
                  <a:moveTo>
                    <a:pt x="0" y="0"/>
                  </a:moveTo>
                  <a:cubicBezTo>
                    <a:pt x="0" y="0"/>
                    <a:pt x="26" y="36"/>
                    <a:pt x="5" y="1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8" name="Freeform 130">
              <a:extLst>
                <a:ext uri="{FF2B5EF4-FFF2-40B4-BE49-F238E27FC236}">
                  <a16:creationId xmlns:a16="http://schemas.microsoft.com/office/drawing/2014/main" id="{5FEF1ECB-5B22-404C-8A2D-55335FE66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0026" y="3795713"/>
              <a:ext cx="287338" cy="258763"/>
            </a:xfrm>
            <a:custGeom>
              <a:avLst/>
              <a:gdLst>
                <a:gd name="T0" fmla="*/ 163 w 181"/>
                <a:gd name="T1" fmla="*/ 163 h 163"/>
                <a:gd name="T2" fmla="*/ 68 w 181"/>
                <a:gd name="T3" fmla="*/ 162 h 163"/>
                <a:gd name="T4" fmla="*/ 131 w 181"/>
                <a:gd name="T5" fmla="*/ 132 h 163"/>
                <a:gd name="T6" fmla="*/ 0 w 181"/>
                <a:gd name="T7" fmla="*/ 79 h 163"/>
                <a:gd name="T8" fmla="*/ 141 w 181"/>
                <a:gd name="T9" fmla="*/ 85 h 163"/>
                <a:gd name="T10" fmla="*/ 69 w 181"/>
                <a:gd name="T11" fmla="*/ 0 h 163"/>
                <a:gd name="T12" fmla="*/ 181 w 181"/>
                <a:gd name="T13" fmla="*/ 81 h 163"/>
                <a:gd name="T14" fmla="*/ 163 w 181"/>
                <a:gd name="T15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1" h="163">
                  <a:moveTo>
                    <a:pt x="163" y="163"/>
                  </a:moveTo>
                  <a:lnTo>
                    <a:pt x="68" y="162"/>
                  </a:lnTo>
                  <a:lnTo>
                    <a:pt x="131" y="132"/>
                  </a:lnTo>
                  <a:lnTo>
                    <a:pt x="0" y="79"/>
                  </a:lnTo>
                  <a:lnTo>
                    <a:pt x="141" y="85"/>
                  </a:lnTo>
                  <a:lnTo>
                    <a:pt x="69" y="0"/>
                  </a:lnTo>
                  <a:lnTo>
                    <a:pt x="181" y="81"/>
                  </a:lnTo>
                  <a:lnTo>
                    <a:pt x="163" y="163"/>
                  </a:lnTo>
                  <a:close/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19" name="Freeform 131">
              <a:extLst>
                <a:ext uri="{FF2B5EF4-FFF2-40B4-BE49-F238E27FC236}">
                  <a16:creationId xmlns:a16="http://schemas.microsoft.com/office/drawing/2014/main" id="{6E838FDE-F66E-4A91-9465-AF401A618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5263" y="3865563"/>
              <a:ext cx="874713" cy="657225"/>
            </a:xfrm>
            <a:custGeom>
              <a:avLst/>
              <a:gdLst>
                <a:gd name="T0" fmla="*/ 0 w 501"/>
                <a:gd name="T1" fmla="*/ 125 h 377"/>
                <a:gd name="T2" fmla="*/ 501 w 501"/>
                <a:gd name="T3" fmla="*/ 164 h 377"/>
                <a:gd name="T4" fmla="*/ 0 w 501"/>
                <a:gd name="T5" fmla="*/ 125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1" h="377">
                  <a:moveTo>
                    <a:pt x="0" y="125"/>
                  </a:moveTo>
                  <a:cubicBezTo>
                    <a:pt x="0" y="125"/>
                    <a:pt x="266" y="377"/>
                    <a:pt x="501" y="164"/>
                  </a:cubicBezTo>
                  <a:cubicBezTo>
                    <a:pt x="465" y="106"/>
                    <a:pt x="243" y="0"/>
                    <a:pt x="0" y="125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849" name="Group 848">
            <a:extLst>
              <a:ext uri="{FF2B5EF4-FFF2-40B4-BE49-F238E27FC236}">
                <a16:creationId xmlns:a16="http://schemas.microsoft.com/office/drawing/2014/main" id="{17A84D2B-608A-464E-BEE9-386300E3584D}"/>
              </a:ext>
            </a:extLst>
          </p:cNvPr>
          <p:cNvGrpSpPr/>
          <p:nvPr/>
        </p:nvGrpSpPr>
        <p:grpSpPr>
          <a:xfrm>
            <a:off x="8882062" y="350043"/>
            <a:ext cx="3322638" cy="2544763"/>
            <a:chOff x="7677151" y="365125"/>
            <a:chExt cx="3322638" cy="254476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FE7205D-98D3-41EB-80B4-28565ED1A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7863" y="1341438"/>
              <a:ext cx="882650" cy="1044575"/>
            </a:xfrm>
            <a:custGeom>
              <a:avLst/>
              <a:gdLst>
                <a:gd name="T0" fmla="*/ 109 w 506"/>
                <a:gd name="T1" fmla="*/ 468 h 598"/>
                <a:gd name="T2" fmla="*/ 190 w 506"/>
                <a:gd name="T3" fmla="*/ 405 h 598"/>
                <a:gd name="T4" fmla="*/ 348 w 506"/>
                <a:gd name="T5" fmla="*/ 392 h 598"/>
                <a:gd name="T6" fmla="*/ 450 w 506"/>
                <a:gd name="T7" fmla="*/ 375 h 598"/>
                <a:gd name="T8" fmla="*/ 506 w 506"/>
                <a:gd name="T9" fmla="*/ 155 h 598"/>
                <a:gd name="T10" fmla="*/ 425 w 506"/>
                <a:gd name="T11" fmla="*/ 8 h 598"/>
                <a:gd name="T12" fmla="*/ 371 w 506"/>
                <a:gd name="T13" fmla="*/ 58 h 598"/>
                <a:gd name="T14" fmla="*/ 214 w 506"/>
                <a:gd name="T15" fmla="*/ 114 h 598"/>
                <a:gd name="T16" fmla="*/ 167 w 506"/>
                <a:gd name="T17" fmla="*/ 308 h 598"/>
                <a:gd name="T18" fmla="*/ 3 w 506"/>
                <a:gd name="T19" fmla="*/ 433 h 598"/>
                <a:gd name="T20" fmla="*/ 14 w 506"/>
                <a:gd name="T21" fmla="*/ 526 h 598"/>
                <a:gd name="T22" fmla="*/ 88 w 506"/>
                <a:gd name="T23" fmla="*/ 598 h 598"/>
                <a:gd name="T24" fmla="*/ 109 w 506"/>
                <a:gd name="T25" fmla="*/ 468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6" h="598">
                  <a:moveTo>
                    <a:pt x="109" y="468"/>
                  </a:moveTo>
                  <a:cubicBezTo>
                    <a:pt x="114" y="444"/>
                    <a:pt x="153" y="419"/>
                    <a:pt x="190" y="405"/>
                  </a:cubicBezTo>
                  <a:cubicBezTo>
                    <a:pt x="236" y="388"/>
                    <a:pt x="297" y="404"/>
                    <a:pt x="348" y="392"/>
                  </a:cubicBezTo>
                  <a:cubicBezTo>
                    <a:pt x="396" y="381"/>
                    <a:pt x="428" y="400"/>
                    <a:pt x="450" y="375"/>
                  </a:cubicBezTo>
                  <a:cubicBezTo>
                    <a:pt x="473" y="350"/>
                    <a:pt x="506" y="296"/>
                    <a:pt x="506" y="155"/>
                  </a:cubicBezTo>
                  <a:cubicBezTo>
                    <a:pt x="506" y="122"/>
                    <a:pt x="486" y="30"/>
                    <a:pt x="425" y="8"/>
                  </a:cubicBezTo>
                  <a:cubicBezTo>
                    <a:pt x="405" y="0"/>
                    <a:pt x="389" y="52"/>
                    <a:pt x="371" y="58"/>
                  </a:cubicBezTo>
                  <a:cubicBezTo>
                    <a:pt x="318" y="77"/>
                    <a:pt x="266" y="95"/>
                    <a:pt x="214" y="114"/>
                  </a:cubicBezTo>
                  <a:cubicBezTo>
                    <a:pt x="170" y="129"/>
                    <a:pt x="203" y="306"/>
                    <a:pt x="167" y="308"/>
                  </a:cubicBezTo>
                  <a:cubicBezTo>
                    <a:pt x="2" y="317"/>
                    <a:pt x="6" y="403"/>
                    <a:pt x="3" y="433"/>
                  </a:cubicBezTo>
                  <a:cubicBezTo>
                    <a:pt x="0" y="461"/>
                    <a:pt x="4" y="499"/>
                    <a:pt x="14" y="526"/>
                  </a:cubicBezTo>
                  <a:cubicBezTo>
                    <a:pt x="19" y="538"/>
                    <a:pt x="33" y="598"/>
                    <a:pt x="88" y="598"/>
                  </a:cubicBezTo>
                  <a:cubicBezTo>
                    <a:pt x="153" y="598"/>
                    <a:pt x="104" y="491"/>
                    <a:pt x="109" y="468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CE81EF3-4853-4B95-8B6C-34A60ADDD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9788" y="1295400"/>
              <a:ext cx="228600" cy="1395413"/>
            </a:xfrm>
            <a:custGeom>
              <a:avLst/>
              <a:gdLst>
                <a:gd name="T0" fmla="*/ 32 w 131"/>
                <a:gd name="T1" fmla="*/ 602 h 799"/>
                <a:gd name="T2" fmla="*/ 61 w 131"/>
                <a:gd name="T3" fmla="*/ 799 h 799"/>
                <a:gd name="T4" fmla="*/ 127 w 131"/>
                <a:gd name="T5" fmla="*/ 495 h 799"/>
                <a:gd name="T6" fmla="*/ 120 w 131"/>
                <a:gd name="T7" fmla="*/ 83 h 799"/>
                <a:gd name="T8" fmla="*/ 111 w 131"/>
                <a:gd name="T9" fmla="*/ 30 h 799"/>
                <a:gd name="T10" fmla="*/ 64 w 131"/>
                <a:gd name="T11" fmla="*/ 0 h 799"/>
                <a:gd name="T12" fmla="*/ 45 w 131"/>
                <a:gd name="T13" fmla="*/ 129 h 799"/>
                <a:gd name="T14" fmla="*/ 47 w 131"/>
                <a:gd name="T15" fmla="*/ 290 h 799"/>
                <a:gd name="T16" fmla="*/ 32 w 131"/>
                <a:gd name="T17" fmla="*/ 602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" h="799">
                  <a:moveTo>
                    <a:pt x="32" y="602"/>
                  </a:moveTo>
                  <a:cubicBezTo>
                    <a:pt x="27" y="655"/>
                    <a:pt x="0" y="799"/>
                    <a:pt x="61" y="799"/>
                  </a:cubicBezTo>
                  <a:cubicBezTo>
                    <a:pt x="131" y="799"/>
                    <a:pt x="128" y="587"/>
                    <a:pt x="127" y="495"/>
                  </a:cubicBezTo>
                  <a:cubicBezTo>
                    <a:pt x="124" y="358"/>
                    <a:pt x="122" y="220"/>
                    <a:pt x="120" y="83"/>
                  </a:cubicBezTo>
                  <a:cubicBezTo>
                    <a:pt x="120" y="65"/>
                    <a:pt x="119" y="47"/>
                    <a:pt x="111" y="30"/>
                  </a:cubicBezTo>
                  <a:cubicBezTo>
                    <a:pt x="103" y="14"/>
                    <a:pt x="85" y="0"/>
                    <a:pt x="64" y="0"/>
                  </a:cubicBezTo>
                  <a:cubicBezTo>
                    <a:pt x="37" y="42"/>
                    <a:pt x="44" y="82"/>
                    <a:pt x="45" y="129"/>
                  </a:cubicBezTo>
                  <a:cubicBezTo>
                    <a:pt x="47" y="182"/>
                    <a:pt x="48" y="236"/>
                    <a:pt x="47" y="290"/>
                  </a:cubicBezTo>
                  <a:cubicBezTo>
                    <a:pt x="46" y="394"/>
                    <a:pt x="41" y="498"/>
                    <a:pt x="32" y="602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7C3F56E-20E3-4C89-8A63-093D6BAC7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7738" y="1285875"/>
              <a:ext cx="506413" cy="652463"/>
            </a:xfrm>
            <a:custGeom>
              <a:avLst/>
              <a:gdLst>
                <a:gd name="T0" fmla="*/ 40 w 290"/>
                <a:gd name="T1" fmla="*/ 271 h 374"/>
                <a:gd name="T2" fmla="*/ 20 w 290"/>
                <a:gd name="T3" fmla="*/ 319 h 374"/>
                <a:gd name="T4" fmla="*/ 35 w 290"/>
                <a:gd name="T5" fmla="*/ 365 h 374"/>
                <a:gd name="T6" fmla="*/ 65 w 290"/>
                <a:gd name="T7" fmla="*/ 372 h 374"/>
                <a:gd name="T8" fmla="*/ 184 w 290"/>
                <a:gd name="T9" fmla="*/ 371 h 374"/>
                <a:gd name="T10" fmla="*/ 223 w 290"/>
                <a:gd name="T11" fmla="*/ 363 h 374"/>
                <a:gd name="T12" fmla="*/ 281 w 290"/>
                <a:gd name="T13" fmla="*/ 272 h 374"/>
                <a:gd name="T14" fmla="*/ 244 w 290"/>
                <a:gd name="T15" fmla="*/ 106 h 374"/>
                <a:gd name="T16" fmla="*/ 107 w 290"/>
                <a:gd name="T17" fmla="*/ 7 h 374"/>
                <a:gd name="T18" fmla="*/ 54 w 290"/>
                <a:gd name="T19" fmla="*/ 5 h 374"/>
                <a:gd name="T20" fmla="*/ 19 w 290"/>
                <a:gd name="T21" fmla="*/ 123 h 374"/>
                <a:gd name="T22" fmla="*/ 40 w 290"/>
                <a:gd name="T23" fmla="*/ 271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0" h="374">
                  <a:moveTo>
                    <a:pt x="40" y="271"/>
                  </a:moveTo>
                  <a:cubicBezTo>
                    <a:pt x="33" y="287"/>
                    <a:pt x="24" y="302"/>
                    <a:pt x="20" y="319"/>
                  </a:cubicBezTo>
                  <a:cubicBezTo>
                    <a:pt x="17" y="336"/>
                    <a:pt x="20" y="356"/>
                    <a:pt x="35" y="365"/>
                  </a:cubicBezTo>
                  <a:cubicBezTo>
                    <a:pt x="43" y="371"/>
                    <a:pt x="55" y="372"/>
                    <a:pt x="65" y="372"/>
                  </a:cubicBezTo>
                  <a:cubicBezTo>
                    <a:pt x="105" y="374"/>
                    <a:pt x="144" y="374"/>
                    <a:pt x="184" y="371"/>
                  </a:cubicBezTo>
                  <a:cubicBezTo>
                    <a:pt x="197" y="369"/>
                    <a:pt x="211" y="368"/>
                    <a:pt x="223" y="363"/>
                  </a:cubicBezTo>
                  <a:cubicBezTo>
                    <a:pt x="258" y="349"/>
                    <a:pt x="276" y="309"/>
                    <a:pt x="281" y="272"/>
                  </a:cubicBezTo>
                  <a:cubicBezTo>
                    <a:pt x="290" y="215"/>
                    <a:pt x="276" y="155"/>
                    <a:pt x="244" y="106"/>
                  </a:cubicBezTo>
                  <a:cubicBezTo>
                    <a:pt x="213" y="58"/>
                    <a:pt x="163" y="22"/>
                    <a:pt x="107" y="7"/>
                  </a:cubicBezTo>
                  <a:cubicBezTo>
                    <a:pt x="89" y="2"/>
                    <a:pt x="71" y="0"/>
                    <a:pt x="54" y="5"/>
                  </a:cubicBezTo>
                  <a:cubicBezTo>
                    <a:pt x="0" y="23"/>
                    <a:pt x="11" y="86"/>
                    <a:pt x="19" y="123"/>
                  </a:cubicBezTo>
                  <a:cubicBezTo>
                    <a:pt x="30" y="173"/>
                    <a:pt x="60" y="223"/>
                    <a:pt x="40" y="271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BB79CF-0210-4D74-847F-8B153A0A7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9963" y="1352550"/>
              <a:ext cx="317500" cy="569913"/>
            </a:xfrm>
            <a:custGeom>
              <a:avLst/>
              <a:gdLst>
                <a:gd name="T0" fmla="*/ 17 w 181"/>
                <a:gd name="T1" fmla="*/ 204 h 327"/>
                <a:gd name="T2" fmla="*/ 43 w 181"/>
                <a:gd name="T3" fmla="*/ 288 h 327"/>
                <a:gd name="T4" fmla="*/ 102 w 181"/>
                <a:gd name="T5" fmla="*/ 321 h 327"/>
                <a:gd name="T6" fmla="*/ 148 w 181"/>
                <a:gd name="T7" fmla="*/ 272 h 327"/>
                <a:gd name="T8" fmla="*/ 176 w 181"/>
                <a:gd name="T9" fmla="*/ 62 h 327"/>
                <a:gd name="T10" fmla="*/ 169 w 181"/>
                <a:gd name="T11" fmla="*/ 28 h 327"/>
                <a:gd name="T12" fmla="*/ 122 w 181"/>
                <a:gd name="T13" fmla="*/ 3 h 327"/>
                <a:gd name="T14" fmla="*/ 24 w 181"/>
                <a:gd name="T15" fmla="*/ 38 h 327"/>
                <a:gd name="T16" fmla="*/ 17 w 181"/>
                <a:gd name="T17" fmla="*/ 204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327">
                  <a:moveTo>
                    <a:pt x="17" y="204"/>
                  </a:moveTo>
                  <a:cubicBezTo>
                    <a:pt x="21" y="234"/>
                    <a:pt x="28" y="265"/>
                    <a:pt x="43" y="288"/>
                  </a:cubicBezTo>
                  <a:cubicBezTo>
                    <a:pt x="57" y="311"/>
                    <a:pt x="80" y="327"/>
                    <a:pt x="102" y="321"/>
                  </a:cubicBezTo>
                  <a:cubicBezTo>
                    <a:pt x="121" y="316"/>
                    <a:pt x="137" y="295"/>
                    <a:pt x="148" y="272"/>
                  </a:cubicBezTo>
                  <a:cubicBezTo>
                    <a:pt x="177" y="212"/>
                    <a:pt x="181" y="134"/>
                    <a:pt x="176" y="62"/>
                  </a:cubicBezTo>
                  <a:cubicBezTo>
                    <a:pt x="175" y="50"/>
                    <a:pt x="174" y="38"/>
                    <a:pt x="169" y="28"/>
                  </a:cubicBezTo>
                  <a:cubicBezTo>
                    <a:pt x="160" y="8"/>
                    <a:pt x="139" y="4"/>
                    <a:pt x="122" y="3"/>
                  </a:cubicBezTo>
                  <a:cubicBezTo>
                    <a:pt x="89" y="0"/>
                    <a:pt x="47" y="0"/>
                    <a:pt x="24" y="38"/>
                  </a:cubicBezTo>
                  <a:cubicBezTo>
                    <a:pt x="0" y="77"/>
                    <a:pt x="9" y="157"/>
                    <a:pt x="17" y="204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2" name="Freeform 84">
              <a:extLst>
                <a:ext uri="{FF2B5EF4-FFF2-40B4-BE49-F238E27FC236}">
                  <a16:creationId xmlns:a16="http://schemas.microsoft.com/office/drawing/2014/main" id="{189249B3-090D-4195-ACA4-4CC882BAE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5888" y="2678113"/>
              <a:ext cx="50800" cy="231775"/>
            </a:xfrm>
            <a:custGeom>
              <a:avLst/>
              <a:gdLst>
                <a:gd name="T0" fmla="*/ 10 w 29"/>
                <a:gd name="T1" fmla="*/ 41 h 133"/>
                <a:gd name="T2" fmla="*/ 16 w 29"/>
                <a:gd name="T3" fmla="*/ 133 h 133"/>
                <a:gd name="T4" fmla="*/ 26 w 29"/>
                <a:gd name="T5" fmla="*/ 103 h 133"/>
                <a:gd name="T6" fmla="*/ 25 w 29"/>
                <a:gd name="T7" fmla="*/ 31 h 133"/>
                <a:gd name="T8" fmla="*/ 15 w 29"/>
                <a:gd name="T9" fmla="*/ 7 h 133"/>
                <a:gd name="T10" fmla="*/ 0 w 29"/>
                <a:gd name="T11" fmla="*/ 12 h 133"/>
                <a:gd name="T12" fmla="*/ 10 w 29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3">
                  <a:moveTo>
                    <a:pt x="10" y="41"/>
                  </a:moveTo>
                  <a:cubicBezTo>
                    <a:pt x="16" y="71"/>
                    <a:pt x="20" y="102"/>
                    <a:pt x="16" y="133"/>
                  </a:cubicBezTo>
                  <a:cubicBezTo>
                    <a:pt x="22" y="125"/>
                    <a:pt x="25" y="114"/>
                    <a:pt x="26" y="103"/>
                  </a:cubicBezTo>
                  <a:cubicBezTo>
                    <a:pt x="29" y="79"/>
                    <a:pt x="29" y="55"/>
                    <a:pt x="25" y="31"/>
                  </a:cubicBezTo>
                  <a:cubicBezTo>
                    <a:pt x="23" y="22"/>
                    <a:pt x="21" y="13"/>
                    <a:pt x="15" y="7"/>
                  </a:cubicBezTo>
                  <a:cubicBezTo>
                    <a:pt x="10" y="1"/>
                    <a:pt x="0" y="0"/>
                    <a:pt x="0" y="12"/>
                  </a:cubicBezTo>
                  <a:cubicBezTo>
                    <a:pt x="0" y="19"/>
                    <a:pt x="9" y="33"/>
                    <a:pt x="1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3" name="Freeform 85">
              <a:extLst>
                <a:ext uri="{FF2B5EF4-FFF2-40B4-BE49-F238E27FC236}">
                  <a16:creationId xmlns:a16="http://schemas.microsoft.com/office/drawing/2014/main" id="{099977EF-3EE2-4AD4-92D8-5D93AB2F5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0338" y="2668588"/>
              <a:ext cx="52388" cy="231775"/>
            </a:xfrm>
            <a:custGeom>
              <a:avLst/>
              <a:gdLst>
                <a:gd name="T0" fmla="*/ 10 w 30"/>
                <a:gd name="T1" fmla="*/ 41 h 133"/>
                <a:gd name="T2" fmla="*/ 16 w 30"/>
                <a:gd name="T3" fmla="*/ 133 h 133"/>
                <a:gd name="T4" fmla="*/ 26 w 30"/>
                <a:gd name="T5" fmla="*/ 103 h 133"/>
                <a:gd name="T6" fmla="*/ 25 w 30"/>
                <a:gd name="T7" fmla="*/ 31 h 133"/>
                <a:gd name="T8" fmla="*/ 15 w 30"/>
                <a:gd name="T9" fmla="*/ 7 h 133"/>
                <a:gd name="T10" fmla="*/ 0 w 30"/>
                <a:gd name="T11" fmla="*/ 12 h 133"/>
                <a:gd name="T12" fmla="*/ 10 w 30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3">
                  <a:moveTo>
                    <a:pt x="10" y="41"/>
                  </a:moveTo>
                  <a:cubicBezTo>
                    <a:pt x="16" y="71"/>
                    <a:pt x="21" y="102"/>
                    <a:pt x="16" y="133"/>
                  </a:cubicBezTo>
                  <a:cubicBezTo>
                    <a:pt x="22" y="125"/>
                    <a:pt x="25" y="114"/>
                    <a:pt x="26" y="103"/>
                  </a:cubicBezTo>
                  <a:cubicBezTo>
                    <a:pt x="30" y="79"/>
                    <a:pt x="29" y="55"/>
                    <a:pt x="25" y="31"/>
                  </a:cubicBezTo>
                  <a:cubicBezTo>
                    <a:pt x="23" y="22"/>
                    <a:pt x="21" y="13"/>
                    <a:pt x="15" y="7"/>
                  </a:cubicBezTo>
                  <a:cubicBezTo>
                    <a:pt x="10" y="1"/>
                    <a:pt x="0" y="0"/>
                    <a:pt x="0" y="12"/>
                  </a:cubicBezTo>
                  <a:cubicBezTo>
                    <a:pt x="0" y="18"/>
                    <a:pt x="9" y="33"/>
                    <a:pt x="1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4" name="Freeform 86">
              <a:extLst>
                <a:ext uri="{FF2B5EF4-FFF2-40B4-BE49-F238E27FC236}">
                  <a16:creationId xmlns:a16="http://schemas.microsoft.com/office/drawing/2014/main" id="{F0D2EC8B-B685-4F82-B115-B1E3F8741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0026" y="2657475"/>
              <a:ext cx="52388" cy="233363"/>
            </a:xfrm>
            <a:custGeom>
              <a:avLst/>
              <a:gdLst>
                <a:gd name="T0" fmla="*/ 11 w 30"/>
                <a:gd name="T1" fmla="*/ 41 h 133"/>
                <a:gd name="T2" fmla="*/ 17 w 30"/>
                <a:gd name="T3" fmla="*/ 133 h 133"/>
                <a:gd name="T4" fmla="*/ 27 w 30"/>
                <a:gd name="T5" fmla="*/ 103 h 133"/>
                <a:gd name="T6" fmla="*/ 25 w 30"/>
                <a:gd name="T7" fmla="*/ 31 h 133"/>
                <a:gd name="T8" fmla="*/ 16 w 30"/>
                <a:gd name="T9" fmla="*/ 7 h 133"/>
                <a:gd name="T10" fmla="*/ 0 w 30"/>
                <a:gd name="T11" fmla="*/ 12 h 133"/>
                <a:gd name="T12" fmla="*/ 11 w 30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3">
                  <a:moveTo>
                    <a:pt x="11" y="41"/>
                  </a:moveTo>
                  <a:cubicBezTo>
                    <a:pt x="16" y="71"/>
                    <a:pt x="21" y="102"/>
                    <a:pt x="17" y="133"/>
                  </a:cubicBezTo>
                  <a:cubicBezTo>
                    <a:pt x="23" y="125"/>
                    <a:pt x="25" y="114"/>
                    <a:pt x="27" y="103"/>
                  </a:cubicBezTo>
                  <a:cubicBezTo>
                    <a:pt x="30" y="79"/>
                    <a:pt x="30" y="55"/>
                    <a:pt x="25" y="31"/>
                  </a:cubicBezTo>
                  <a:cubicBezTo>
                    <a:pt x="24" y="22"/>
                    <a:pt x="21" y="13"/>
                    <a:pt x="16" y="7"/>
                  </a:cubicBezTo>
                  <a:cubicBezTo>
                    <a:pt x="10" y="1"/>
                    <a:pt x="0" y="0"/>
                    <a:pt x="0" y="12"/>
                  </a:cubicBezTo>
                  <a:cubicBezTo>
                    <a:pt x="0" y="18"/>
                    <a:pt x="9" y="33"/>
                    <a:pt x="11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5" name="Freeform 87">
              <a:extLst>
                <a:ext uri="{FF2B5EF4-FFF2-40B4-BE49-F238E27FC236}">
                  <a16:creationId xmlns:a16="http://schemas.microsoft.com/office/drawing/2014/main" id="{DEBC500C-A4A9-4AAC-BD50-ED8C34F96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0438" y="2625725"/>
              <a:ext cx="52388" cy="231775"/>
            </a:xfrm>
            <a:custGeom>
              <a:avLst/>
              <a:gdLst>
                <a:gd name="T0" fmla="*/ 19 w 30"/>
                <a:gd name="T1" fmla="*/ 41 h 133"/>
                <a:gd name="T2" fmla="*/ 13 w 30"/>
                <a:gd name="T3" fmla="*/ 133 h 133"/>
                <a:gd name="T4" fmla="*/ 3 w 30"/>
                <a:gd name="T5" fmla="*/ 103 h 133"/>
                <a:gd name="T6" fmla="*/ 5 w 30"/>
                <a:gd name="T7" fmla="*/ 31 h 133"/>
                <a:gd name="T8" fmla="*/ 14 w 30"/>
                <a:gd name="T9" fmla="*/ 7 h 133"/>
                <a:gd name="T10" fmla="*/ 30 w 30"/>
                <a:gd name="T11" fmla="*/ 12 h 133"/>
                <a:gd name="T12" fmla="*/ 19 w 30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3">
                  <a:moveTo>
                    <a:pt x="19" y="41"/>
                  </a:moveTo>
                  <a:cubicBezTo>
                    <a:pt x="14" y="71"/>
                    <a:pt x="9" y="102"/>
                    <a:pt x="13" y="133"/>
                  </a:cubicBezTo>
                  <a:cubicBezTo>
                    <a:pt x="7" y="125"/>
                    <a:pt x="5" y="114"/>
                    <a:pt x="3" y="103"/>
                  </a:cubicBezTo>
                  <a:cubicBezTo>
                    <a:pt x="0" y="79"/>
                    <a:pt x="0" y="55"/>
                    <a:pt x="5" y="31"/>
                  </a:cubicBezTo>
                  <a:cubicBezTo>
                    <a:pt x="6" y="22"/>
                    <a:pt x="9" y="13"/>
                    <a:pt x="14" y="7"/>
                  </a:cubicBezTo>
                  <a:cubicBezTo>
                    <a:pt x="20" y="1"/>
                    <a:pt x="30" y="0"/>
                    <a:pt x="30" y="12"/>
                  </a:cubicBezTo>
                  <a:cubicBezTo>
                    <a:pt x="29" y="19"/>
                    <a:pt x="21" y="33"/>
                    <a:pt x="19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6" name="Freeform 88">
              <a:extLst>
                <a:ext uri="{FF2B5EF4-FFF2-40B4-BE49-F238E27FC236}">
                  <a16:creationId xmlns:a16="http://schemas.microsoft.com/office/drawing/2014/main" id="{471FF81C-3313-4B05-B898-493B996AA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5988" y="2616200"/>
              <a:ext cx="52388" cy="231775"/>
            </a:xfrm>
            <a:custGeom>
              <a:avLst/>
              <a:gdLst>
                <a:gd name="T0" fmla="*/ 19 w 30"/>
                <a:gd name="T1" fmla="*/ 41 h 133"/>
                <a:gd name="T2" fmla="*/ 13 w 30"/>
                <a:gd name="T3" fmla="*/ 133 h 133"/>
                <a:gd name="T4" fmla="*/ 3 w 30"/>
                <a:gd name="T5" fmla="*/ 103 h 133"/>
                <a:gd name="T6" fmla="*/ 5 w 30"/>
                <a:gd name="T7" fmla="*/ 31 h 133"/>
                <a:gd name="T8" fmla="*/ 14 w 30"/>
                <a:gd name="T9" fmla="*/ 7 h 133"/>
                <a:gd name="T10" fmla="*/ 29 w 30"/>
                <a:gd name="T11" fmla="*/ 12 h 133"/>
                <a:gd name="T12" fmla="*/ 19 w 30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3">
                  <a:moveTo>
                    <a:pt x="19" y="41"/>
                  </a:moveTo>
                  <a:cubicBezTo>
                    <a:pt x="13" y="71"/>
                    <a:pt x="9" y="102"/>
                    <a:pt x="13" y="133"/>
                  </a:cubicBezTo>
                  <a:cubicBezTo>
                    <a:pt x="7" y="125"/>
                    <a:pt x="5" y="114"/>
                    <a:pt x="3" y="103"/>
                  </a:cubicBezTo>
                  <a:cubicBezTo>
                    <a:pt x="0" y="79"/>
                    <a:pt x="0" y="55"/>
                    <a:pt x="5" y="31"/>
                  </a:cubicBezTo>
                  <a:cubicBezTo>
                    <a:pt x="6" y="22"/>
                    <a:pt x="9" y="13"/>
                    <a:pt x="14" y="7"/>
                  </a:cubicBezTo>
                  <a:cubicBezTo>
                    <a:pt x="20" y="1"/>
                    <a:pt x="30" y="0"/>
                    <a:pt x="29" y="12"/>
                  </a:cubicBezTo>
                  <a:cubicBezTo>
                    <a:pt x="29" y="18"/>
                    <a:pt x="21" y="33"/>
                    <a:pt x="19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7" name="Freeform 89">
              <a:extLst>
                <a:ext uri="{FF2B5EF4-FFF2-40B4-BE49-F238E27FC236}">
                  <a16:creationId xmlns:a16="http://schemas.microsoft.com/office/drawing/2014/main" id="{209A0B6A-D8C7-4EF0-BFAA-DEB77D88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4713" y="2605088"/>
              <a:ext cx="52388" cy="233363"/>
            </a:xfrm>
            <a:custGeom>
              <a:avLst/>
              <a:gdLst>
                <a:gd name="T0" fmla="*/ 20 w 30"/>
                <a:gd name="T1" fmla="*/ 41 h 133"/>
                <a:gd name="T2" fmla="*/ 14 w 30"/>
                <a:gd name="T3" fmla="*/ 133 h 133"/>
                <a:gd name="T4" fmla="*/ 4 w 30"/>
                <a:gd name="T5" fmla="*/ 103 h 133"/>
                <a:gd name="T6" fmla="*/ 5 w 30"/>
                <a:gd name="T7" fmla="*/ 31 h 133"/>
                <a:gd name="T8" fmla="*/ 14 w 30"/>
                <a:gd name="T9" fmla="*/ 7 h 133"/>
                <a:gd name="T10" fmla="*/ 30 w 30"/>
                <a:gd name="T11" fmla="*/ 12 h 133"/>
                <a:gd name="T12" fmla="*/ 20 w 30"/>
                <a:gd name="T13" fmla="*/ 4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3">
                  <a:moveTo>
                    <a:pt x="20" y="41"/>
                  </a:moveTo>
                  <a:cubicBezTo>
                    <a:pt x="14" y="71"/>
                    <a:pt x="9" y="102"/>
                    <a:pt x="14" y="133"/>
                  </a:cubicBezTo>
                  <a:cubicBezTo>
                    <a:pt x="8" y="125"/>
                    <a:pt x="5" y="114"/>
                    <a:pt x="4" y="103"/>
                  </a:cubicBezTo>
                  <a:cubicBezTo>
                    <a:pt x="0" y="79"/>
                    <a:pt x="1" y="55"/>
                    <a:pt x="5" y="31"/>
                  </a:cubicBezTo>
                  <a:cubicBezTo>
                    <a:pt x="7" y="22"/>
                    <a:pt x="9" y="13"/>
                    <a:pt x="14" y="7"/>
                  </a:cubicBezTo>
                  <a:cubicBezTo>
                    <a:pt x="20" y="1"/>
                    <a:pt x="30" y="0"/>
                    <a:pt x="30" y="12"/>
                  </a:cubicBezTo>
                  <a:cubicBezTo>
                    <a:pt x="30" y="18"/>
                    <a:pt x="21" y="33"/>
                    <a:pt x="20" y="41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8" name="Freeform 90">
              <a:extLst>
                <a:ext uri="{FF2B5EF4-FFF2-40B4-BE49-F238E27FC236}">
                  <a16:creationId xmlns:a16="http://schemas.microsoft.com/office/drawing/2014/main" id="{876626AC-E23B-46E4-86EC-DC2A1522C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7088" y="2292350"/>
              <a:ext cx="65088" cy="231775"/>
            </a:xfrm>
            <a:custGeom>
              <a:avLst/>
              <a:gdLst>
                <a:gd name="T0" fmla="*/ 18 w 37"/>
                <a:gd name="T1" fmla="*/ 42 h 132"/>
                <a:gd name="T2" fmla="*/ 37 w 37"/>
                <a:gd name="T3" fmla="*/ 132 h 132"/>
                <a:gd name="T4" fmla="*/ 19 w 37"/>
                <a:gd name="T5" fmla="*/ 106 h 132"/>
                <a:gd name="T6" fmla="*/ 1 w 37"/>
                <a:gd name="T7" fmla="*/ 36 h 132"/>
                <a:gd name="T8" fmla="*/ 4 w 37"/>
                <a:gd name="T9" fmla="*/ 10 h 132"/>
                <a:gd name="T10" fmla="*/ 20 w 37"/>
                <a:gd name="T11" fmla="*/ 11 h 132"/>
                <a:gd name="T12" fmla="*/ 18 w 37"/>
                <a:gd name="T13" fmla="*/ 4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32">
                  <a:moveTo>
                    <a:pt x="18" y="42"/>
                  </a:moveTo>
                  <a:cubicBezTo>
                    <a:pt x="20" y="72"/>
                    <a:pt x="24" y="104"/>
                    <a:pt x="37" y="132"/>
                  </a:cubicBezTo>
                  <a:cubicBezTo>
                    <a:pt x="29" y="126"/>
                    <a:pt x="24" y="116"/>
                    <a:pt x="19" y="106"/>
                  </a:cubicBezTo>
                  <a:cubicBezTo>
                    <a:pt x="10" y="84"/>
                    <a:pt x="3" y="60"/>
                    <a:pt x="1" y="36"/>
                  </a:cubicBezTo>
                  <a:cubicBezTo>
                    <a:pt x="0" y="27"/>
                    <a:pt x="0" y="17"/>
                    <a:pt x="4" y="10"/>
                  </a:cubicBezTo>
                  <a:cubicBezTo>
                    <a:pt x="7" y="3"/>
                    <a:pt x="17" y="0"/>
                    <a:pt x="20" y="11"/>
                  </a:cubicBezTo>
                  <a:cubicBezTo>
                    <a:pt x="22" y="17"/>
                    <a:pt x="17" y="34"/>
                    <a:pt x="18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79" name="Freeform 91">
              <a:extLst>
                <a:ext uri="{FF2B5EF4-FFF2-40B4-BE49-F238E27FC236}">
                  <a16:creationId xmlns:a16="http://schemas.microsoft.com/office/drawing/2014/main" id="{82BB9176-2073-4E18-8513-31B396EAE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4226" y="2297113"/>
              <a:ext cx="61913" cy="230188"/>
            </a:xfrm>
            <a:custGeom>
              <a:avLst/>
              <a:gdLst>
                <a:gd name="T0" fmla="*/ 17 w 36"/>
                <a:gd name="T1" fmla="*/ 42 h 132"/>
                <a:gd name="T2" fmla="*/ 36 w 36"/>
                <a:gd name="T3" fmla="*/ 132 h 132"/>
                <a:gd name="T4" fmla="*/ 19 w 36"/>
                <a:gd name="T5" fmla="*/ 106 h 132"/>
                <a:gd name="T6" fmla="*/ 1 w 36"/>
                <a:gd name="T7" fmla="*/ 36 h 132"/>
                <a:gd name="T8" fmla="*/ 3 w 36"/>
                <a:gd name="T9" fmla="*/ 10 h 132"/>
                <a:gd name="T10" fmla="*/ 20 w 36"/>
                <a:gd name="T11" fmla="*/ 11 h 132"/>
                <a:gd name="T12" fmla="*/ 17 w 36"/>
                <a:gd name="T13" fmla="*/ 4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32">
                  <a:moveTo>
                    <a:pt x="17" y="42"/>
                  </a:moveTo>
                  <a:cubicBezTo>
                    <a:pt x="20" y="72"/>
                    <a:pt x="24" y="104"/>
                    <a:pt x="36" y="132"/>
                  </a:cubicBezTo>
                  <a:cubicBezTo>
                    <a:pt x="28" y="126"/>
                    <a:pt x="23" y="116"/>
                    <a:pt x="19" y="106"/>
                  </a:cubicBezTo>
                  <a:cubicBezTo>
                    <a:pt x="9" y="84"/>
                    <a:pt x="3" y="60"/>
                    <a:pt x="1" y="36"/>
                  </a:cubicBezTo>
                  <a:cubicBezTo>
                    <a:pt x="0" y="27"/>
                    <a:pt x="0" y="17"/>
                    <a:pt x="3" y="10"/>
                  </a:cubicBezTo>
                  <a:cubicBezTo>
                    <a:pt x="7" y="3"/>
                    <a:pt x="17" y="0"/>
                    <a:pt x="20" y="11"/>
                  </a:cubicBezTo>
                  <a:cubicBezTo>
                    <a:pt x="21" y="17"/>
                    <a:pt x="17" y="34"/>
                    <a:pt x="17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0" name="Freeform 92">
              <a:extLst>
                <a:ext uri="{FF2B5EF4-FFF2-40B4-BE49-F238E27FC236}">
                  <a16:creationId xmlns:a16="http://schemas.microsoft.com/office/drawing/2014/main" id="{CFFD4B33-479A-49B8-8532-44EDC456B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9776" y="2297113"/>
              <a:ext cx="65088" cy="230188"/>
            </a:xfrm>
            <a:custGeom>
              <a:avLst/>
              <a:gdLst>
                <a:gd name="T0" fmla="*/ 18 w 37"/>
                <a:gd name="T1" fmla="*/ 42 h 132"/>
                <a:gd name="T2" fmla="*/ 37 w 37"/>
                <a:gd name="T3" fmla="*/ 132 h 132"/>
                <a:gd name="T4" fmla="*/ 19 w 37"/>
                <a:gd name="T5" fmla="*/ 106 h 132"/>
                <a:gd name="T6" fmla="*/ 1 w 37"/>
                <a:gd name="T7" fmla="*/ 37 h 132"/>
                <a:gd name="T8" fmla="*/ 4 w 37"/>
                <a:gd name="T9" fmla="*/ 11 h 132"/>
                <a:gd name="T10" fmla="*/ 20 w 37"/>
                <a:gd name="T11" fmla="*/ 12 h 132"/>
                <a:gd name="T12" fmla="*/ 18 w 37"/>
                <a:gd name="T13" fmla="*/ 4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32">
                  <a:moveTo>
                    <a:pt x="18" y="42"/>
                  </a:moveTo>
                  <a:cubicBezTo>
                    <a:pt x="21" y="73"/>
                    <a:pt x="25" y="104"/>
                    <a:pt x="37" y="132"/>
                  </a:cubicBezTo>
                  <a:cubicBezTo>
                    <a:pt x="29" y="126"/>
                    <a:pt x="24" y="116"/>
                    <a:pt x="19" y="106"/>
                  </a:cubicBezTo>
                  <a:cubicBezTo>
                    <a:pt x="10" y="84"/>
                    <a:pt x="4" y="60"/>
                    <a:pt x="1" y="37"/>
                  </a:cubicBezTo>
                  <a:cubicBezTo>
                    <a:pt x="1" y="28"/>
                    <a:pt x="0" y="18"/>
                    <a:pt x="4" y="11"/>
                  </a:cubicBezTo>
                  <a:cubicBezTo>
                    <a:pt x="8" y="3"/>
                    <a:pt x="17" y="0"/>
                    <a:pt x="20" y="12"/>
                  </a:cubicBezTo>
                  <a:cubicBezTo>
                    <a:pt x="22" y="18"/>
                    <a:pt x="18" y="34"/>
                    <a:pt x="18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1" name="Freeform 93">
              <a:extLst>
                <a:ext uri="{FF2B5EF4-FFF2-40B4-BE49-F238E27FC236}">
                  <a16:creationId xmlns:a16="http://schemas.microsoft.com/office/drawing/2014/main" id="{B14A60EA-F58D-4B00-B694-5C0CB471A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6163" y="2290763"/>
              <a:ext cx="63500" cy="231775"/>
            </a:xfrm>
            <a:custGeom>
              <a:avLst/>
              <a:gdLst>
                <a:gd name="T0" fmla="*/ 19 w 37"/>
                <a:gd name="T1" fmla="*/ 42 h 132"/>
                <a:gd name="T2" fmla="*/ 0 w 37"/>
                <a:gd name="T3" fmla="*/ 132 h 132"/>
                <a:gd name="T4" fmla="*/ 18 w 37"/>
                <a:gd name="T5" fmla="*/ 106 h 132"/>
                <a:gd name="T6" fmla="*/ 36 w 37"/>
                <a:gd name="T7" fmla="*/ 36 h 132"/>
                <a:gd name="T8" fmla="*/ 33 w 37"/>
                <a:gd name="T9" fmla="*/ 10 h 132"/>
                <a:gd name="T10" fmla="*/ 17 w 37"/>
                <a:gd name="T11" fmla="*/ 11 h 132"/>
                <a:gd name="T12" fmla="*/ 19 w 37"/>
                <a:gd name="T13" fmla="*/ 4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32">
                  <a:moveTo>
                    <a:pt x="19" y="42"/>
                  </a:moveTo>
                  <a:cubicBezTo>
                    <a:pt x="16" y="72"/>
                    <a:pt x="12" y="104"/>
                    <a:pt x="0" y="132"/>
                  </a:cubicBezTo>
                  <a:cubicBezTo>
                    <a:pt x="8" y="126"/>
                    <a:pt x="13" y="116"/>
                    <a:pt x="18" y="106"/>
                  </a:cubicBezTo>
                  <a:cubicBezTo>
                    <a:pt x="27" y="84"/>
                    <a:pt x="34" y="60"/>
                    <a:pt x="36" y="36"/>
                  </a:cubicBezTo>
                  <a:cubicBezTo>
                    <a:pt x="37" y="27"/>
                    <a:pt x="37" y="17"/>
                    <a:pt x="33" y="10"/>
                  </a:cubicBezTo>
                  <a:cubicBezTo>
                    <a:pt x="29" y="3"/>
                    <a:pt x="20" y="0"/>
                    <a:pt x="17" y="11"/>
                  </a:cubicBezTo>
                  <a:cubicBezTo>
                    <a:pt x="15" y="17"/>
                    <a:pt x="20" y="34"/>
                    <a:pt x="19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2" name="Freeform 94">
              <a:extLst>
                <a:ext uri="{FF2B5EF4-FFF2-40B4-BE49-F238E27FC236}">
                  <a16:creationId xmlns:a16="http://schemas.microsoft.com/office/drawing/2014/main" id="{CA4087BE-B037-417E-81CE-5B24B5B1F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0613" y="2292350"/>
              <a:ext cx="63500" cy="233363"/>
            </a:xfrm>
            <a:custGeom>
              <a:avLst/>
              <a:gdLst>
                <a:gd name="T0" fmla="*/ 18 w 36"/>
                <a:gd name="T1" fmla="*/ 42 h 133"/>
                <a:gd name="T2" fmla="*/ 0 w 36"/>
                <a:gd name="T3" fmla="*/ 133 h 133"/>
                <a:gd name="T4" fmla="*/ 17 w 36"/>
                <a:gd name="T5" fmla="*/ 106 h 133"/>
                <a:gd name="T6" fmla="*/ 35 w 36"/>
                <a:gd name="T7" fmla="*/ 37 h 133"/>
                <a:gd name="T8" fmla="*/ 33 w 36"/>
                <a:gd name="T9" fmla="*/ 11 h 133"/>
                <a:gd name="T10" fmla="*/ 16 w 36"/>
                <a:gd name="T11" fmla="*/ 12 h 133"/>
                <a:gd name="T12" fmla="*/ 18 w 36"/>
                <a:gd name="T13" fmla="*/ 4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33">
                  <a:moveTo>
                    <a:pt x="18" y="42"/>
                  </a:moveTo>
                  <a:cubicBezTo>
                    <a:pt x="16" y="73"/>
                    <a:pt x="12" y="104"/>
                    <a:pt x="0" y="133"/>
                  </a:cubicBezTo>
                  <a:cubicBezTo>
                    <a:pt x="7" y="127"/>
                    <a:pt x="13" y="117"/>
                    <a:pt x="17" y="106"/>
                  </a:cubicBezTo>
                  <a:cubicBezTo>
                    <a:pt x="27" y="85"/>
                    <a:pt x="33" y="61"/>
                    <a:pt x="35" y="37"/>
                  </a:cubicBezTo>
                  <a:cubicBezTo>
                    <a:pt x="36" y="28"/>
                    <a:pt x="36" y="18"/>
                    <a:pt x="33" y="11"/>
                  </a:cubicBezTo>
                  <a:cubicBezTo>
                    <a:pt x="29" y="4"/>
                    <a:pt x="19" y="0"/>
                    <a:pt x="16" y="12"/>
                  </a:cubicBezTo>
                  <a:cubicBezTo>
                    <a:pt x="15" y="18"/>
                    <a:pt x="19" y="34"/>
                    <a:pt x="18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83" name="Freeform 95">
              <a:extLst>
                <a:ext uri="{FF2B5EF4-FFF2-40B4-BE49-F238E27FC236}">
                  <a16:creationId xmlns:a16="http://schemas.microsoft.com/office/drawing/2014/main" id="{7580E03F-2FC6-4E2A-B964-F118655E4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3476" y="2295525"/>
              <a:ext cx="61913" cy="230188"/>
            </a:xfrm>
            <a:custGeom>
              <a:avLst/>
              <a:gdLst>
                <a:gd name="T0" fmla="*/ 19 w 36"/>
                <a:gd name="T1" fmla="*/ 42 h 132"/>
                <a:gd name="T2" fmla="*/ 0 w 36"/>
                <a:gd name="T3" fmla="*/ 132 h 132"/>
                <a:gd name="T4" fmla="*/ 17 w 36"/>
                <a:gd name="T5" fmla="*/ 106 h 132"/>
                <a:gd name="T6" fmla="*/ 35 w 36"/>
                <a:gd name="T7" fmla="*/ 37 h 132"/>
                <a:gd name="T8" fmla="*/ 33 w 36"/>
                <a:gd name="T9" fmla="*/ 11 h 132"/>
                <a:gd name="T10" fmla="*/ 17 w 36"/>
                <a:gd name="T11" fmla="*/ 11 h 132"/>
                <a:gd name="T12" fmla="*/ 19 w 36"/>
                <a:gd name="T13" fmla="*/ 4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32">
                  <a:moveTo>
                    <a:pt x="19" y="42"/>
                  </a:moveTo>
                  <a:cubicBezTo>
                    <a:pt x="16" y="72"/>
                    <a:pt x="12" y="104"/>
                    <a:pt x="0" y="132"/>
                  </a:cubicBezTo>
                  <a:cubicBezTo>
                    <a:pt x="8" y="126"/>
                    <a:pt x="13" y="116"/>
                    <a:pt x="17" y="106"/>
                  </a:cubicBezTo>
                  <a:cubicBezTo>
                    <a:pt x="27" y="84"/>
                    <a:pt x="33" y="60"/>
                    <a:pt x="35" y="37"/>
                  </a:cubicBezTo>
                  <a:cubicBezTo>
                    <a:pt x="36" y="27"/>
                    <a:pt x="36" y="18"/>
                    <a:pt x="33" y="11"/>
                  </a:cubicBezTo>
                  <a:cubicBezTo>
                    <a:pt x="29" y="3"/>
                    <a:pt x="20" y="0"/>
                    <a:pt x="17" y="11"/>
                  </a:cubicBezTo>
                  <a:cubicBezTo>
                    <a:pt x="15" y="18"/>
                    <a:pt x="19" y="34"/>
                    <a:pt x="19" y="42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6" name="Freeform 118">
              <a:extLst>
                <a:ext uri="{FF2B5EF4-FFF2-40B4-BE49-F238E27FC236}">
                  <a16:creationId xmlns:a16="http://schemas.microsoft.com/office/drawing/2014/main" id="{053293F3-0728-4C54-9CD3-BC711ADF8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5101" y="1912938"/>
              <a:ext cx="3214688" cy="296863"/>
            </a:xfrm>
            <a:custGeom>
              <a:avLst/>
              <a:gdLst>
                <a:gd name="T0" fmla="*/ 1690 w 1840"/>
                <a:gd name="T1" fmla="*/ 47 h 170"/>
                <a:gd name="T2" fmla="*/ 921 w 1840"/>
                <a:gd name="T3" fmla="*/ 57 h 170"/>
                <a:gd name="T4" fmla="*/ 617 w 1840"/>
                <a:gd name="T5" fmla="*/ 31 h 170"/>
                <a:gd name="T6" fmla="*/ 69 w 1840"/>
                <a:gd name="T7" fmla="*/ 2 h 170"/>
                <a:gd name="T8" fmla="*/ 24 w 1840"/>
                <a:gd name="T9" fmla="*/ 6 h 170"/>
                <a:gd name="T10" fmla="*/ 5 w 1840"/>
                <a:gd name="T11" fmla="*/ 43 h 170"/>
                <a:gd name="T12" fmla="*/ 47 w 1840"/>
                <a:gd name="T13" fmla="*/ 63 h 170"/>
                <a:gd name="T14" fmla="*/ 878 w 1840"/>
                <a:gd name="T15" fmla="*/ 153 h 170"/>
                <a:gd name="T16" fmla="*/ 1115 w 1840"/>
                <a:gd name="T17" fmla="*/ 170 h 170"/>
                <a:gd name="T18" fmla="*/ 1438 w 1840"/>
                <a:gd name="T19" fmla="*/ 150 h 170"/>
                <a:gd name="T20" fmla="*/ 1832 w 1840"/>
                <a:gd name="T21" fmla="*/ 155 h 170"/>
                <a:gd name="T22" fmla="*/ 1829 w 1840"/>
                <a:gd name="T23" fmla="*/ 100 h 170"/>
                <a:gd name="T24" fmla="*/ 1809 w 1840"/>
                <a:gd name="T25" fmla="*/ 71 h 170"/>
                <a:gd name="T26" fmla="*/ 1690 w 1840"/>
                <a:gd name="T27" fmla="*/ 4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40" h="170">
                  <a:moveTo>
                    <a:pt x="1690" y="47"/>
                  </a:moveTo>
                  <a:cubicBezTo>
                    <a:pt x="1431" y="43"/>
                    <a:pt x="1180" y="63"/>
                    <a:pt x="921" y="57"/>
                  </a:cubicBezTo>
                  <a:cubicBezTo>
                    <a:pt x="819" y="54"/>
                    <a:pt x="717" y="51"/>
                    <a:pt x="617" y="31"/>
                  </a:cubicBezTo>
                  <a:cubicBezTo>
                    <a:pt x="507" y="9"/>
                    <a:pt x="173" y="10"/>
                    <a:pt x="69" y="2"/>
                  </a:cubicBezTo>
                  <a:cubicBezTo>
                    <a:pt x="54" y="1"/>
                    <a:pt x="38" y="0"/>
                    <a:pt x="24" y="6"/>
                  </a:cubicBezTo>
                  <a:cubicBezTo>
                    <a:pt x="10" y="12"/>
                    <a:pt x="0" y="28"/>
                    <a:pt x="5" y="43"/>
                  </a:cubicBezTo>
                  <a:cubicBezTo>
                    <a:pt x="11" y="58"/>
                    <a:pt x="31" y="62"/>
                    <a:pt x="47" y="63"/>
                  </a:cubicBezTo>
                  <a:cubicBezTo>
                    <a:pt x="324" y="93"/>
                    <a:pt x="601" y="123"/>
                    <a:pt x="878" y="153"/>
                  </a:cubicBezTo>
                  <a:cubicBezTo>
                    <a:pt x="957" y="161"/>
                    <a:pt x="1036" y="170"/>
                    <a:pt x="1115" y="170"/>
                  </a:cubicBezTo>
                  <a:cubicBezTo>
                    <a:pt x="1223" y="170"/>
                    <a:pt x="1330" y="155"/>
                    <a:pt x="1438" y="150"/>
                  </a:cubicBezTo>
                  <a:cubicBezTo>
                    <a:pt x="1569" y="142"/>
                    <a:pt x="1701" y="149"/>
                    <a:pt x="1832" y="155"/>
                  </a:cubicBezTo>
                  <a:cubicBezTo>
                    <a:pt x="1829" y="137"/>
                    <a:pt x="1833" y="116"/>
                    <a:pt x="1829" y="100"/>
                  </a:cubicBezTo>
                  <a:cubicBezTo>
                    <a:pt x="1821" y="69"/>
                    <a:pt x="1840" y="83"/>
                    <a:pt x="1809" y="71"/>
                  </a:cubicBezTo>
                  <a:cubicBezTo>
                    <a:pt x="1781" y="60"/>
                    <a:pt x="1720" y="47"/>
                    <a:pt x="1690" y="47"/>
                  </a:cubicBezTo>
                </a:path>
              </a:pathLst>
            </a:custGeom>
            <a:solidFill>
              <a:srgbClr val="AF7C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7" name="Freeform 119">
              <a:extLst>
                <a:ext uri="{FF2B5EF4-FFF2-40B4-BE49-F238E27FC236}">
                  <a16:creationId xmlns:a16="http://schemas.microsoft.com/office/drawing/2014/main" id="{61A6FA0C-3022-44CF-9F02-7C325AC5E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7151" y="2062163"/>
              <a:ext cx="153988" cy="217488"/>
            </a:xfrm>
            <a:custGeom>
              <a:avLst/>
              <a:gdLst>
                <a:gd name="T0" fmla="*/ 13 w 88"/>
                <a:gd name="T1" fmla="*/ 46 h 124"/>
                <a:gd name="T2" fmla="*/ 77 w 88"/>
                <a:gd name="T3" fmla="*/ 0 h 124"/>
                <a:gd name="T4" fmla="*/ 75 w 88"/>
                <a:gd name="T5" fmla="*/ 78 h 124"/>
                <a:gd name="T6" fmla="*/ 12 w 88"/>
                <a:gd name="T7" fmla="*/ 124 h 124"/>
                <a:gd name="T8" fmla="*/ 13 w 88"/>
                <a:gd name="T9" fmla="*/ 4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124">
                  <a:moveTo>
                    <a:pt x="13" y="46"/>
                  </a:moveTo>
                  <a:cubicBezTo>
                    <a:pt x="27" y="21"/>
                    <a:pt x="50" y="4"/>
                    <a:pt x="77" y="0"/>
                  </a:cubicBezTo>
                  <a:cubicBezTo>
                    <a:pt x="88" y="24"/>
                    <a:pt x="88" y="53"/>
                    <a:pt x="75" y="78"/>
                  </a:cubicBezTo>
                  <a:cubicBezTo>
                    <a:pt x="62" y="103"/>
                    <a:pt x="38" y="120"/>
                    <a:pt x="12" y="124"/>
                  </a:cubicBezTo>
                  <a:cubicBezTo>
                    <a:pt x="0" y="100"/>
                    <a:pt x="0" y="71"/>
                    <a:pt x="13" y="46"/>
                  </a:cubicBezTo>
                </a:path>
              </a:pathLst>
            </a:custGeom>
            <a:solidFill>
              <a:srgbClr val="0071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08" name="Line 120">
              <a:extLst>
                <a:ext uri="{FF2B5EF4-FFF2-40B4-BE49-F238E27FC236}">
                  <a16:creationId xmlns:a16="http://schemas.microsoft.com/office/drawing/2014/main" id="{1DB39275-E2EF-4A24-8542-1908B7F68E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94626" y="1995488"/>
              <a:ext cx="55563" cy="96838"/>
            </a:xfrm>
            <a:prstGeom prst="line">
              <a:avLst/>
            </a:prstGeom>
            <a:noFill/>
            <a:ln w="14288" cap="rnd">
              <a:solidFill>
                <a:srgbClr val="00711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0" name="Freeform 132">
              <a:extLst>
                <a:ext uri="{FF2B5EF4-FFF2-40B4-BE49-F238E27FC236}">
                  <a16:creationId xmlns:a16="http://schemas.microsoft.com/office/drawing/2014/main" id="{0A340847-29C7-409E-B932-221721D32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751" y="576263"/>
              <a:ext cx="1074738" cy="1028700"/>
            </a:xfrm>
            <a:custGeom>
              <a:avLst/>
              <a:gdLst>
                <a:gd name="T0" fmla="*/ 603 w 616"/>
                <a:gd name="T1" fmla="*/ 321 h 589"/>
                <a:gd name="T2" fmla="*/ 283 w 616"/>
                <a:gd name="T3" fmla="*/ 575 h 589"/>
                <a:gd name="T4" fmla="*/ 14 w 616"/>
                <a:gd name="T5" fmla="*/ 269 h 589"/>
                <a:gd name="T6" fmla="*/ 333 w 616"/>
                <a:gd name="T7" fmla="*/ 15 h 589"/>
                <a:gd name="T8" fmla="*/ 603 w 616"/>
                <a:gd name="T9" fmla="*/ 321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6" h="589">
                  <a:moveTo>
                    <a:pt x="603" y="321"/>
                  </a:moveTo>
                  <a:cubicBezTo>
                    <a:pt x="589" y="476"/>
                    <a:pt x="446" y="589"/>
                    <a:pt x="283" y="575"/>
                  </a:cubicBezTo>
                  <a:cubicBezTo>
                    <a:pt x="121" y="560"/>
                    <a:pt x="0" y="423"/>
                    <a:pt x="14" y="269"/>
                  </a:cubicBezTo>
                  <a:cubicBezTo>
                    <a:pt x="28" y="114"/>
                    <a:pt x="171" y="0"/>
                    <a:pt x="333" y="15"/>
                  </a:cubicBezTo>
                  <a:cubicBezTo>
                    <a:pt x="496" y="29"/>
                    <a:pt x="616" y="166"/>
                    <a:pt x="603" y="321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1" name="Freeform 133">
              <a:extLst>
                <a:ext uri="{FF2B5EF4-FFF2-40B4-BE49-F238E27FC236}">
                  <a16:creationId xmlns:a16="http://schemas.microsoft.com/office/drawing/2014/main" id="{23B623E6-CDEA-4989-AAA8-9546ADC3B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5476" y="663575"/>
              <a:ext cx="895350" cy="909638"/>
            </a:xfrm>
            <a:custGeom>
              <a:avLst/>
              <a:gdLst>
                <a:gd name="T0" fmla="*/ 501 w 513"/>
                <a:gd name="T1" fmla="*/ 298 h 521"/>
                <a:gd name="T2" fmla="*/ 236 w 513"/>
                <a:gd name="T3" fmla="*/ 509 h 521"/>
                <a:gd name="T4" fmla="*/ 12 w 513"/>
                <a:gd name="T5" fmla="*/ 254 h 521"/>
                <a:gd name="T6" fmla="*/ 271 w 513"/>
                <a:gd name="T7" fmla="*/ 113 h 521"/>
                <a:gd name="T8" fmla="*/ 501 w 513"/>
                <a:gd name="T9" fmla="*/ 298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521">
                  <a:moveTo>
                    <a:pt x="501" y="298"/>
                  </a:moveTo>
                  <a:cubicBezTo>
                    <a:pt x="490" y="426"/>
                    <a:pt x="371" y="521"/>
                    <a:pt x="236" y="509"/>
                  </a:cubicBezTo>
                  <a:cubicBezTo>
                    <a:pt x="101" y="497"/>
                    <a:pt x="0" y="383"/>
                    <a:pt x="12" y="254"/>
                  </a:cubicBezTo>
                  <a:cubicBezTo>
                    <a:pt x="23" y="125"/>
                    <a:pt x="168" y="0"/>
                    <a:pt x="271" y="113"/>
                  </a:cubicBezTo>
                  <a:cubicBezTo>
                    <a:pt x="403" y="22"/>
                    <a:pt x="513" y="169"/>
                    <a:pt x="501" y="298"/>
                  </a:cubicBezTo>
                </a:path>
              </a:pathLst>
            </a:custGeom>
            <a:solidFill>
              <a:srgbClr val="FFF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2" name="Freeform 134">
              <a:extLst>
                <a:ext uri="{FF2B5EF4-FFF2-40B4-BE49-F238E27FC236}">
                  <a16:creationId xmlns:a16="http://schemas.microsoft.com/office/drawing/2014/main" id="{F58B9972-3352-4C8F-8A5B-27F6874D4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3576" y="1069975"/>
              <a:ext cx="385763" cy="300038"/>
            </a:xfrm>
            <a:custGeom>
              <a:avLst/>
              <a:gdLst>
                <a:gd name="T0" fmla="*/ 179 w 221"/>
                <a:gd name="T1" fmla="*/ 103 h 171"/>
                <a:gd name="T2" fmla="*/ 24 w 221"/>
                <a:gd name="T3" fmla="*/ 156 h 171"/>
                <a:gd name="T4" fmla="*/ 1 w 221"/>
                <a:gd name="T5" fmla="*/ 171 h 171"/>
                <a:gd name="T6" fmla="*/ 23 w 221"/>
                <a:gd name="T7" fmla="*/ 85 h 171"/>
                <a:gd name="T8" fmla="*/ 108 w 221"/>
                <a:gd name="T9" fmla="*/ 11 h 171"/>
                <a:gd name="T10" fmla="*/ 171 w 221"/>
                <a:gd name="T11" fmla="*/ 5 h 171"/>
                <a:gd name="T12" fmla="*/ 179 w 221"/>
                <a:gd name="T13" fmla="*/ 103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171">
                  <a:moveTo>
                    <a:pt x="179" y="103"/>
                  </a:moveTo>
                  <a:cubicBezTo>
                    <a:pt x="147" y="119"/>
                    <a:pt x="72" y="114"/>
                    <a:pt x="24" y="156"/>
                  </a:cubicBezTo>
                  <a:cubicBezTo>
                    <a:pt x="11" y="166"/>
                    <a:pt x="0" y="154"/>
                    <a:pt x="1" y="171"/>
                  </a:cubicBezTo>
                  <a:cubicBezTo>
                    <a:pt x="0" y="132"/>
                    <a:pt x="4" y="119"/>
                    <a:pt x="23" y="85"/>
                  </a:cubicBezTo>
                  <a:cubicBezTo>
                    <a:pt x="45" y="44"/>
                    <a:pt x="93" y="17"/>
                    <a:pt x="108" y="11"/>
                  </a:cubicBezTo>
                  <a:cubicBezTo>
                    <a:pt x="135" y="0"/>
                    <a:pt x="161" y="2"/>
                    <a:pt x="171" y="5"/>
                  </a:cubicBezTo>
                  <a:cubicBezTo>
                    <a:pt x="209" y="17"/>
                    <a:pt x="221" y="82"/>
                    <a:pt x="179" y="103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3" name="Freeform 135">
              <a:extLst>
                <a:ext uri="{FF2B5EF4-FFF2-40B4-BE49-F238E27FC236}">
                  <a16:creationId xmlns:a16="http://schemas.microsoft.com/office/drawing/2014/main" id="{3CAA975F-D4AD-43D5-815C-28F1D8FD0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2176" y="1254125"/>
              <a:ext cx="328613" cy="187325"/>
            </a:xfrm>
            <a:custGeom>
              <a:avLst/>
              <a:gdLst>
                <a:gd name="T0" fmla="*/ 185 w 188"/>
                <a:gd name="T1" fmla="*/ 56 h 107"/>
                <a:gd name="T2" fmla="*/ 89 w 188"/>
                <a:gd name="T3" fmla="*/ 103 h 107"/>
                <a:gd name="T4" fmla="*/ 2 w 188"/>
                <a:gd name="T5" fmla="*/ 40 h 107"/>
                <a:gd name="T6" fmla="*/ 98 w 188"/>
                <a:gd name="T7" fmla="*/ 4 h 107"/>
                <a:gd name="T8" fmla="*/ 185 w 188"/>
                <a:gd name="T9" fmla="*/ 5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107">
                  <a:moveTo>
                    <a:pt x="185" y="56"/>
                  </a:moveTo>
                  <a:cubicBezTo>
                    <a:pt x="183" y="80"/>
                    <a:pt x="140" y="107"/>
                    <a:pt x="89" y="103"/>
                  </a:cubicBezTo>
                  <a:cubicBezTo>
                    <a:pt x="38" y="98"/>
                    <a:pt x="0" y="64"/>
                    <a:pt x="2" y="40"/>
                  </a:cubicBezTo>
                  <a:cubicBezTo>
                    <a:pt x="4" y="16"/>
                    <a:pt x="47" y="0"/>
                    <a:pt x="98" y="4"/>
                  </a:cubicBezTo>
                  <a:cubicBezTo>
                    <a:pt x="148" y="9"/>
                    <a:pt x="188" y="32"/>
                    <a:pt x="185" y="56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4" name="Freeform 136">
              <a:extLst>
                <a:ext uri="{FF2B5EF4-FFF2-40B4-BE49-F238E27FC236}">
                  <a16:creationId xmlns:a16="http://schemas.microsoft.com/office/drawing/2014/main" id="{25BE852B-AEE0-46A7-AAFE-238743E79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1088" y="1096963"/>
              <a:ext cx="358775" cy="344488"/>
            </a:xfrm>
            <a:custGeom>
              <a:avLst/>
              <a:gdLst>
                <a:gd name="T0" fmla="*/ 37 w 206"/>
                <a:gd name="T1" fmla="*/ 97 h 197"/>
                <a:gd name="T2" fmla="*/ 181 w 206"/>
                <a:gd name="T3" fmla="*/ 176 h 197"/>
                <a:gd name="T4" fmla="*/ 194 w 206"/>
                <a:gd name="T5" fmla="*/ 197 h 197"/>
                <a:gd name="T6" fmla="*/ 195 w 206"/>
                <a:gd name="T7" fmla="*/ 107 h 197"/>
                <a:gd name="T8" fmla="*/ 123 w 206"/>
                <a:gd name="T9" fmla="*/ 19 h 197"/>
                <a:gd name="T10" fmla="*/ 62 w 206"/>
                <a:gd name="T11" fmla="*/ 2 h 197"/>
                <a:gd name="T12" fmla="*/ 37 w 206"/>
                <a:gd name="T13" fmla="*/ 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" h="197">
                  <a:moveTo>
                    <a:pt x="37" y="97"/>
                  </a:moveTo>
                  <a:cubicBezTo>
                    <a:pt x="66" y="118"/>
                    <a:pt x="141" y="127"/>
                    <a:pt x="181" y="176"/>
                  </a:cubicBezTo>
                  <a:cubicBezTo>
                    <a:pt x="191" y="189"/>
                    <a:pt x="199" y="181"/>
                    <a:pt x="194" y="197"/>
                  </a:cubicBezTo>
                  <a:cubicBezTo>
                    <a:pt x="202" y="160"/>
                    <a:pt x="206" y="143"/>
                    <a:pt x="195" y="107"/>
                  </a:cubicBezTo>
                  <a:cubicBezTo>
                    <a:pt x="180" y="62"/>
                    <a:pt x="137" y="28"/>
                    <a:pt x="123" y="19"/>
                  </a:cubicBezTo>
                  <a:cubicBezTo>
                    <a:pt x="99" y="3"/>
                    <a:pt x="73" y="0"/>
                    <a:pt x="62" y="2"/>
                  </a:cubicBezTo>
                  <a:cubicBezTo>
                    <a:pt x="23" y="6"/>
                    <a:pt x="0" y="69"/>
                    <a:pt x="37" y="97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5" name="Freeform 137">
              <a:extLst>
                <a:ext uri="{FF2B5EF4-FFF2-40B4-BE49-F238E27FC236}">
                  <a16:creationId xmlns:a16="http://schemas.microsoft.com/office/drawing/2014/main" id="{22B7F037-6C65-45D7-9518-2CECC893F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2813" y="1431925"/>
              <a:ext cx="263525" cy="96838"/>
            </a:xfrm>
            <a:custGeom>
              <a:avLst/>
              <a:gdLst>
                <a:gd name="T0" fmla="*/ 0 w 151"/>
                <a:gd name="T1" fmla="*/ 0 h 55"/>
                <a:gd name="T2" fmla="*/ 151 w 151"/>
                <a:gd name="T3" fmla="*/ 1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1" h="55">
                  <a:moveTo>
                    <a:pt x="0" y="0"/>
                  </a:moveTo>
                  <a:cubicBezTo>
                    <a:pt x="0" y="0"/>
                    <a:pt x="62" y="55"/>
                    <a:pt x="151" y="13"/>
                  </a:cubicBezTo>
                </a:path>
              </a:pathLst>
            </a:custGeom>
            <a:noFill/>
            <a:ln w="14288" cap="rnd">
              <a:solidFill>
                <a:srgbClr val="835C3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6" name="Freeform 138">
              <a:extLst>
                <a:ext uri="{FF2B5EF4-FFF2-40B4-BE49-F238E27FC236}">
                  <a16:creationId xmlns:a16="http://schemas.microsoft.com/office/drawing/2014/main" id="{57BF88F1-4298-428C-AEBB-7CE8EF545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2051" y="1200150"/>
              <a:ext cx="169863" cy="60325"/>
            </a:xfrm>
            <a:custGeom>
              <a:avLst/>
              <a:gdLst>
                <a:gd name="T0" fmla="*/ 0 w 97"/>
                <a:gd name="T1" fmla="*/ 0 h 35"/>
                <a:gd name="T2" fmla="*/ 97 w 97"/>
                <a:gd name="T3" fmla="*/ 34 h 35"/>
                <a:gd name="T4" fmla="*/ 0 w 97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35">
                  <a:moveTo>
                    <a:pt x="0" y="0"/>
                  </a:moveTo>
                  <a:cubicBezTo>
                    <a:pt x="0" y="0"/>
                    <a:pt x="26" y="35"/>
                    <a:pt x="97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7" name="Freeform 139">
              <a:extLst>
                <a:ext uri="{FF2B5EF4-FFF2-40B4-BE49-F238E27FC236}">
                  <a16:creationId xmlns:a16="http://schemas.microsoft.com/office/drawing/2014/main" id="{6334A25A-69F4-4257-B773-E50BFFE79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0576" y="1182688"/>
              <a:ext cx="177800" cy="52388"/>
            </a:xfrm>
            <a:custGeom>
              <a:avLst/>
              <a:gdLst>
                <a:gd name="T0" fmla="*/ 102 w 102"/>
                <a:gd name="T1" fmla="*/ 0 h 30"/>
                <a:gd name="T2" fmla="*/ 0 w 102"/>
                <a:gd name="T3" fmla="*/ 17 h 30"/>
                <a:gd name="T4" fmla="*/ 102 w 102"/>
                <a:gd name="T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" h="30">
                  <a:moveTo>
                    <a:pt x="102" y="0"/>
                  </a:moveTo>
                  <a:cubicBezTo>
                    <a:pt x="102" y="0"/>
                    <a:pt x="70" y="30"/>
                    <a:pt x="0" y="17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8" name="Freeform 140">
              <a:extLst>
                <a:ext uri="{FF2B5EF4-FFF2-40B4-BE49-F238E27FC236}">
                  <a16:creationId xmlns:a16="http://schemas.microsoft.com/office/drawing/2014/main" id="{DA4A93EE-9A9E-431B-BBC3-8016F940B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7113" y="365125"/>
              <a:ext cx="255588" cy="284163"/>
            </a:xfrm>
            <a:custGeom>
              <a:avLst/>
              <a:gdLst>
                <a:gd name="T0" fmla="*/ 11 w 161"/>
                <a:gd name="T1" fmla="*/ 172 h 179"/>
                <a:gd name="T2" fmla="*/ 0 w 161"/>
                <a:gd name="T3" fmla="*/ 76 h 179"/>
                <a:gd name="T4" fmla="*/ 38 w 161"/>
                <a:gd name="T5" fmla="*/ 135 h 179"/>
                <a:gd name="T6" fmla="*/ 75 w 161"/>
                <a:gd name="T7" fmla="*/ 0 h 179"/>
                <a:gd name="T8" fmla="*/ 84 w 161"/>
                <a:gd name="T9" fmla="*/ 140 h 179"/>
                <a:gd name="T10" fmla="*/ 161 w 161"/>
                <a:gd name="T11" fmla="*/ 57 h 179"/>
                <a:gd name="T12" fmla="*/ 94 w 161"/>
                <a:gd name="T13" fmla="*/ 179 h 179"/>
                <a:gd name="T14" fmla="*/ 11 w 161"/>
                <a:gd name="T15" fmla="*/ 172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179">
                  <a:moveTo>
                    <a:pt x="11" y="172"/>
                  </a:moveTo>
                  <a:lnTo>
                    <a:pt x="0" y="76"/>
                  </a:lnTo>
                  <a:lnTo>
                    <a:pt x="38" y="135"/>
                  </a:lnTo>
                  <a:lnTo>
                    <a:pt x="75" y="0"/>
                  </a:lnTo>
                  <a:lnTo>
                    <a:pt x="84" y="140"/>
                  </a:lnTo>
                  <a:lnTo>
                    <a:pt x="161" y="57"/>
                  </a:lnTo>
                  <a:lnTo>
                    <a:pt x="94" y="179"/>
                  </a:lnTo>
                  <a:lnTo>
                    <a:pt x="11" y="172"/>
                  </a:lnTo>
                  <a:close/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29" name="Freeform 141">
              <a:extLst>
                <a:ext uri="{FF2B5EF4-FFF2-40B4-BE49-F238E27FC236}">
                  <a16:creationId xmlns:a16="http://schemas.microsoft.com/office/drawing/2014/main" id="{70EC2D86-9B41-4099-ABE1-1C408CA60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2551" y="1357313"/>
              <a:ext cx="228600" cy="1397000"/>
            </a:xfrm>
            <a:custGeom>
              <a:avLst/>
              <a:gdLst>
                <a:gd name="T0" fmla="*/ 31 w 131"/>
                <a:gd name="T1" fmla="*/ 603 h 800"/>
                <a:gd name="T2" fmla="*/ 61 w 131"/>
                <a:gd name="T3" fmla="*/ 800 h 800"/>
                <a:gd name="T4" fmla="*/ 126 w 131"/>
                <a:gd name="T5" fmla="*/ 496 h 800"/>
                <a:gd name="T6" fmla="*/ 120 w 131"/>
                <a:gd name="T7" fmla="*/ 84 h 800"/>
                <a:gd name="T8" fmla="*/ 111 w 131"/>
                <a:gd name="T9" fmla="*/ 31 h 800"/>
                <a:gd name="T10" fmla="*/ 64 w 131"/>
                <a:gd name="T11" fmla="*/ 1 h 800"/>
                <a:gd name="T12" fmla="*/ 45 w 131"/>
                <a:gd name="T13" fmla="*/ 129 h 800"/>
                <a:gd name="T14" fmla="*/ 47 w 131"/>
                <a:gd name="T15" fmla="*/ 290 h 800"/>
                <a:gd name="T16" fmla="*/ 31 w 131"/>
                <a:gd name="T17" fmla="*/ 603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" h="800">
                  <a:moveTo>
                    <a:pt x="31" y="603"/>
                  </a:moveTo>
                  <a:cubicBezTo>
                    <a:pt x="27" y="655"/>
                    <a:pt x="0" y="800"/>
                    <a:pt x="61" y="800"/>
                  </a:cubicBezTo>
                  <a:cubicBezTo>
                    <a:pt x="131" y="800"/>
                    <a:pt x="128" y="587"/>
                    <a:pt x="126" y="496"/>
                  </a:cubicBezTo>
                  <a:cubicBezTo>
                    <a:pt x="124" y="358"/>
                    <a:pt x="122" y="221"/>
                    <a:pt x="120" y="84"/>
                  </a:cubicBezTo>
                  <a:cubicBezTo>
                    <a:pt x="119" y="66"/>
                    <a:pt x="119" y="47"/>
                    <a:pt x="111" y="31"/>
                  </a:cubicBezTo>
                  <a:cubicBezTo>
                    <a:pt x="103" y="15"/>
                    <a:pt x="85" y="0"/>
                    <a:pt x="64" y="1"/>
                  </a:cubicBezTo>
                  <a:cubicBezTo>
                    <a:pt x="37" y="43"/>
                    <a:pt x="43" y="82"/>
                    <a:pt x="45" y="129"/>
                  </a:cubicBezTo>
                  <a:cubicBezTo>
                    <a:pt x="47" y="183"/>
                    <a:pt x="47" y="237"/>
                    <a:pt x="47" y="290"/>
                  </a:cubicBezTo>
                  <a:cubicBezTo>
                    <a:pt x="46" y="394"/>
                    <a:pt x="41" y="499"/>
                    <a:pt x="31" y="603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30" name="Freeform 142">
              <a:extLst>
                <a:ext uri="{FF2B5EF4-FFF2-40B4-BE49-F238E27FC236}">
                  <a16:creationId xmlns:a16="http://schemas.microsoft.com/office/drawing/2014/main" id="{00A377D6-990B-4673-A2A7-D0538FA9B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3151" y="1901825"/>
              <a:ext cx="261938" cy="519113"/>
            </a:xfrm>
            <a:custGeom>
              <a:avLst/>
              <a:gdLst>
                <a:gd name="T0" fmla="*/ 62 w 150"/>
                <a:gd name="T1" fmla="*/ 33 h 297"/>
                <a:gd name="T2" fmla="*/ 34 w 150"/>
                <a:gd name="T3" fmla="*/ 54 h 297"/>
                <a:gd name="T4" fmla="*/ 1 w 150"/>
                <a:gd name="T5" fmla="*/ 170 h 297"/>
                <a:gd name="T6" fmla="*/ 1 w 150"/>
                <a:gd name="T7" fmla="*/ 248 h 297"/>
                <a:gd name="T8" fmla="*/ 14 w 150"/>
                <a:gd name="T9" fmla="*/ 288 h 297"/>
                <a:gd name="T10" fmla="*/ 54 w 150"/>
                <a:gd name="T11" fmla="*/ 290 h 297"/>
                <a:gd name="T12" fmla="*/ 82 w 150"/>
                <a:gd name="T13" fmla="*/ 259 h 297"/>
                <a:gd name="T14" fmla="*/ 114 w 150"/>
                <a:gd name="T15" fmla="*/ 158 h 297"/>
                <a:gd name="T16" fmla="*/ 127 w 150"/>
                <a:gd name="T17" fmla="*/ 54 h 297"/>
                <a:gd name="T18" fmla="*/ 62 w 150"/>
                <a:gd name="T19" fmla="*/ 33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" h="297">
                  <a:moveTo>
                    <a:pt x="62" y="33"/>
                  </a:moveTo>
                  <a:cubicBezTo>
                    <a:pt x="52" y="39"/>
                    <a:pt x="43" y="46"/>
                    <a:pt x="34" y="54"/>
                  </a:cubicBezTo>
                  <a:cubicBezTo>
                    <a:pt x="6" y="83"/>
                    <a:pt x="1" y="129"/>
                    <a:pt x="1" y="170"/>
                  </a:cubicBezTo>
                  <a:cubicBezTo>
                    <a:pt x="0" y="196"/>
                    <a:pt x="0" y="222"/>
                    <a:pt x="1" y="248"/>
                  </a:cubicBezTo>
                  <a:cubicBezTo>
                    <a:pt x="1" y="262"/>
                    <a:pt x="3" y="279"/>
                    <a:pt x="14" y="288"/>
                  </a:cubicBezTo>
                  <a:cubicBezTo>
                    <a:pt x="25" y="297"/>
                    <a:pt x="41" y="297"/>
                    <a:pt x="54" y="290"/>
                  </a:cubicBezTo>
                  <a:cubicBezTo>
                    <a:pt x="66" y="283"/>
                    <a:pt x="75" y="271"/>
                    <a:pt x="82" y="259"/>
                  </a:cubicBezTo>
                  <a:cubicBezTo>
                    <a:pt x="100" y="228"/>
                    <a:pt x="111" y="194"/>
                    <a:pt x="114" y="158"/>
                  </a:cubicBezTo>
                  <a:cubicBezTo>
                    <a:pt x="117" y="123"/>
                    <a:pt x="113" y="86"/>
                    <a:pt x="127" y="54"/>
                  </a:cubicBezTo>
                  <a:cubicBezTo>
                    <a:pt x="150" y="0"/>
                    <a:pt x="88" y="15"/>
                    <a:pt x="62" y="33"/>
                  </a:cubicBezTo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31" name="Freeform 143">
              <a:extLst>
                <a:ext uri="{FF2B5EF4-FFF2-40B4-BE49-F238E27FC236}">
                  <a16:creationId xmlns:a16="http://schemas.microsoft.com/office/drawing/2014/main" id="{9540A6D4-71A7-46CB-9D0C-CF994F820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1688" y="2016125"/>
              <a:ext cx="385763" cy="444500"/>
            </a:xfrm>
            <a:custGeom>
              <a:avLst/>
              <a:gdLst>
                <a:gd name="T0" fmla="*/ 3 w 221"/>
                <a:gd name="T1" fmla="*/ 220 h 255"/>
                <a:gd name="T2" fmla="*/ 1 w 221"/>
                <a:gd name="T3" fmla="*/ 231 h 255"/>
                <a:gd name="T4" fmla="*/ 11 w 221"/>
                <a:gd name="T5" fmla="*/ 241 h 255"/>
                <a:gd name="T6" fmla="*/ 40 w 221"/>
                <a:gd name="T7" fmla="*/ 253 h 255"/>
                <a:gd name="T8" fmla="*/ 53 w 221"/>
                <a:gd name="T9" fmla="*/ 254 h 255"/>
                <a:gd name="T10" fmla="*/ 63 w 221"/>
                <a:gd name="T11" fmla="*/ 245 h 255"/>
                <a:gd name="T12" fmla="*/ 215 w 221"/>
                <a:gd name="T13" fmla="*/ 37 h 255"/>
                <a:gd name="T14" fmla="*/ 221 w 221"/>
                <a:gd name="T15" fmla="*/ 22 h 255"/>
                <a:gd name="T16" fmla="*/ 148 w 221"/>
                <a:gd name="T17" fmla="*/ 8 h 255"/>
                <a:gd name="T18" fmla="*/ 102 w 221"/>
                <a:gd name="T19" fmla="*/ 57 h 255"/>
                <a:gd name="T20" fmla="*/ 3 w 221"/>
                <a:gd name="T21" fmla="*/ 22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1" h="255">
                  <a:moveTo>
                    <a:pt x="3" y="220"/>
                  </a:moveTo>
                  <a:cubicBezTo>
                    <a:pt x="2" y="223"/>
                    <a:pt x="0" y="227"/>
                    <a:pt x="1" y="231"/>
                  </a:cubicBezTo>
                  <a:cubicBezTo>
                    <a:pt x="2" y="236"/>
                    <a:pt x="7" y="239"/>
                    <a:pt x="11" y="241"/>
                  </a:cubicBezTo>
                  <a:cubicBezTo>
                    <a:pt x="20" y="246"/>
                    <a:pt x="30" y="250"/>
                    <a:pt x="40" y="253"/>
                  </a:cubicBezTo>
                  <a:cubicBezTo>
                    <a:pt x="44" y="254"/>
                    <a:pt x="48" y="255"/>
                    <a:pt x="53" y="254"/>
                  </a:cubicBezTo>
                  <a:cubicBezTo>
                    <a:pt x="57" y="252"/>
                    <a:pt x="60" y="249"/>
                    <a:pt x="63" y="245"/>
                  </a:cubicBezTo>
                  <a:cubicBezTo>
                    <a:pt x="116" y="177"/>
                    <a:pt x="167" y="108"/>
                    <a:pt x="215" y="37"/>
                  </a:cubicBezTo>
                  <a:cubicBezTo>
                    <a:pt x="218" y="32"/>
                    <a:pt x="221" y="28"/>
                    <a:pt x="221" y="22"/>
                  </a:cubicBezTo>
                  <a:cubicBezTo>
                    <a:pt x="219" y="0"/>
                    <a:pt x="162" y="2"/>
                    <a:pt x="148" y="8"/>
                  </a:cubicBezTo>
                  <a:cubicBezTo>
                    <a:pt x="129" y="16"/>
                    <a:pt x="115" y="41"/>
                    <a:pt x="102" y="57"/>
                  </a:cubicBezTo>
                  <a:cubicBezTo>
                    <a:pt x="63" y="108"/>
                    <a:pt x="28" y="161"/>
                    <a:pt x="3" y="220"/>
                  </a:cubicBezTo>
                </a:path>
              </a:pathLst>
            </a:custGeom>
            <a:solidFill>
              <a:srgbClr val="AF7C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32" name="Freeform 144">
              <a:extLst>
                <a:ext uri="{FF2B5EF4-FFF2-40B4-BE49-F238E27FC236}">
                  <a16:creationId xmlns:a16="http://schemas.microsoft.com/office/drawing/2014/main" id="{A35EF629-59A1-4C47-8414-53A0AA95F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201" y="1535113"/>
              <a:ext cx="339725" cy="506413"/>
            </a:xfrm>
            <a:custGeom>
              <a:avLst/>
              <a:gdLst>
                <a:gd name="T0" fmla="*/ 50 w 194"/>
                <a:gd name="T1" fmla="*/ 7 h 290"/>
                <a:gd name="T2" fmla="*/ 41 w 194"/>
                <a:gd name="T3" fmla="*/ 1 h 290"/>
                <a:gd name="T4" fmla="*/ 27 w 194"/>
                <a:gd name="T5" fmla="*/ 7 h 290"/>
                <a:gd name="T6" fmla="*/ 6 w 194"/>
                <a:gd name="T7" fmla="*/ 29 h 290"/>
                <a:gd name="T8" fmla="*/ 0 w 194"/>
                <a:gd name="T9" fmla="*/ 41 h 290"/>
                <a:gd name="T10" fmla="*/ 5 w 194"/>
                <a:gd name="T11" fmla="*/ 53 h 290"/>
                <a:gd name="T12" fmla="*/ 142 w 194"/>
                <a:gd name="T13" fmla="*/ 272 h 290"/>
                <a:gd name="T14" fmla="*/ 153 w 194"/>
                <a:gd name="T15" fmla="*/ 283 h 290"/>
                <a:gd name="T16" fmla="*/ 193 w 194"/>
                <a:gd name="T17" fmla="*/ 220 h 290"/>
                <a:gd name="T18" fmla="*/ 164 w 194"/>
                <a:gd name="T19" fmla="*/ 159 h 290"/>
                <a:gd name="T20" fmla="*/ 50 w 194"/>
                <a:gd name="T21" fmla="*/ 7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290">
                  <a:moveTo>
                    <a:pt x="50" y="7"/>
                  </a:moveTo>
                  <a:cubicBezTo>
                    <a:pt x="47" y="4"/>
                    <a:pt x="45" y="2"/>
                    <a:pt x="41" y="1"/>
                  </a:cubicBezTo>
                  <a:cubicBezTo>
                    <a:pt x="36" y="0"/>
                    <a:pt x="31" y="4"/>
                    <a:pt x="27" y="7"/>
                  </a:cubicBezTo>
                  <a:cubicBezTo>
                    <a:pt x="20" y="14"/>
                    <a:pt x="13" y="21"/>
                    <a:pt x="6" y="29"/>
                  </a:cubicBezTo>
                  <a:cubicBezTo>
                    <a:pt x="3" y="32"/>
                    <a:pt x="1" y="36"/>
                    <a:pt x="0" y="41"/>
                  </a:cubicBezTo>
                  <a:cubicBezTo>
                    <a:pt x="0" y="45"/>
                    <a:pt x="2" y="49"/>
                    <a:pt x="5" y="53"/>
                  </a:cubicBezTo>
                  <a:cubicBezTo>
                    <a:pt x="48" y="128"/>
                    <a:pt x="94" y="201"/>
                    <a:pt x="142" y="272"/>
                  </a:cubicBezTo>
                  <a:cubicBezTo>
                    <a:pt x="145" y="276"/>
                    <a:pt x="148" y="281"/>
                    <a:pt x="153" y="283"/>
                  </a:cubicBezTo>
                  <a:cubicBezTo>
                    <a:pt x="174" y="290"/>
                    <a:pt x="194" y="235"/>
                    <a:pt x="193" y="220"/>
                  </a:cubicBezTo>
                  <a:cubicBezTo>
                    <a:pt x="192" y="199"/>
                    <a:pt x="175" y="177"/>
                    <a:pt x="164" y="159"/>
                  </a:cubicBezTo>
                  <a:cubicBezTo>
                    <a:pt x="132" y="104"/>
                    <a:pt x="96" y="53"/>
                    <a:pt x="50" y="7"/>
                  </a:cubicBezTo>
                </a:path>
              </a:pathLst>
            </a:custGeom>
            <a:solidFill>
              <a:srgbClr val="AF7C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851" name="Group 850">
            <a:extLst>
              <a:ext uri="{FF2B5EF4-FFF2-40B4-BE49-F238E27FC236}">
                <a16:creationId xmlns:a16="http://schemas.microsoft.com/office/drawing/2014/main" id="{1F4E89EF-4E3E-46E9-B44B-FAD1C133F25F}"/>
              </a:ext>
            </a:extLst>
          </p:cNvPr>
          <p:cNvGrpSpPr/>
          <p:nvPr/>
        </p:nvGrpSpPr>
        <p:grpSpPr>
          <a:xfrm>
            <a:off x="985839" y="5071906"/>
            <a:ext cx="5435600" cy="1725613"/>
            <a:chOff x="220347" y="5071906"/>
            <a:chExt cx="5435600" cy="1725613"/>
          </a:xfrm>
        </p:grpSpPr>
        <p:sp>
          <p:nvSpPr>
            <p:cNvPr id="842" name="Freeform 154">
              <a:extLst>
                <a:ext uri="{FF2B5EF4-FFF2-40B4-BE49-F238E27FC236}">
                  <a16:creationId xmlns:a16="http://schemas.microsoft.com/office/drawing/2014/main" id="{A30D1B96-4416-4AAB-A755-7F6144762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725" y="5071906"/>
              <a:ext cx="257175" cy="285750"/>
            </a:xfrm>
            <a:custGeom>
              <a:avLst/>
              <a:gdLst>
                <a:gd name="T0" fmla="*/ 11 w 162"/>
                <a:gd name="T1" fmla="*/ 173 h 180"/>
                <a:gd name="T2" fmla="*/ 0 w 162"/>
                <a:gd name="T3" fmla="*/ 77 h 180"/>
                <a:gd name="T4" fmla="*/ 37 w 162"/>
                <a:gd name="T5" fmla="*/ 136 h 180"/>
                <a:gd name="T6" fmla="*/ 75 w 162"/>
                <a:gd name="T7" fmla="*/ 0 h 180"/>
                <a:gd name="T8" fmla="*/ 85 w 162"/>
                <a:gd name="T9" fmla="*/ 141 h 180"/>
                <a:gd name="T10" fmla="*/ 162 w 162"/>
                <a:gd name="T11" fmla="*/ 58 h 180"/>
                <a:gd name="T12" fmla="*/ 95 w 162"/>
                <a:gd name="T13" fmla="*/ 180 h 180"/>
                <a:gd name="T14" fmla="*/ 11 w 162"/>
                <a:gd name="T15" fmla="*/ 173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" h="180">
                  <a:moveTo>
                    <a:pt x="11" y="173"/>
                  </a:moveTo>
                  <a:lnTo>
                    <a:pt x="0" y="77"/>
                  </a:lnTo>
                  <a:lnTo>
                    <a:pt x="37" y="136"/>
                  </a:lnTo>
                  <a:lnTo>
                    <a:pt x="75" y="0"/>
                  </a:lnTo>
                  <a:lnTo>
                    <a:pt x="85" y="141"/>
                  </a:lnTo>
                  <a:lnTo>
                    <a:pt x="162" y="58"/>
                  </a:lnTo>
                  <a:lnTo>
                    <a:pt x="95" y="180"/>
                  </a:lnTo>
                  <a:lnTo>
                    <a:pt x="11" y="173"/>
                  </a:lnTo>
                  <a:close/>
                </a:path>
              </a:pathLst>
            </a:custGeom>
            <a:solidFill>
              <a:srgbClr val="835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grpSp>
          <p:nvGrpSpPr>
            <p:cNvPr id="847" name="Group 846">
              <a:extLst>
                <a:ext uri="{FF2B5EF4-FFF2-40B4-BE49-F238E27FC236}">
                  <a16:creationId xmlns:a16="http://schemas.microsoft.com/office/drawing/2014/main" id="{C6EC1AE4-543F-4EBC-B1B3-9A5D333A7A2E}"/>
                </a:ext>
              </a:extLst>
            </p:cNvPr>
            <p:cNvGrpSpPr/>
            <p:nvPr/>
          </p:nvGrpSpPr>
          <p:grpSpPr>
            <a:xfrm>
              <a:off x="220347" y="5311619"/>
              <a:ext cx="5435600" cy="1485900"/>
              <a:chOff x="3001963" y="5373688"/>
              <a:chExt cx="5435600" cy="1485900"/>
            </a:xfrm>
          </p:grpSpPr>
          <p:sp>
            <p:nvSpPr>
              <p:cNvPr id="753" name="Freeform 65">
                <a:extLst>
                  <a:ext uri="{FF2B5EF4-FFF2-40B4-BE49-F238E27FC236}">
                    <a16:creationId xmlns:a16="http://schemas.microsoft.com/office/drawing/2014/main" id="{721C971F-8B64-4F46-9196-40642D79C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338" y="6138863"/>
                <a:ext cx="207963" cy="76200"/>
              </a:xfrm>
              <a:custGeom>
                <a:avLst/>
                <a:gdLst>
                  <a:gd name="T0" fmla="*/ 80 w 119"/>
                  <a:gd name="T1" fmla="*/ 22 h 44"/>
                  <a:gd name="T2" fmla="*/ 0 w 119"/>
                  <a:gd name="T3" fmla="*/ 0 h 44"/>
                  <a:gd name="T4" fmla="*/ 21 w 119"/>
                  <a:gd name="T5" fmla="*/ 21 h 44"/>
                  <a:gd name="T6" fmla="*/ 81 w 119"/>
                  <a:gd name="T7" fmla="*/ 43 h 44"/>
                  <a:gd name="T8" fmla="*/ 106 w 119"/>
                  <a:gd name="T9" fmla="*/ 40 h 44"/>
                  <a:gd name="T10" fmla="*/ 109 w 119"/>
                  <a:gd name="T11" fmla="*/ 20 h 44"/>
                  <a:gd name="T12" fmla="*/ 80 w 119"/>
                  <a:gd name="T13" fmla="*/ 2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9" h="44">
                    <a:moveTo>
                      <a:pt x="80" y="22"/>
                    </a:moveTo>
                    <a:cubicBezTo>
                      <a:pt x="52" y="20"/>
                      <a:pt x="24" y="15"/>
                      <a:pt x="0" y="0"/>
                    </a:cubicBezTo>
                    <a:cubicBezTo>
                      <a:pt x="4" y="9"/>
                      <a:pt x="12" y="16"/>
                      <a:pt x="21" y="21"/>
                    </a:cubicBezTo>
                    <a:cubicBezTo>
                      <a:pt x="39" y="33"/>
                      <a:pt x="60" y="40"/>
                      <a:pt x="81" y="43"/>
                    </a:cubicBezTo>
                    <a:cubicBezTo>
                      <a:pt x="90" y="44"/>
                      <a:pt x="99" y="44"/>
                      <a:pt x="106" y="40"/>
                    </a:cubicBezTo>
                    <a:cubicBezTo>
                      <a:pt x="114" y="35"/>
                      <a:pt x="119" y="23"/>
                      <a:pt x="109" y="20"/>
                    </a:cubicBezTo>
                    <a:cubicBezTo>
                      <a:pt x="103" y="18"/>
                      <a:pt x="87" y="23"/>
                      <a:pt x="80" y="22"/>
                    </a:cubicBezTo>
                  </a:path>
                </a:pathLst>
              </a:custGeom>
              <a:solidFill>
                <a:srgbClr val="FFFE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754" name="Freeform 66">
                <a:extLst>
                  <a:ext uri="{FF2B5EF4-FFF2-40B4-BE49-F238E27FC236}">
                    <a16:creationId xmlns:a16="http://schemas.microsoft.com/office/drawing/2014/main" id="{F726C410-9BDD-4503-A54A-0E578C68C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638" y="6191250"/>
                <a:ext cx="206375" cy="76200"/>
              </a:xfrm>
              <a:custGeom>
                <a:avLst/>
                <a:gdLst>
                  <a:gd name="T0" fmla="*/ 80 w 118"/>
                  <a:gd name="T1" fmla="*/ 22 h 44"/>
                  <a:gd name="T2" fmla="*/ 0 w 118"/>
                  <a:gd name="T3" fmla="*/ 0 h 44"/>
                  <a:gd name="T4" fmla="*/ 21 w 118"/>
                  <a:gd name="T5" fmla="*/ 21 h 44"/>
                  <a:gd name="T6" fmla="*/ 81 w 118"/>
                  <a:gd name="T7" fmla="*/ 43 h 44"/>
                  <a:gd name="T8" fmla="*/ 106 w 118"/>
                  <a:gd name="T9" fmla="*/ 40 h 44"/>
                  <a:gd name="T10" fmla="*/ 108 w 118"/>
                  <a:gd name="T11" fmla="*/ 20 h 44"/>
                  <a:gd name="T12" fmla="*/ 80 w 118"/>
                  <a:gd name="T13" fmla="*/ 2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8" h="44">
                    <a:moveTo>
                      <a:pt x="80" y="22"/>
                    </a:moveTo>
                    <a:cubicBezTo>
                      <a:pt x="52" y="19"/>
                      <a:pt x="24" y="15"/>
                      <a:pt x="0" y="0"/>
                    </a:cubicBezTo>
                    <a:cubicBezTo>
                      <a:pt x="4" y="9"/>
                      <a:pt x="12" y="16"/>
                      <a:pt x="21" y="21"/>
                    </a:cubicBezTo>
                    <a:cubicBezTo>
                      <a:pt x="39" y="33"/>
                      <a:pt x="60" y="40"/>
                      <a:pt x="81" y="43"/>
                    </a:cubicBezTo>
                    <a:cubicBezTo>
                      <a:pt x="90" y="44"/>
                      <a:pt x="99" y="44"/>
                      <a:pt x="106" y="40"/>
                    </a:cubicBezTo>
                    <a:cubicBezTo>
                      <a:pt x="113" y="35"/>
                      <a:pt x="118" y="23"/>
                      <a:pt x="108" y="20"/>
                    </a:cubicBezTo>
                    <a:cubicBezTo>
                      <a:pt x="103" y="18"/>
                      <a:pt x="87" y="23"/>
                      <a:pt x="80" y="22"/>
                    </a:cubicBezTo>
                  </a:path>
                </a:pathLst>
              </a:custGeom>
              <a:solidFill>
                <a:srgbClr val="FFFE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755" name="Freeform 67">
                <a:extLst>
                  <a:ext uri="{FF2B5EF4-FFF2-40B4-BE49-F238E27FC236}">
                    <a16:creationId xmlns:a16="http://schemas.microsoft.com/office/drawing/2014/main" id="{0C49BFF2-BF92-47B2-8F75-BB30B5DD7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351" y="6242050"/>
                <a:ext cx="206375" cy="76200"/>
              </a:xfrm>
              <a:custGeom>
                <a:avLst/>
                <a:gdLst>
                  <a:gd name="T0" fmla="*/ 80 w 118"/>
                  <a:gd name="T1" fmla="*/ 22 h 44"/>
                  <a:gd name="T2" fmla="*/ 0 w 118"/>
                  <a:gd name="T3" fmla="*/ 0 h 44"/>
                  <a:gd name="T4" fmla="*/ 21 w 118"/>
                  <a:gd name="T5" fmla="*/ 21 h 44"/>
                  <a:gd name="T6" fmla="*/ 81 w 118"/>
                  <a:gd name="T7" fmla="*/ 43 h 44"/>
                  <a:gd name="T8" fmla="*/ 106 w 118"/>
                  <a:gd name="T9" fmla="*/ 40 h 44"/>
                  <a:gd name="T10" fmla="*/ 108 w 118"/>
                  <a:gd name="T11" fmla="*/ 20 h 44"/>
                  <a:gd name="T12" fmla="*/ 80 w 118"/>
                  <a:gd name="T13" fmla="*/ 2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8" h="44">
                    <a:moveTo>
                      <a:pt x="80" y="22"/>
                    </a:moveTo>
                    <a:cubicBezTo>
                      <a:pt x="52" y="20"/>
                      <a:pt x="24" y="15"/>
                      <a:pt x="0" y="0"/>
                    </a:cubicBezTo>
                    <a:cubicBezTo>
                      <a:pt x="4" y="9"/>
                      <a:pt x="12" y="16"/>
                      <a:pt x="21" y="21"/>
                    </a:cubicBezTo>
                    <a:cubicBezTo>
                      <a:pt x="39" y="33"/>
                      <a:pt x="60" y="40"/>
                      <a:pt x="81" y="43"/>
                    </a:cubicBezTo>
                    <a:cubicBezTo>
                      <a:pt x="90" y="44"/>
                      <a:pt x="99" y="44"/>
                      <a:pt x="106" y="40"/>
                    </a:cubicBezTo>
                    <a:cubicBezTo>
                      <a:pt x="114" y="35"/>
                      <a:pt x="118" y="23"/>
                      <a:pt x="108" y="20"/>
                    </a:cubicBezTo>
                    <a:cubicBezTo>
                      <a:pt x="103" y="18"/>
                      <a:pt x="87" y="23"/>
                      <a:pt x="80" y="22"/>
                    </a:cubicBezTo>
                  </a:path>
                </a:pathLst>
              </a:custGeom>
              <a:solidFill>
                <a:srgbClr val="FFFE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799" name="Freeform 111">
                <a:extLst>
                  <a:ext uri="{FF2B5EF4-FFF2-40B4-BE49-F238E27FC236}">
                    <a16:creationId xmlns:a16="http://schemas.microsoft.com/office/drawing/2014/main" id="{20397239-6658-4ADB-9589-66F752F58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963" y="5988050"/>
                <a:ext cx="5435600" cy="600075"/>
              </a:xfrm>
              <a:custGeom>
                <a:avLst/>
                <a:gdLst>
                  <a:gd name="T0" fmla="*/ 2872 w 3112"/>
                  <a:gd name="T1" fmla="*/ 242 h 343"/>
                  <a:gd name="T2" fmla="*/ 1559 w 3112"/>
                  <a:gd name="T3" fmla="*/ 229 h 343"/>
                  <a:gd name="T4" fmla="*/ 1043 w 3112"/>
                  <a:gd name="T5" fmla="*/ 204 h 343"/>
                  <a:gd name="T6" fmla="*/ 521 w 3112"/>
                  <a:gd name="T7" fmla="*/ 81 h 343"/>
                  <a:gd name="T8" fmla="*/ 380 w 3112"/>
                  <a:gd name="T9" fmla="*/ 5 h 343"/>
                  <a:gd name="T10" fmla="*/ 300 w 3112"/>
                  <a:gd name="T11" fmla="*/ 66 h 343"/>
                  <a:gd name="T12" fmla="*/ 647 w 3112"/>
                  <a:gd name="T13" fmla="*/ 199 h 343"/>
                  <a:gd name="T14" fmla="*/ 116 w 3112"/>
                  <a:gd name="T15" fmla="*/ 175 h 343"/>
                  <a:gd name="T16" fmla="*/ 41 w 3112"/>
                  <a:gd name="T17" fmla="*/ 179 h 343"/>
                  <a:gd name="T18" fmla="*/ 9 w 3112"/>
                  <a:gd name="T19" fmla="*/ 215 h 343"/>
                  <a:gd name="T20" fmla="*/ 79 w 3112"/>
                  <a:gd name="T21" fmla="*/ 236 h 343"/>
                  <a:gd name="T22" fmla="*/ 1486 w 3112"/>
                  <a:gd name="T23" fmla="*/ 325 h 343"/>
                  <a:gd name="T24" fmla="*/ 1885 w 3112"/>
                  <a:gd name="T25" fmla="*/ 343 h 343"/>
                  <a:gd name="T26" fmla="*/ 2433 w 3112"/>
                  <a:gd name="T27" fmla="*/ 322 h 343"/>
                  <a:gd name="T28" fmla="*/ 3099 w 3112"/>
                  <a:gd name="T29" fmla="*/ 328 h 343"/>
                  <a:gd name="T30" fmla="*/ 3094 w 3112"/>
                  <a:gd name="T31" fmla="*/ 273 h 343"/>
                  <a:gd name="T32" fmla="*/ 3060 w 3112"/>
                  <a:gd name="T33" fmla="*/ 243 h 343"/>
                  <a:gd name="T34" fmla="*/ 2872 w 3112"/>
                  <a:gd name="T35" fmla="*/ 242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112" h="343">
                    <a:moveTo>
                      <a:pt x="2872" y="242"/>
                    </a:moveTo>
                    <a:cubicBezTo>
                      <a:pt x="2434" y="239"/>
                      <a:pt x="1996" y="236"/>
                      <a:pt x="1559" y="229"/>
                    </a:cubicBezTo>
                    <a:cubicBezTo>
                      <a:pt x="1386" y="227"/>
                      <a:pt x="1213" y="224"/>
                      <a:pt x="1043" y="204"/>
                    </a:cubicBezTo>
                    <a:cubicBezTo>
                      <a:pt x="859" y="182"/>
                      <a:pt x="681" y="140"/>
                      <a:pt x="521" y="81"/>
                    </a:cubicBezTo>
                    <a:cubicBezTo>
                      <a:pt x="486" y="68"/>
                      <a:pt x="420" y="11"/>
                      <a:pt x="380" y="5"/>
                    </a:cubicBezTo>
                    <a:cubicBezTo>
                      <a:pt x="341" y="0"/>
                      <a:pt x="326" y="47"/>
                      <a:pt x="300" y="66"/>
                    </a:cubicBezTo>
                    <a:cubicBezTo>
                      <a:pt x="416" y="110"/>
                      <a:pt x="531" y="154"/>
                      <a:pt x="647" y="199"/>
                    </a:cubicBezTo>
                    <a:cubicBezTo>
                      <a:pt x="470" y="191"/>
                      <a:pt x="293" y="183"/>
                      <a:pt x="116" y="175"/>
                    </a:cubicBezTo>
                    <a:cubicBezTo>
                      <a:pt x="91" y="174"/>
                      <a:pt x="64" y="173"/>
                      <a:pt x="41" y="179"/>
                    </a:cubicBezTo>
                    <a:cubicBezTo>
                      <a:pt x="18" y="185"/>
                      <a:pt x="0" y="201"/>
                      <a:pt x="9" y="215"/>
                    </a:cubicBezTo>
                    <a:cubicBezTo>
                      <a:pt x="19" y="230"/>
                      <a:pt x="52" y="234"/>
                      <a:pt x="79" y="236"/>
                    </a:cubicBezTo>
                    <a:cubicBezTo>
                      <a:pt x="548" y="266"/>
                      <a:pt x="1017" y="296"/>
                      <a:pt x="1486" y="325"/>
                    </a:cubicBezTo>
                    <a:cubicBezTo>
                      <a:pt x="1619" y="334"/>
                      <a:pt x="1752" y="342"/>
                      <a:pt x="1885" y="343"/>
                    </a:cubicBezTo>
                    <a:cubicBezTo>
                      <a:pt x="2068" y="343"/>
                      <a:pt x="2250" y="328"/>
                      <a:pt x="2433" y="322"/>
                    </a:cubicBezTo>
                    <a:cubicBezTo>
                      <a:pt x="2655" y="315"/>
                      <a:pt x="2877" y="322"/>
                      <a:pt x="3099" y="328"/>
                    </a:cubicBezTo>
                    <a:cubicBezTo>
                      <a:pt x="3094" y="310"/>
                      <a:pt x="3101" y="289"/>
                      <a:pt x="3094" y="273"/>
                    </a:cubicBezTo>
                    <a:cubicBezTo>
                      <a:pt x="3081" y="242"/>
                      <a:pt x="3112" y="256"/>
                      <a:pt x="3060" y="243"/>
                    </a:cubicBezTo>
                    <a:cubicBezTo>
                      <a:pt x="3013" y="233"/>
                      <a:pt x="2923" y="243"/>
                      <a:pt x="2872" y="242"/>
                    </a:cubicBezTo>
                  </a:path>
                </a:pathLst>
              </a:custGeom>
              <a:solidFill>
                <a:srgbClr val="AF7C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04" name="Freeform 116">
                <a:extLst>
                  <a:ext uri="{FF2B5EF4-FFF2-40B4-BE49-F238E27FC236}">
                    <a16:creationId xmlns:a16="http://schemas.microsoft.com/office/drawing/2014/main" id="{4DEAA535-C47B-40DC-B48D-6A67272C3B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5538" y="5741988"/>
                <a:ext cx="144463" cy="234950"/>
              </a:xfrm>
              <a:custGeom>
                <a:avLst/>
                <a:gdLst>
                  <a:gd name="T0" fmla="*/ 8 w 83"/>
                  <a:gd name="T1" fmla="*/ 57 h 134"/>
                  <a:gd name="T2" fmla="*/ 21 w 83"/>
                  <a:gd name="T3" fmla="*/ 134 h 134"/>
                  <a:gd name="T4" fmla="*/ 75 w 83"/>
                  <a:gd name="T5" fmla="*/ 77 h 134"/>
                  <a:gd name="T6" fmla="*/ 62 w 83"/>
                  <a:gd name="T7" fmla="*/ 0 h 134"/>
                  <a:gd name="T8" fmla="*/ 8 w 83"/>
                  <a:gd name="T9" fmla="*/ 5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34">
                    <a:moveTo>
                      <a:pt x="8" y="57"/>
                    </a:moveTo>
                    <a:cubicBezTo>
                      <a:pt x="0" y="84"/>
                      <a:pt x="5" y="113"/>
                      <a:pt x="21" y="134"/>
                    </a:cubicBezTo>
                    <a:cubicBezTo>
                      <a:pt x="46" y="125"/>
                      <a:pt x="66" y="105"/>
                      <a:pt x="75" y="77"/>
                    </a:cubicBezTo>
                    <a:cubicBezTo>
                      <a:pt x="83" y="50"/>
                      <a:pt x="77" y="22"/>
                      <a:pt x="62" y="0"/>
                    </a:cubicBezTo>
                    <a:cubicBezTo>
                      <a:pt x="37" y="9"/>
                      <a:pt x="17" y="30"/>
                      <a:pt x="8" y="57"/>
                    </a:cubicBezTo>
                  </a:path>
                </a:pathLst>
              </a:custGeom>
              <a:solidFill>
                <a:srgbClr val="0071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05" name="Line 117">
                <a:extLst>
                  <a:ext uri="{FF2B5EF4-FFF2-40B4-BE49-F238E27FC236}">
                    <a16:creationId xmlns:a16="http://schemas.microsoft.com/office/drawing/2014/main" id="{90663D2F-318B-4001-995E-469890F36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3001" y="5943600"/>
                <a:ext cx="28575" cy="107950"/>
              </a:xfrm>
              <a:prstGeom prst="line">
                <a:avLst/>
              </a:prstGeom>
              <a:noFill/>
              <a:ln w="14288" cap="rnd">
                <a:solidFill>
                  <a:srgbClr val="00711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33" name="Freeform 145">
                <a:extLst>
                  <a:ext uri="{FF2B5EF4-FFF2-40B4-BE49-F238E27FC236}">
                    <a16:creationId xmlns:a16="http://schemas.microsoft.com/office/drawing/2014/main" id="{7979081F-3EB8-4BAE-BA93-861E9E520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913" y="5673725"/>
                <a:ext cx="2190750" cy="935038"/>
              </a:xfrm>
              <a:custGeom>
                <a:avLst/>
                <a:gdLst>
                  <a:gd name="T0" fmla="*/ 61 w 1254"/>
                  <a:gd name="T1" fmla="*/ 329 h 535"/>
                  <a:gd name="T2" fmla="*/ 5 w 1254"/>
                  <a:gd name="T3" fmla="*/ 368 h 535"/>
                  <a:gd name="T4" fmla="*/ 33 w 1254"/>
                  <a:gd name="T5" fmla="*/ 435 h 535"/>
                  <a:gd name="T6" fmla="*/ 103 w 1254"/>
                  <a:gd name="T7" fmla="*/ 466 h 535"/>
                  <a:gd name="T8" fmla="*/ 452 w 1254"/>
                  <a:gd name="T9" fmla="*/ 434 h 535"/>
                  <a:gd name="T10" fmla="*/ 760 w 1254"/>
                  <a:gd name="T11" fmla="*/ 465 h 535"/>
                  <a:gd name="T12" fmla="*/ 768 w 1254"/>
                  <a:gd name="T13" fmla="*/ 512 h 535"/>
                  <a:gd name="T14" fmla="*/ 853 w 1254"/>
                  <a:gd name="T15" fmla="*/ 519 h 535"/>
                  <a:gd name="T16" fmla="*/ 1175 w 1254"/>
                  <a:gd name="T17" fmla="*/ 446 h 535"/>
                  <a:gd name="T18" fmla="*/ 1219 w 1254"/>
                  <a:gd name="T19" fmla="*/ 490 h 535"/>
                  <a:gd name="T20" fmla="*/ 1251 w 1254"/>
                  <a:gd name="T21" fmla="*/ 419 h 535"/>
                  <a:gd name="T22" fmla="*/ 1199 w 1254"/>
                  <a:gd name="T23" fmla="*/ 325 h 535"/>
                  <a:gd name="T24" fmla="*/ 1098 w 1254"/>
                  <a:gd name="T25" fmla="*/ 334 h 535"/>
                  <a:gd name="T26" fmla="*/ 1052 w 1254"/>
                  <a:gd name="T27" fmla="*/ 131 h 535"/>
                  <a:gd name="T28" fmla="*/ 514 w 1254"/>
                  <a:gd name="T29" fmla="*/ 49 h 535"/>
                  <a:gd name="T30" fmla="*/ 274 w 1254"/>
                  <a:gd name="T31" fmla="*/ 165 h 535"/>
                  <a:gd name="T32" fmla="*/ 61 w 1254"/>
                  <a:gd name="T33" fmla="*/ 329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54" h="535">
                    <a:moveTo>
                      <a:pt x="61" y="329"/>
                    </a:moveTo>
                    <a:cubicBezTo>
                      <a:pt x="36" y="322"/>
                      <a:pt x="10" y="343"/>
                      <a:pt x="5" y="368"/>
                    </a:cubicBezTo>
                    <a:cubicBezTo>
                      <a:pt x="0" y="393"/>
                      <a:pt x="14" y="419"/>
                      <a:pt x="33" y="435"/>
                    </a:cubicBezTo>
                    <a:cubicBezTo>
                      <a:pt x="53" y="452"/>
                      <a:pt x="78" y="460"/>
                      <a:pt x="103" y="466"/>
                    </a:cubicBezTo>
                    <a:cubicBezTo>
                      <a:pt x="219" y="492"/>
                      <a:pt x="341" y="473"/>
                      <a:pt x="452" y="434"/>
                    </a:cubicBezTo>
                    <a:cubicBezTo>
                      <a:pt x="564" y="395"/>
                      <a:pt x="761" y="431"/>
                      <a:pt x="760" y="465"/>
                    </a:cubicBezTo>
                    <a:cubicBezTo>
                      <a:pt x="760" y="488"/>
                      <a:pt x="751" y="496"/>
                      <a:pt x="768" y="512"/>
                    </a:cubicBezTo>
                    <a:cubicBezTo>
                      <a:pt x="782" y="525"/>
                      <a:pt x="835" y="516"/>
                      <a:pt x="853" y="519"/>
                    </a:cubicBezTo>
                    <a:cubicBezTo>
                      <a:pt x="976" y="535"/>
                      <a:pt x="1062" y="496"/>
                      <a:pt x="1175" y="446"/>
                    </a:cubicBezTo>
                    <a:cubicBezTo>
                      <a:pt x="1168" y="470"/>
                      <a:pt x="1195" y="497"/>
                      <a:pt x="1219" y="490"/>
                    </a:cubicBezTo>
                    <a:cubicBezTo>
                      <a:pt x="1247" y="482"/>
                      <a:pt x="1254" y="447"/>
                      <a:pt x="1251" y="419"/>
                    </a:cubicBezTo>
                    <a:cubicBezTo>
                      <a:pt x="1246" y="382"/>
                      <a:pt x="1229" y="345"/>
                      <a:pt x="1199" y="325"/>
                    </a:cubicBezTo>
                    <a:cubicBezTo>
                      <a:pt x="1168" y="305"/>
                      <a:pt x="1122" y="306"/>
                      <a:pt x="1098" y="334"/>
                    </a:cubicBezTo>
                    <a:cubicBezTo>
                      <a:pt x="1108" y="264"/>
                      <a:pt x="1101" y="182"/>
                      <a:pt x="1052" y="131"/>
                    </a:cubicBezTo>
                    <a:cubicBezTo>
                      <a:pt x="928" y="0"/>
                      <a:pt x="563" y="15"/>
                      <a:pt x="514" y="49"/>
                    </a:cubicBezTo>
                    <a:cubicBezTo>
                      <a:pt x="441" y="101"/>
                      <a:pt x="355" y="129"/>
                      <a:pt x="274" y="165"/>
                    </a:cubicBezTo>
                    <a:cubicBezTo>
                      <a:pt x="192" y="201"/>
                      <a:pt x="108" y="253"/>
                      <a:pt x="61" y="329"/>
                    </a:cubicBezTo>
                  </a:path>
                </a:pathLst>
              </a:custGeom>
              <a:solidFill>
                <a:srgbClr val="835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34" name="Freeform 146">
                <a:extLst>
                  <a:ext uri="{FF2B5EF4-FFF2-40B4-BE49-F238E27FC236}">
                    <a16:creationId xmlns:a16="http://schemas.microsoft.com/office/drawing/2014/main" id="{82091B30-3AF2-4663-A74C-437EB9222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638" y="5373688"/>
                <a:ext cx="1076325" cy="1028700"/>
              </a:xfrm>
              <a:custGeom>
                <a:avLst/>
                <a:gdLst>
                  <a:gd name="T0" fmla="*/ 602 w 616"/>
                  <a:gd name="T1" fmla="*/ 321 h 589"/>
                  <a:gd name="T2" fmla="*/ 283 w 616"/>
                  <a:gd name="T3" fmla="*/ 575 h 589"/>
                  <a:gd name="T4" fmla="*/ 13 w 616"/>
                  <a:gd name="T5" fmla="*/ 268 h 589"/>
                  <a:gd name="T6" fmla="*/ 333 w 616"/>
                  <a:gd name="T7" fmla="*/ 15 h 589"/>
                  <a:gd name="T8" fmla="*/ 602 w 616"/>
                  <a:gd name="T9" fmla="*/ 321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6" h="589">
                    <a:moveTo>
                      <a:pt x="602" y="321"/>
                    </a:moveTo>
                    <a:cubicBezTo>
                      <a:pt x="588" y="475"/>
                      <a:pt x="445" y="589"/>
                      <a:pt x="283" y="575"/>
                    </a:cubicBezTo>
                    <a:cubicBezTo>
                      <a:pt x="120" y="560"/>
                      <a:pt x="0" y="423"/>
                      <a:pt x="13" y="268"/>
                    </a:cubicBezTo>
                    <a:cubicBezTo>
                      <a:pt x="27" y="114"/>
                      <a:pt x="170" y="0"/>
                      <a:pt x="333" y="15"/>
                    </a:cubicBezTo>
                    <a:cubicBezTo>
                      <a:pt x="495" y="29"/>
                      <a:pt x="616" y="166"/>
                      <a:pt x="602" y="321"/>
                    </a:cubicBezTo>
                  </a:path>
                </a:pathLst>
              </a:custGeom>
              <a:solidFill>
                <a:srgbClr val="835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35" name="Freeform 147">
                <a:extLst>
                  <a:ext uri="{FF2B5EF4-FFF2-40B4-BE49-F238E27FC236}">
                    <a16:creationId xmlns:a16="http://schemas.microsoft.com/office/drawing/2014/main" id="{2ED8ACF0-CEF5-42B0-B80C-4F0AFB0CC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1363" y="5459413"/>
                <a:ext cx="893763" cy="911225"/>
              </a:xfrm>
              <a:custGeom>
                <a:avLst/>
                <a:gdLst>
                  <a:gd name="T0" fmla="*/ 501 w 512"/>
                  <a:gd name="T1" fmla="*/ 299 h 522"/>
                  <a:gd name="T2" fmla="*/ 235 w 512"/>
                  <a:gd name="T3" fmla="*/ 510 h 522"/>
                  <a:gd name="T4" fmla="*/ 11 w 512"/>
                  <a:gd name="T5" fmla="*/ 255 h 522"/>
                  <a:gd name="T6" fmla="*/ 270 w 512"/>
                  <a:gd name="T7" fmla="*/ 114 h 522"/>
                  <a:gd name="T8" fmla="*/ 501 w 512"/>
                  <a:gd name="T9" fmla="*/ 299 h 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2" h="522">
                    <a:moveTo>
                      <a:pt x="501" y="299"/>
                    </a:moveTo>
                    <a:cubicBezTo>
                      <a:pt x="489" y="427"/>
                      <a:pt x="370" y="522"/>
                      <a:pt x="235" y="510"/>
                    </a:cubicBezTo>
                    <a:cubicBezTo>
                      <a:pt x="100" y="498"/>
                      <a:pt x="0" y="384"/>
                      <a:pt x="11" y="255"/>
                    </a:cubicBezTo>
                    <a:cubicBezTo>
                      <a:pt x="23" y="126"/>
                      <a:pt x="167" y="0"/>
                      <a:pt x="270" y="114"/>
                    </a:cubicBezTo>
                    <a:cubicBezTo>
                      <a:pt x="403" y="23"/>
                      <a:pt x="512" y="170"/>
                      <a:pt x="501" y="299"/>
                    </a:cubicBezTo>
                  </a:path>
                </a:pathLst>
              </a:custGeom>
              <a:solidFill>
                <a:srgbClr val="FFFE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36" name="Freeform 148">
                <a:extLst>
                  <a:ext uri="{FF2B5EF4-FFF2-40B4-BE49-F238E27FC236}">
                    <a16:creationId xmlns:a16="http://schemas.microsoft.com/office/drawing/2014/main" id="{7715DE02-3208-40CC-B075-3B15CA599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876" y="5867400"/>
                <a:ext cx="385763" cy="298450"/>
              </a:xfrm>
              <a:custGeom>
                <a:avLst/>
                <a:gdLst>
                  <a:gd name="T0" fmla="*/ 179 w 221"/>
                  <a:gd name="T1" fmla="*/ 103 h 171"/>
                  <a:gd name="T2" fmla="*/ 24 w 221"/>
                  <a:gd name="T3" fmla="*/ 156 h 171"/>
                  <a:gd name="T4" fmla="*/ 1 w 221"/>
                  <a:gd name="T5" fmla="*/ 171 h 171"/>
                  <a:gd name="T6" fmla="*/ 23 w 221"/>
                  <a:gd name="T7" fmla="*/ 85 h 171"/>
                  <a:gd name="T8" fmla="*/ 109 w 221"/>
                  <a:gd name="T9" fmla="*/ 11 h 171"/>
                  <a:gd name="T10" fmla="*/ 172 w 221"/>
                  <a:gd name="T11" fmla="*/ 5 h 171"/>
                  <a:gd name="T12" fmla="*/ 179 w 221"/>
                  <a:gd name="T13" fmla="*/ 103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1" h="171">
                    <a:moveTo>
                      <a:pt x="179" y="103"/>
                    </a:moveTo>
                    <a:cubicBezTo>
                      <a:pt x="147" y="119"/>
                      <a:pt x="72" y="114"/>
                      <a:pt x="24" y="156"/>
                    </a:cubicBezTo>
                    <a:cubicBezTo>
                      <a:pt x="12" y="166"/>
                      <a:pt x="0" y="154"/>
                      <a:pt x="1" y="171"/>
                    </a:cubicBezTo>
                    <a:cubicBezTo>
                      <a:pt x="0" y="132"/>
                      <a:pt x="5" y="119"/>
                      <a:pt x="23" y="85"/>
                    </a:cubicBezTo>
                    <a:cubicBezTo>
                      <a:pt x="45" y="44"/>
                      <a:pt x="93" y="17"/>
                      <a:pt x="109" y="11"/>
                    </a:cubicBezTo>
                    <a:cubicBezTo>
                      <a:pt x="135" y="0"/>
                      <a:pt x="162" y="2"/>
                      <a:pt x="172" y="5"/>
                    </a:cubicBezTo>
                    <a:cubicBezTo>
                      <a:pt x="209" y="16"/>
                      <a:pt x="221" y="82"/>
                      <a:pt x="179" y="103"/>
                    </a:cubicBezTo>
                  </a:path>
                </a:pathLst>
              </a:custGeom>
              <a:solidFill>
                <a:srgbClr val="835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37" name="Freeform 149">
                <a:extLst>
                  <a:ext uri="{FF2B5EF4-FFF2-40B4-BE49-F238E27FC236}">
                    <a16:creationId xmlns:a16="http://schemas.microsoft.com/office/drawing/2014/main" id="{23890BBB-D182-46B9-BEF2-4CA4C40CD0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6476" y="6049963"/>
                <a:ext cx="328613" cy="188913"/>
              </a:xfrm>
              <a:custGeom>
                <a:avLst/>
                <a:gdLst>
                  <a:gd name="T0" fmla="*/ 186 w 188"/>
                  <a:gd name="T1" fmla="*/ 57 h 108"/>
                  <a:gd name="T2" fmla="*/ 89 w 188"/>
                  <a:gd name="T3" fmla="*/ 104 h 108"/>
                  <a:gd name="T4" fmla="*/ 3 w 188"/>
                  <a:gd name="T5" fmla="*/ 40 h 108"/>
                  <a:gd name="T6" fmla="*/ 98 w 188"/>
                  <a:gd name="T7" fmla="*/ 5 h 108"/>
                  <a:gd name="T8" fmla="*/ 186 w 188"/>
                  <a:gd name="T9" fmla="*/ 57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108">
                    <a:moveTo>
                      <a:pt x="186" y="57"/>
                    </a:moveTo>
                    <a:cubicBezTo>
                      <a:pt x="184" y="81"/>
                      <a:pt x="140" y="108"/>
                      <a:pt x="89" y="104"/>
                    </a:cubicBezTo>
                    <a:cubicBezTo>
                      <a:pt x="39" y="99"/>
                      <a:pt x="0" y="65"/>
                      <a:pt x="3" y="40"/>
                    </a:cubicBezTo>
                    <a:cubicBezTo>
                      <a:pt x="5" y="16"/>
                      <a:pt x="47" y="0"/>
                      <a:pt x="98" y="5"/>
                    </a:cubicBezTo>
                    <a:cubicBezTo>
                      <a:pt x="149" y="9"/>
                      <a:pt x="188" y="33"/>
                      <a:pt x="186" y="57"/>
                    </a:cubicBezTo>
                  </a:path>
                </a:pathLst>
              </a:custGeom>
              <a:solidFill>
                <a:srgbClr val="835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38" name="Freeform 150">
                <a:extLst>
                  <a:ext uri="{FF2B5EF4-FFF2-40B4-BE49-F238E27FC236}">
                    <a16:creationId xmlns:a16="http://schemas.microsoft.com/office/drawing/2014/main" id="{176ABD44-1413-4B35-8201-08D8B807D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6976" y="5894388"/>
                <a:ext cx="360363" cy="344488"/>
              </a:xfrm>
              <a:custGeom>
                <a:avLst/>
                <a:gdLst>
                  <a:gd name="T0" fmla="*/ 37 w 206"/>
                  <a:gd name="T1" fmla="*/ 96 h 197"/>
                  <a:gd name="T2" fmla="*/ 180 w 206"/>
                  <a:gd name="T3" fmla="*/ 176 h 197"/>
                  <a:gd name="T4" fmla="*/ 194 w 206"/>
                  <a:gd name="T5" fmla="*/ 197 h 197"/>
                  <a:gd name="T6" fmla="*/ 194 w 206"/>
                  <a:gd name="T7" fmla="*/ 106 h 197"/>
                  <a:gd name="T8" fmla="*/ 123 w 206"/>
                  <a:gd name="T9" fmla="*/ 18 h 197"/>
                  <a:gd name="T10" fmla="*/ 62 w 206"/>
                  <a:gd name="T11" fmla="*/ 2 h 197"/>
                  <a:gd name="T12" fmla="*/ 37 w 206"/>
                  <a:gd name="T13" fmla="*/ 96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" h="197">
                    <a:moveTo>
                      <a:pt x="37" y="96"/>
                    </a:moveTo>
                    <a:cubicBezTo>
                      <a:pt x="66" y="118"/>
                      <a:pt x="140" y="126"/>
                      <a:pt x="180" y="176"/>
                    </a:cubicBezTo>
                    <a:cubicBezTo>
                      <a:pt x="191" y="188"/>
                      <a:pt x="198" y="181"/>
                      <a:pt x="194" y="197"/>
                    </a:cubicBezTo>
                    <a:cubicBezTo>
                      <a:pt x="201" y="159"/>
                      <a:pt x="206" y="143"/>
                      <a:pt x="194" y="106"/>
                    </a:cubicBezTo>
                    <a:cubicBezTo>
                      <a:pt x="179" y="62"/>
                      <a:pt x="137" y="27"/>
                      <a:pt x="123" y="18"/>
                    </a:cubicBezTo>
                    <a:cubicBezTo>
                      <a:pt x="98" y="3"/>
                      <a:pt x="72" y="0"/>
                      <a:pt x="62" y="2"/>
                    </a:cubicBezTo>
                    <a:cubicBezTo>
                      <a:pt x="22" y="6"/>
                      <a:pt x="0" y="69"/>
                      <a:pt x="37" y="96"/>
                    </a:cubicBezTo>
                  </a:path>
                </a:pathLst>
              </a:custGeom>
              <a:solidFill>
                <a:srgbClr val="835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39" name="Freeform 151">
                <a:extLst>
                  <a:ext uri="{FF2B5EF4-FFF2-40B4-BE49-F238E27FC236}">
                    <a16:creationId xmlns:a16="http://schemas.microsoft.com/office/drawing/2014/main" id="{7D138E3E-68B3-44A9-AE7B-04298DF1E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7113" y="6227763"/>
                <a:ext cx="263525" cy="98425"/>
              </a:xfrm>
              <a:custGeom>
                <a:avLst/>
                <a:gdLst>
                  <a:gd name="T0" fmla="*/ 0 w 151"/>
                  <a:gd name="T1" fmla="*/ 0 h 56"/>
                  <a:gd name="T2" fmla="*/ 151 w 151"/>
                  <a:gd name="T3" fmla="*/ 1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1" h="56">
                    <a:moveTo>
                      <a:pt x="0" y="0"/>
                    </a:moveTo>
                    <a:cubicBezTo>
                      <a:pt x="0" y="0"/>
                      <a:pt x="62" y="56"/>
                      <a:pt x="151" y="14"/>
                    </a:cubicBezTo>
                  </a:path>
                </a:pathLst>
              </a:custGeom>
              <a:noFill/>
              <a:ln w="14288" cap="rnd">
                <a:solidFill>
                  <a:srgbClr val="835C3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40" name="Freeform 152">
                <a:extLst>
                  <a:ext uri="{FF2B5EF4-FFF2-40B4-BE49-F238E27FC236}">
                    <a16:creationId xmlns:a16="http://schemas.microsoft.com/office/drawing/2014/main" id="{D3F3FA9D-02C4-4E15-AC98-8A131BE0E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7938" y="5997575"/>
                <a:ext cx="169863" cy="60325"/>
              </a:xfrm>
              <a:custGeom>
                <a:avLst/>
                <a:gdLst>
                  <a:gd name="T0" fmla="*/ 0 w 98"/>
                  <a:gd name="T1" fmla="*/ 0 h 35"/>
                  <a:gd name="T2" fmla="*/ 98 w 98"/>
                  <a:gd name="T3" fmla="*/ 34 h 35"/>
                  <a:gd name="T4" fmla="*/ 0 w 98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8" h="35">
                    <a:moveTo>
                      <a:pt x="0" y="0"/>
                    </a:moveTo>
                    <a:cubicBezTo>
                      <a:pt x="0" y="0"/>
                      <a:pt x="27" y="35"/>
                      <a:pt x="98" y="3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41" name="Freeform 153">
                <a:extLst>
                  <a:ext uri="{FF2B5EF4-FFF2-40B4-BE49-F238E27FC236}">
                    <a16:creationId xmlns:a16="http://schemas.microsoft.com/office/drawing/2014/main" id="{C6964706-FFBF-4541-953D-41C57F83C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876" y="5980113"/>
                <a:ext cx="180975" cy="52388"/>
              </a:xfrm>
              <a:custGeom>
                <a:avLst/>
                <a:gdLst>
                  <a:gd name="T0" fmla="*/ 103 w 103"/>
                  <a:gd name="T1" fmla="*/ 0 h 30"/>
                  <a:gd name="T2" fmla="*/ 0 w 103"/>
                  <a:gd name="T3" fmla="*/ 17 h 30"/>
                  <a:gd name="T4" fmla="*/ 103 w 103"/>
                  <a:gd name="T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3" h="30">
                    <a:moveTo>
                      <a:pt x="103" y="0"/>
                    </a:moveTo>
                    <a:cubicBezTo>
                      <a:pt x="103" y="0"/>
                      <a:pt x="70" y="30"/>
                      <a:pt x="0" y="17"/>
                    </a:cubicBez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43" name="Freeform 155">
                <a:extLst>
                  <a:ext uri="{FF2B5EF4-FFF2-40B4-BE49-F238E27FC236}">
                    <a16:creationId xmlns:a16="http://schemas.microsoft.com/office/drawing/2014/main" id="{4B602AB1-9435-4B2B-BA6D-FB04F74F3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7488" y="6303963"/>
                <a:ext cx="544513" cy="185738"/>
              </a:xfrm>
              <a:custGeom>
                <a:avLst/>
                <a:gdLst>
                  <a:gd name="T0" fmla="*/ 150 w 312"/>
                  <a:gd name="T1" fmla="*/ 8 h 106"/>
                  <a:gd name="T2" fmla="*/ 286 w 312"/>
                  <a:gd name="T3" fmla="*/ 38 h 106"/>
                  <a:gd name="T4" fmla="*/ 307 w 312"/>
                  <a:gd name="T5" fmla="*/ 65 h 106"/>
                  <a:gd name="T6" fmla="*/ 305 w 312"/>
                  <a:gd name="T7" fmla="*/ 106 h 106"/>
                  <a:gd name="T8" fmla="*/ 177 w 312"/>
                  <a:gd name="T9" fmla="*/ 88 h 106"/>
                  <a:gd name="T10" fmla="*/ 0 w 312"/>
                  <a:gd name="T11" fmla="*/ 73 h 106"/>
                  <a:gd name="T12" fmla="*/ 150 w 312"/>
                  <a:gd name="T13" fmla="*/ 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2" h="106">
                    <a:moveTo>
                      <a:pt x="150" y="8"/>
                    </a:moveTo>
                    <a:cubicBezTo>
                      <a:pt x="197" y="0"/>
                      <a:pt x="248" y="9"/>
                      <a:pt x="286" y="38"/>
                    </a:cubicBezTo>
                    <a:cubicBezTo>
                      <a:pt x="295" y="45"/>
                      <a:pt x="304" y="54"/>
                      <a:pt x="307" y="65"/>
                    </a:cubicBezTo>
                    <a:cubicBezTo>
                      <a:pt x="312" y="79"/>
                      <a:pt x="308" y="93"/>
                      <a:pt x="305" y="106"/>
                    </a:cubicBezTo>
                    <a:cubicBezTo>
                      <a:pt x="263" y="96"/>
                      <a:pt x="220" y="90"/>
                      <a:pt x="177" y="88"/>
                    </a:cubicBezTo>
                    <a:cubicBezTo>
                      <a:pt x="130" y="86"/>
                      <a:pt x="72" y="70"/>
                      <a:pt x="0" y="73"/>
                    </a:cubicBezTo>
                    <a:cubicBezTo>
                      <a:pt x="17" y="39"/>
                      <a:pt x="114" y="14"/>
                      <a:pt x="150" y="8"/>
                    </a:cubicBezTo>
                  </a:path>
                </a:pathLst>
              </a:custGeom>
              <a:solidFill>
                <a:srgbClr val="FFFE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844" name="Freeform 156">
                <a:extLst>
                  <a:ext uri="{FF2B5EF4-FFF2-40B4-BE49-F238E27FC236}">
                    <a16:creationId xmlns:a16="http://schemas.microsoft.com/office/drawing/2014/main" id="{AB6DB59E-DDF9-481D-A666-26216E95A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1038" y="6456363"/>
                <a:ext cx="385763" cy="403225"/>
              </a:xfrm>
              <a:custGeom>
                <a:avLst/>
                <a:gdLst>
                  <a:gd name="T0" fmla="*/ 57 w 221"/>
                  <a:gd name="T1" fmla="*/ 231 h 231"/>
                  <a:gd name="T2" fmla="*/ 221 w 221"/>
                  <a:gd name="T3" fmla="*/ 221 h 231"/>
                  <a:gd name="T4" fmla="*/ 212 w 221"/>
                  <a:gd name="T5" fmla="*/ 33 h 231"/>
                  <a:gd name="T6" fmla="*/ 15 w 221"/>
                  <a:gd name="T7" fmla="*/ 41 h 231"/>
                  <a:gd name="T8" fmla="*/ 57 w 221"/>
                  <a:gd name="T9" fmla="*/ 231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" h="231">
                    <a:moveTo>
                      <a:pt x="57" y="231"/>
                    </a:moveTo>
                    <a:cubicBezTo>
                      <a:pt x="112" y="227"/>
                      <a:pt x="167" y="224"/>
                      <a:pt x="221" y="221"/>
                    </a:cubicBezTo>
                    <a:cubicBezTo>
                      <a:pt x="202" y="160"/>
                      <a:pt x="199" y="95"/>
                      <a:pt x="212" y="33"/>
                    </a:cubicBezTo>
                    <a:cubicBezTo>
                      <a:pt x="211" y="36"/>
                      <a:pt x="38" y="0"/>
                      <a:pt x="15" y="41"/>
                    </a:cubicBezTo>
                    <a:cubicBezTo>
                      <a:pt x="0" y="68"/>
                      <a:pt x="58" y="189"/>
                      <a:pt x="57" y="231"/>
                    </a:cubicBezTo>
                  </a:path>
                </a:pathLst>
              </a:custGeom>
              <a:solidFill>
                <a:srgbClr val="AF7C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156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Rectangle 17">
            <a:extLst>
              <a:ext uri="{FF2B5EF4-FFF2-40B4-BE49-F238E27FC236}">
                <a16:creationId xmlns:a16="http://schemas.microsoft.com/office/drawing/2014/main" id="{7DBC1E8E-BC20-4DA5-8561-FA39804CF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019359"/>
            <a:ext cx="6096000" cy="1867216"/>
          </a:xfrm>
          <a:prstGeom prst="rect">
            <a:avLst/>
          </a:prstGeom>
          <a:solidFill>
            <a:srgbClr val="E1ED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 dirty="0"/>
          </a:p>
        </p:txBody>
      </p:sp>
      <p:sp>
        <p:nvSpPr>
          <p:cNvPr id="1650" name="Rectangle 5">
            <a:extLst>
              <a:ext uri="{FF2B5EF4-FFF2-40B4-BE49-F238E27FC236}">
                <a16:creationId xmlns:a16="http://schemas.microsoft.com/office/drawing/2014/main" id="{BB263B79-DE37-4300-BF61-7B904081E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0" cy="5189538"/>
          </a:xfrm>
          <a:prstGeom prst="rect">
            <a:avLst/>
          </a:prstGeom>
          <a:solidFill>
            <a:srgbClr val="BFC8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59" name="Rectangle 5">
            <a:extLst>
              <a:ext uri="{FF2B5EF4-FFF2-40B4-BE49-F238E27FC236}">
                <a16:creationId xmlns:a16="http://schemas.microsoft.com/office/drawing/2014/main" id="{FF25D6F7-EB85-4E34-A79B-75F05DAFD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19358"/>
            <a:ext cx="6096000" cy="214404"/>
          </a:xfrm>
          <a:prstGeom prst="rect">
            <a:avLst/>
          </a:prstGeom>
          <a:solidFill>
            <a:srgbClr val="3752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sp>
        <p:nvSpPr>
          <p:cNvPr id="1860" name="Rectangle 5">
            <a:extLst>
              <a:ext uri="{FF2B5EF4-FFF2-40B4-BE49-F238E27FC236}">
                <a16:creationId xmlns:a16="http://schemas.microsoft.com/office/drawing/2014/main" id="{07750B8A-89DC-4048-8B2E-65818FC5C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32288"/>
            <a:ext cx="6096000" cy="1655762"/>
          </a:xfrm>
          <a:prstGeom prst="rect">
            <a:avLst/>
          </a:prstGeom>
          <a:solidFill>
            <a:srgbClr val="6780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grpSp>
        <p:nvGrpSpPr>
          <p:cNvPr id="1858" name="Group 1857">
            <a:extLst>
              <a:ext uri="{FF2B5EF4-FFF2-40B4-BE49-F238E27FC236}">
                <a16:creationId xmlns:a16="http://schemas.microsoft.com/office/drawing/2014/main" id="{727B0029-DB9A-4394-8BF4-8DDBA13E89DB}"/>
              </a:ext>
            </a:extLst>
          </p:cNvPr>
          <p:cNvGrpSpPr/>
          <p:nvPr/>
        </p:nvGrpSpPr>
        <p:grpSpPr>
          <a:xfrm>
            <a:off x="5239729" y="3077845"/>
            <a:ext cx="855663" cy="1941513"/>
            <a:chOff x="9869488" y="2963863"/>
            <a:chExt cx="855663" cy="1941513"/>
          </a:xfrm>
        </p:grpSpPr>
        <p:sp>
          <p:nvSpPr>
            <p:cNvPr id="1829" name="Rectangle 184">
              <a:extLst>
                <a:ext uri="{FF2B5EF4-FFF2-40B4-BE49-F238E27FC236}">
                  <a16:creationId xmlns:a16="http://schemas.microsoft.com/office/drawing/2014/main" id="{7EEFC096-794C-4455-865C-CCB1DE4F8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2963863"/>
              <a:ext cx="855663" cy="1941513"/>
            </a:xfrm>
            <a:prstGeom prst="rect">
              <a:avLst/>
            </a:prstGeom>
            <a:solidFill>
              <a:srgbClr val="135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0" name="Rectangle 185">
              <a:extLst>
                <a:ext uri="{FF2B5EF4-FFF2-40B4-BE49-F238E27FC236}">
                  <a16:creationId xmlns:a16="http://schemas.microsoft.com/office/drawing/2014/main" id="{DD3C3223-DF14-4F67-9D6B-20646FDC9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2963863"/>
              <a:ext cx="855663" cy="194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1" name="Rectangle 186">
              <a:extLst>
                <a:ext uri="{FF2B5EF4-FFF2-40B4-BE49-F238E27FC236}">
                  <a16:creationId xmlns:a16="http://schemas.microsoft.com/office/drawing/2014/main" id="{4F7A3941-5D0E-4DFF-B186-14194D7E8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3049588"/>
              <a:ext cx="781050" cy="290513"/>
            </a:xfrm>
            <a:prstGeom prst="rect">
              <a:avLst/>
            </a:prstGeom>
            <a:solidFill>
              <a:srgbClr val="084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2" name="Rectangle 187">
              <a:extLst>
                <a:ext uri="{FF2B5EF4-FFF2-40B4-BE49-F238E27FC236}">
                  <a16:creationId xmlns:a16="http://schemas.microsoft.com/office/drawing/2014/main" id="{8731684D-6FB8-418F-BB10-A7DC9DD0E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3049588"/>
              <a:ext cx="781050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3" name="Rectangle 188">
              <a:extLst>
                <a:ext uri="{FF2B5EF4-FFF2-40B4-BE49-F238E27FC236}">
                  <a16:creationId xmlns:a16="http://schemas.microsoft.com/office/drawing/2014/main" id="{7072E80E-0191-4FBE-9B5F-70AFE82B5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3105150"/>
              <a:ext cx="642938" cy="36513"/>
            </a:xfrm>
            <a:prstGeom prst="rect">
              <a:avLst/>
            </a:prstGeom>
            <a:solidFill>
              <a:srgbClr val="04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4" name="Rectangle 189">
              <a:extLst>
                <a:ext uri="{FF2B5EF4-FFF2-40B4-BE49-F238E27FC236}">
                  <a16:creationId xmlns:a16="http://schemas.microsoft.com/office/drawing/2014/main" id="{6CEE4C90-FED1-4B65-A360-01C1D7229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3105150"/>
              <a:ext cx="642938" cy="36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5" name="Rectangle 190">
              <a:extLst>
                <a:ext uri="{FF2B5EF4-FFF2-40B4-BE49-F238E27FC236}">
                  <a16:creationId xmlns:a16="http://schemas.microsoft.com/office/drawing/2014/main" id="{A59DECD6-33C0-40AD-826B-377A272DE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3556000"/>
              <a:ext cx="781050" cy="290513"/>
            </a:xfrm>
            <a:prstGeom prst="rect">
              <a:avLst/>
            </a:prstGeom>
            <a:solidFill>
              <a:srgbClr val="084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6" name="Rectangle 191">
              <a:extLst>
                <a:ext uri="{FF2B5EF4-FFF2-40B4-BE49-F238E27FC236}">
                  <a16:creationId xmlns:a16="http://schemas.microsoft.com/office/drawing/2014/main" id="{7E2BC567-2274-4DDA-8545-1B5356B32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3556000"/>
              <a:ext cx="781050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7" name="Rectangle 192">
              <a:extLst>
                <a:ext uri="{FF2B5EF4-FFF2-40B4-BE49-F238E27FC236}">
                  <a16:creationId xmlns:a16="http://schemas.microsoft.com/office/drawing/2014/main" id="{0534195D-1DA7-4544-B5BF-769DE199F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3609975"/>
              <a:ext cx="642938" cy="34925"/>
            </a:xfrm>
            <a:prstGeom prst="rect">
              <a:avLst/>
            </a:prstGeom>
            <a:solidFill>
              <a:srgbClr val="04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8" name="Rectangle 193">
              <a:extLst>
                <a:ext uri="{FF2B5EF4-FFF2-40B4-BE49-F238E27FC236}">
                  <a16:creationId xmlns:a16="http://schemas.microsoft.com/office/drawing/2014/main" id="{19484330-70FD-424E-98C9-9837FE77B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3609975"/>
              <a:ext cx="642938" cy="34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39" name="Rectangle 194">
              <a:extLst>
                <a:ext uri="{FF2B5EF4-FFF2-40B4-BE49-F238E27FC236}">
                  <a16:creationId xmlns:a16="http://schemas.microsoft.com/office/drawing/2014/main" id="{D8F80D80-D25B-4274-8287-7B877C221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4062413"/>
              <a:ext cx="781050" cy="290513"/>
            </a:xfrm>
            <a:prstGeom prst="rect">
              <a:avLst/>
            </a:prstGeom>
            <a:solidFill>
              <a:srgbClr val="084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0" name="Rectangle 195">
              <a:extLst>
                <a:ext uri="{FF2B5EF4-FFF2-40B4-BE49-F238E27FC236}">
                  <a16:creationId xmlns:a16="http://schemas.microsoft.com/office/drawing/2014/main" id="{712988A1-3AC8-47D2-8D8F-9EBE56751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4062413"/>
              <a:ext cx="781050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1" name="Rectangle 196">
              <a:extLst>
                <a:ext uri="{FF2B5EF4-FFF2-40B4-BE49-F238E27FC236}">
                  <a16:creationId xmlns:a16="http://schemas.microsoft.com/office/drawing/2014/main" id="{D8CEEE8A-E1F7-403A-A071-2E7B9BC3D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4116388"/>
              <a:ext cx="642938" cy="33338"/>
            </a:xfrm>
            <a:prstGeom prst="rect">
              <a:avLst/>
            </a:prstGeom>
            <a:solidFill>
              <a:srgbClr val="04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2" name="Rectangle 197">
              <a:extLst>
                <a:ext uri="{FF2B5EF4-FFF2-40B4-BE49-F238E27FC236}">
                  <a16:creationId xmlns:a16="http://schemas.microsoft.com/office/drawing/2014/main" id="{379C348D-4D8B-428F-A70D-FAB6B94F0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4116388"/>
              <a:ext cx="642938" cy="33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3" name="Rectangle 198">
              <a:extLst>
                <a:ext uri="{FF2B5EF4-FFF2-40B4-BE49-F238E27FC236}">
                  <a16:creationId xmlns:a16="http://schemas.microsoft.com/office/drawing/2014/main" id="{98A8D285-D2D3-40C5-913A-F17A9CB73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4565650"/>
              <a:ext cx="781050" cy="293688"/>
            </a:xfrm>
            <a:prstGeom prst="rect">
              <a:avLst/>
            </a:prstGeom>
            <a:solidFill>
              <a:srgbClr val="084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4" name="Rectangle 199">
              <a:extLst>
                <a:ext uri="{FF2B5EF4-FFF2-40B4-BE49-F238E27FC236}">
                  <a16:creationId xmlns:a16="http://schemas.microsoft.com/office/drawing/2014/main" id="{7B4BC6D2-083C-46C4-9466-9C0061C93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4100" y="4565650"/>
              <a:ext cx="781050" cy="293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5" name="Rectangle 200">
              <a:extLst>
                <a:ext uri="{FF2B5EF4-FFF2-40B4-BE49-F238E27FC236}">
                  <a16:creationId xmlns:a16="http://schemas.microsoft.com/office/drawing/2014/main" id="{AA7DB914-0FAC-44F9-B7B5-972B079EB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4622800"/>
              <a:ext cx="642938" cy="33338"/>
            </a:xfrm>
            <a:prstGeom prst="rect">
              <a:avLst/>
            </a:prstGeom>
            <a:solidFill>
              <a:srgbClr val="042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6" name="Rectangle 201">
              <a:extLst>
                <a:ext uri="{FF2B5EF4-FFF2-40B4-BE49-F238E27FC236}">
                  <a16:creationId xmlns:a16="http://schemas.microsoft.com/office/drawing/2014/main" id="{5315DEC5-B6EA-4214-8267-ADBBD45DF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8875" y="4622800"/>
              <a:ext cx="642938" cy="33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7" name="Rectangle 202">
              <a:extLst>
                <a:ext uri="{FF2B5EF4-FFF2-40B4-BE49-F238E27FC236}">
                  <a16:creationId xmlns:a16="http://schemas.microsoft.com/office/drawing/2014/main" id="{EA0B53F0-9905-41B7-A7BD-E0A62AA42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3424238"/>
              <a:ext cx="855663" cy="36513"/>
            </a:xfrm>
            <a:prstGeom prst="rect">
              <a:avLst/>
            </a:prstGeom>
            <a:solidFill>
              <a:srgbClr val="0A32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8" name="Rectangle 203">
              <a:extLst>
                <a:ext uri="{FF2B5EF4-FFF2-40B4-BE49-F238E27FC236}">
                  <a16:creationId xmlns:a16="http://schemas.microsoft.com/office/drawing/2014/main" id="{2B5F938D-1B28-4B45-91A1-00DA1763A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3424238"/>
              <a:ext cx="855663" cy="36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49" name="Rectangle 204">
              <a:extLst>
                <a:ext uri="{FF2B5EF4-FFF2-40B4-BE49-F238E27FC236}">
                  <a16:creationId xmlns:a16="http://schemas.microsoft.com/office/drawing/2014/main" id="{C103AB65-4ADA-43C8-B326-7F379099B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3935413"/>
              <a:ext cx="855663" cy="36513"/>
            </a:xfrm>
            <a:prstGeom prst="rect">
              <a:avLst/>
            </a:prstGeom>
            <a:solidFill>
              <a:srgbClr val="0A32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0" name="Rectangle 206">
              <a:extLst>
                <a:ext uri="{FF2B5EF4-FFF2-40B4-BE49-F238E27FC236}">
                  <a16:creationId xmlns:a16="http://schemas.microsoft.com/office/drawing/2014/main" id="{C2D2DF13-FFBD-4369-8C3A-21AD4D07A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3935413"/>
              <a:ext cx="855663" cy="36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1" name="Rectangle 207">
              <a:extLst>
                <a:ext uri="{FF2B5EF4-FFF2-40B4-BE49-F238E27FC236}">
                  <a16:creationId xmlns:a16="http://schemas.microsoft.com/office/drawing/2014/main" id="{E7A2EFE8-D0C4-424F-8A4C-30FC21F3F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4446588"/>
              <a:ext cx="855663" cy="33338"/>
            </a:xfrm>
            <a:prstGeom prst="rect">
              <a:avLst/>
            </a:prstGeom>
            <a:solidFill>
              <a:srgbClr val="0A32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2" name="Rectangle 208">
              <a:extLst>
                <a:ext uri="{FF2B5EF4-FFF2-40B4-BE49-F238E27FC236}">
                  <a16:creationId xmlns:a16="http://schemas.microsoft.com/office/drawing/2014/main" id="{A1C5DC24-F922-4A0C-AF55-F7BFF5773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9488" y="4446588"/>
              <a:ext cx="855663" cy="33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1855" name="Group 1854">
            <a:extLst>
              <a:ext uri="{FF2B5EF4-FFF2-40B4-BE49-F238E27FC236}">
                <a16:creationId xmlns:a16="http://schemas.microsoft.com/office/drawing/2014/main" id="{DD23D034-FF67-4099-91AF-F770B9348573}"/>
              </a:ext>
            </a:extLst>
          </p:cNvPr>
          <p:cNvGrpSpPr/>
          <p:nvPr/>
        </p:nvGrpSpPr>
        <p:grpSpPr>
          <a:xfrm>
            <a:off x="812959" y="3395980"/>
            <a:ext cx="412751" cy="552450"/>
            <a:chOff x="8788400" y="2417763"/>
            <a:chExt cx="412751" cy="552450"/>
          </a:xfrm>
        </p:grpSpPr>
        <p:sp>
          <p:nvSpPr>
            <p:cNvPr id="1453" name="Freeform 209">
              <a:extLst>
                <a:ext uri="{FF2B5EF4-FFF2-40B4-BE49-F238E27FC236}">
                  <a16:creationId xmlns:a16="http://schemas.microsoft.com/office/drawing/2014/main" id="{B4880FF0-1BA8-4476-8B9E-C6FF20FCD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0638" y="2435225"/>
              <a:ext cx="187325" cy="307975"/>
            </a:xfrm>
            <a:custGeom>
              <a:avLst/>
              <a:gdLst>
                <a:gd name="T0" fmla="*/ 26 w 72"/>
                <a:gd name="T1" fmla="*/ 0 h 119"/>
                <a:gd name="T2" fmla="*/ 49 w 72"/>
                <a:gd name="T3" fmla="*/ 116 h 119"/>
                <a:gd name="T4" fmla="*/ 33 w 72"/>
                <a:gd name="T5" fmla="*/ 119 h 119"/>
                <a:gd name="T6" fmla="*/ 26 w 72"/>
                <a:gd name="T7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119">
                  <a:moveTo>
                    <a:pt x="26" y="0"/>
                  </a:moveTo>
                  <a:cubicBezTo>
                    <a:pt x="26" y="0"/>
                    <a:pt x="72" y="46"/>
                    <a:pt x="49" y="116"/>
                  </a:cubicBezTo>
                  <a:cubicBezTo>
                    <a:pt x="33" y="119"/>
                    <a:pt x="33" y="119"/>
                    <a:pt x="33" y="119"/>
                  </a:cubicBezTo>
                  <a:cubicBezTo>
                    <a:pt x="33" y="119"/>
                    <a:pt x="0" y="62"/>
                    <a:pt x="26" y="0"/>
                  </a:cubicBezTo>
                  <a:close/>
                </a:path>
              </a:pathLst>
            </a:custGeom>
            <a:solidFill>
              <a:srgbClr val="80A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4" name="Freeform 210">
              <a:extLst>
                <a:ext uri="{FF2B5EF4-FFF2-40B4-BE49-F238E27FC236}">
                  <a16:creationId xmlns:a16="http://schemas.microsoft.com/office/drawing/2014/main" id="{7F8D745C-C4F9-470B-9E92-8877F09FD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5088" y="2501900"/>
              <a:ext cx="69850" cy="31750"/>
            </a:xfrm>
            <a:custGeom>
              <a:avLst/>
              <a:gdLst>
                <a:gd name="T0" fmla="*/ 21 w 27"/>
                <a:gd name="T1" fmla="*/ 2 h 12"/>
                <a:gd name="T2" fmla="*/ 26 w 27"/>
                <a:gd name="T3" fmla="*/ 0 h 12"/>
                <a:gd name="T4" fmla="*/ 27 w 27"/>
                <a:gd name="T5" fmla="*/ 1 h 12"/>
                <a:gd name="T6" fmla="*/ 22 w 27"/>
                <a:gd name="T7" fmla="*/ 3 h 12"/>
                <a:gd name="T8" fmla="*/ 17 w 27"/>
                <a:gd name="T9" fmla="*/ 6 h 12"/>
                <a:gd name="T10" fmla="*/ 0 w 27"/>
                <a:gd name="T11" fmla="*/ 12 h 12"/>
                <a:gd name="T12" fmla="*/ 0 w 27"/>
                <a:gd name="T13" fmla="*/ 10 h 12"/>
                <a:gd name="T14" fmla="*/ 16 w 27"/>
                <a:gd name="T15" fmla="*/ 4 h 12"/>
                <a:gd name="T16" fmla="*/ 21 w 27"/>
                <a:gd name="T17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2">
                  <a:moveTo>
                    <a:pt x="21" y="2"/>
                  </a:moveTo>
                  <a:cubicBezTo>
                    <a:pt x="23" y="1"/>
                    <a:pt x="24" y="0"/>
                    <a:pt x="26" y="0"/>
                  </a:cubicBezTo>
                  <a:cubicBezTo>
                    <a:pt x="26" y="0"/>
                    <a:pt x="27" y="1"/>
                    <a:pt x="27" y="1"/>
                  </a:cubicBezTo>
                  <a:cubicBezTo>
                    <a:pt x="25" y="2"/>
                    <a:pt x="24" y="3"/>
                    <a:pt x="22" y="3"/>
                  </a:cubicBezTo>
                  <a:cubicBezTo>
                    <a:pt x="20" y="4"/>
                    <a:pt x="19" y="5"/>
                    <a:pt x="17" y="6"/>
                  </a:cubicBezTo>
                  <a:cubicBezTo>
                    <a:pt x="12" y="8"/>
                    <a:pt x="6" y="10"/>
                    <a:pt x="0" y="12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6" y="8"/>
                    <a:pt x="11" y="6"/>
                    <a:pt x="16" y="4"/>
                  </a:cubicBezTo>
                  <a:cubicBezTo>
                    <a:pt x="18" y="3"/>
                    <a:pt x="19" y="3"/>
                    <a:pt x="21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5" name="Freeform 211">
              <a:extLst>
                <a:ext uri="{FF2B5EF4-FFF2-40B4-BE49-F238E27FC236}">
                  <a16:creationId xmlns:a16="http://schemas.microsoft.com/office/drawing/2014/main" id="{82D1D6AB-D489-474C-B406-83F39F6E9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1913" y="2546350"/>
              <a:ext cx="92075" cy="36513"/>
            </a:xfrm>
            <a:custGeom>
              <a:avLst/>
              <a:gdLst>
                <a:gd name="T0" fmla="*/ 24 w 35"/>
                <a:gd name="T1" fmla="*/ 4 h 14"/>
                <a:gd name="T2" fmla="*/ 16 w 35"/>
                <a:gd name="T3" fmla="*/ 6 h 14"/>
                <a:gd name="T4" fmla="*/ 4 w 35"/>
                <a:gd name="T5" fmla="*/ 12 h 14"/>
                <a:gd name="T6" fmla="*/ 2 w 35"/>
                <a:gd name="T7" fmla="*/ 13 h 14"/>
                <a:gd name="T8" fmla="*/ 0 w 35"/>
                <a:gd name="T9" fmla="*/ 14 h 14"/>
                <a:gd name="T10" fmla="*/ 0 w 35"/>
                <a:gd name="T11" fmla="*/ 12 h 14"/>
                <a:gd name="T12" fmla="*/ 1 w 35"/>
                <a:gd name="T13" fmla="*/ 11 h 14"/>
                <a:gd name="T14" fmla="*/ 2 w 35"/>
                <a:gd name="T15" fmla="*/ 10 h 14"/>
                <a:gd name="T16" fmla="*/ 15 w 35"/>
                <a:gd name="T17" fmla="*/ 4 h 14"/>
                <a:gd name="T18" fmla="*/ 24 w 35"/>
                <a:gd name="T19" fmla="*/ 2 h 14"/>
                <a:gd name="T20" fmla="*/ 34 w 35"/>
                <a:gd name="T21" fmla="*/ 0 h 14"/>
                <a:gd name="T22" fmla="*/ 35 w 35"/>
                <a:gd name="T23" fmla="*/ 2 h 14"/>
                <a:gd name="T24" fmla="*/ 24 w 35"/>
                <a:gd name="T25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14">
                  <a:moveTo>
                    <a:pt x="24" y="4"/>
                  </a:moveTo>
                  <a:cubicBezTo>
                    <a:pt x="21" y="5"/>
                    <a:pt x="18" y="5"/>
                    <a:pt x="16" y="6"/>
                  </a:cubicBezTo>
                  <a:cubicBezTo>
                    <a:pt x="10" y="7"/>
                    <a:pt x="7" y="9"/>
                    <a:pt x="4" y="12"/>
                  </a:cubicBezTo>
                  <a:cubicBezTo>
                    <a:pt x="3" y="12"/>
                    <a:pt x="3" y="12"/>
                    <a:pt x="2" y="13"/>
                  </a:cubicBezTo>
                  <a:cubicBezTo>
                    <a:pt x="2" y="13"/>
                    <a:pt x="1" y="14"/>
                    <a:pt x="0" y="14"/>
                  </a:cubicBezTo>
                  <a:cubicBezTo>
                    <a:pt x="0" y="14"/>
                    <a:pt x="0" y="13"/>
                    <a:pt x="0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2" y="10"/>
                  </a:cubicBezTo>
                  <a:cubicBezTo>
                    <a:pt x="6" y="7"/>
                    <a:pt x="9" y="5"/>
                    <a:pt x="15" y="4"/>
                  </a:cubicBezTo>
                  <a:cubicBezTo>
                    <a:pt x="17" y="3"/>
                    <a:pt x="20" y="3"/>
                    <a:pt x="24" y="2"/>
                  </a:cubicBezTo>
                  <a:cubicBezTo>
                    <a:pt x="27" y="2"/>
                    <a:pt x="31" y="1"/>
                    <a:pt x="34" y="0"/>
                  </a:cubicBezTo>
                  <a:cubicBezTo>
                    <a:pt x="34" y="1"/>
                    <a:pt x="35" y="1"/>
                    <a:pt x="35" y="2"/>
                  </a:cubicBezTo>
                  <a:cubicBezTo>
                    <a:pt x="31" y="3"/>
                    <a:pt x="28" y="3"/>
                    <a:pt x="24" y="4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6" name="Freeform 212">
              <a:extLst>
                <a:ext uri="{FF2B5EF4-FFF2-40B4-BE49-F238E27FC236}">
                  <a16:creationId xmlns:a16="http://schemas.microsoft.com/office/drawing/2014/main" id="{A71398C0-AE27-4A62-9B2C-1419619A6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8263" y="2484438"/>
              <a:ext cx="58738" cy="15875"/>
            </a:xfrm>
            <a:custGeom>
              <a:avLst/>
              <a:gdLst>
                <a:gd name="T0" fmla="*/ 23 w 23"/>
                <a:gd name="T1" fmla="*/ 2 h 6"/>
                <a:gd name="T2" fmla="*/ 2 w 23"/>
                <a:gd name="T3" fmla="*/ 5 h 6"/>
                <a:gd name="T4" fmla="*/ 0 w 23"/>
                <a:gd name="T5" fmla="*/ 6 h 6"/>
                <a:gd name="T6" fmla="*/ 1 w 23"/>
                <a:gd name="T7" fmla="*/ 4 h 6"/>
                <a:gd name="T8" fmla="*/ 1 w 23"/>
                <a:gd name="T9" fmla="*/ 4 h 6"/>
                <a:gd name="T10" fmla="*/ 21 w 23"/>
                <a:gd name="T11" fmla="*/ 0 h 6"/>
                <a:gd name="T12" fmla="*/ 23 w 23"/>
                <a:gd name="T13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">
                  <a:moveTo>
                    <a:pt x="23" y="2"/>
                  </a:moveTo>
                  <a:cubicBezTo>
                    <a:pt x="16" y="3"/>
                    <a:pt x="9" y="4"/>
                    <a:pt x="2" y="5"/>
                  </a:cubicBezTo>
                  <a:cubicBezTo>
                    <a:pt x="1" y="6"/>
                    <a:pt x="1" y="6"/>
                    <a:pt x="0" y="6"/>
                  </a:cubicBezTo>
                  <a:cubicBezTo>
                    <a:pt x="1" y="5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8" y="2"/>
                    <a:pt x="15" y="1"/>
                    <a:pt x="21" y="0"/>
                  </a:cubicBezTo>
                  <a:cubicBezTo>
                    <a:pt x="22" y="1"/>
                    <a:pt x="22" y="1"/>
                    <a:pt x="23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7" name="Freeform 213">
              <a:extLst>
                <a:ext uri="{FF2B5EF4-FFF2-40B4-BE49-F238E27FC236}">
                  <a16:creationId xmlns:a16="http://schemas.microsoft.com/office/drawing/2014/main" id="{411CFC3B-CCDF-4715-8DA2-4CB617DBB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1913" y="2517775"/>
              <a:ext cx="80963" cy="41275"/>
            </a:xfrm>
            <a:custGeom>
              <a:avLst/>
              <a:gdLst>
                <a:gd name="T0" fmla="*/ 0 w 31"/>
                <a:gd name="T1" fmla="*/ 14 h 16"/>
                <a:gd name="T2" fmla="*/ 30 w 31"/>
                <a:gd name="T3" fmla="*/ 0 h 16"/>
                <a:gd name="T4" fmla="*/ 31 w 31"/>
                <a:gd name="T5" fmla="*/ 2 h 16"/>
                <a:gd name="T6" fmla="*/ 0 w 31"/>
                <a:gd name="T7" fmla="*/ 16 h 16"/>
                <a:gd name="T8" fmla="*/ 0 w 31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6">
                  <a:moveTo>
                    <a:pt x="0" y="14"/>
                  </a:moveTo>
                  <a:cubicBezTo>
                    <a:pt x="10" y="10"/>
                    <a:pt x="20" y="5"/>
                    <a:pt x="30" y="0"/>
                  </a:cubicBezTo>
                  <a:cubicBezTo>
                    <a:pt x="30" y="1"/>
                    <a:pt x="31" y="1"/>
                    <a:pt x="31" y="2"/>
                  </a:cubicBezTo>
                  <a:cubicBezTo>
                    <a:pt x="21" y="7"/>
                    <a:pt x="10" y="12"/>
                    <a:pt x="0" y="16"/>
                  </a:cubicBezTo>
                  <a:cubicBezTo>
                    <a:pt x="0" y="16"/>
                    <a:pt x="0" y="15"/>
                    <a:pt x="0" y="14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8" name="Freeform 214">
              <a:extLst>
                <a:ext uri="{FF2B5EF4-FFF2-40B4-BE49-F238E27FC236}">
                  <a16:creationId xmlns:a16="http://schemas.microsoft.com/office/drawing/2014/main" id="{C193BD64-D2D5-4827-B54A-AF456DA86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4775" y="2720975"/>
              <a:ext cx="49213" cy="22225"/>
            </a:xfrm>
            <a:custGeom>
              <a:avLst/>
              <a:gdLst>
                <a:gd name="T0" fmla="*/ 0 w 19"/>
                <a:gd name="T1" fmla="*/ 8 h 9"/>
                <a:gd name="T2" fmla="*/ 12 w 19"/>
                <a:gd name="T3" fmla="*/ 3 h 9"/>
                <a:gd name="T4" fmla="*/ 19 w 19"/>
                <a:gd name="T5" fmla="*/ 0 h 9"/>
                <a:gd name="T6" fmla="*/ 18 w 19"/>
                <a:gd name="T7" fmla="*/ 3 h 9"/>
                <a:gd name="T8" fmla="*/ 13 w 19"/>
                <a:gd name="T9" fmla="*/ 5 h 9"/>
                <a:gd name="T10" fmla="*/ 2 w 19"/>
                <a:gd name="T11" fmla="*/ 9 h 9"/>
                <a:gd name="T12" fmla="*/ 1 w 19"/>
                <a:gd name="T13" fmla="*/ 9 h 9"/>
                <a:gd name="T14" fmla="*/ 0 w 19"/>
                <a:gd name="T1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9">
                  <a:moveTo>
                    <a:pt x="0" y="8"/>
                  </a:moveTo>
                  <a:cubicBezTo>
                    <a:pt x="4" y="6"/>
                    <a:pt x="8" y="5"/>
                    <a:pt x="12" y="3"/>
                  </a:cubicBezTo>
                  <a:cubicBezTo>
                    <a:pt x="14" y="2"/>
                    <a:pt x="17" y="1"/>
                    <a:pt x="19" y="0"/>
                  </a:cubicBezTo>
                  <a:cubicBezTo>
                    <a:pt x="19" y="1"/>
                    <a:pt x="18" y="2"/>
                    <a:pt x="18" y="3"/>
                  </a:cubicBezTo>
                  <a:cubicBezTo>
                    <a:pt x="17" y="3"/>
                    <a:pt x="15" y="4"/>
                    <a:pt x="13" y="5"/>
                  </a:cubicBezTo>
                  <a:cubicBezTo>
                    <a:pt x="10" y="6"/>
                    <a:pt x="6" y="8"/>
                    <a:pt x="2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0" y="8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59" name="Freeform 215">
              <a:extLst>
                <a:ext uri="{FF2B5EF4-FFF2-40B4-BE49-F238E27FC236}">
                  <a16:creationId xmlns:a16="http://schemas.microsoft.com/office/drawing/2014/main" id="{FC8C9E18-5D5C-44A0-9743-AF6572642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7788" y="2451100"/>
              <a:ext cx="26988" cy="9525"/>
            </a:xfrm>
            <a:custGeom>
              <a:avLst/>
              <a:gdLst>
                <a:gd name="T0" fmla="*/ 6 w 10"/>
                <a:gd name="T1" fmla="*/ 3 h 4"/>
                <a:gd name="T2" fmla="*/ 0 w 10"/>
                <a:gd name="T3" fmla="*/ 4 h 4"/>
                <a:gd name="T4" fmla="*/ 1 w 10"/>
                <a:gd name="T5" fmla="*/ 2 h 4"/>
                <a:gd name="T6" fmla="*/ 9 w 10"/>
                <a:gd name="T7" fmla="*/ 0 h 4"/>
                <a:gd name="T8" fmla="*/ 10 w 10"/>
                <a:gd name="T9" fmla="*/ 2 h 4"/>
                <a:gd name="T10" fmla="*/ 6 w 10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4">
                  <a:moveTo>
                    <a:pt x="6" y="3"/>
                  </a:moveTo>
                  <a:cubicBezTo>
                    <a:pt x="4" y="3"/>
                    <a:pt x="2" y="4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4" y="1"/>
                    <a:pt x="6" y="1"/>
                    <a:pt x="9" y="0"/>
                  </a:cubicBezTo>
                  <a:cubicBezTo>
                    <a:pt x="9" y="1"/>
                    <a:pt x="10" y="1"/>
                    <a:pt x="10" y="2"/>
                  </a:cubicBezTo>
                  <a:cubicBezTo>
                    <a:pt x="9" y="2"/>
                    <a:pt x="7" y="3"/>
                    <a:pt x="6" y="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0" name="Freeform 216">
              <a:extLst>
                <a:ext uri="{FF2B5EF4-FFF2-40B4-BE49-F238E27FC236}">
                  <a16:creationId xmlns:a16="http://schemas.microsoft.com/office/drawing/2014/main" id="{1601EA59-768E-4E49-8067-921035EF4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8263" y="2586038"/>
              <a:ext cx="93663" cy="38100"/>
            </a:xfrm>
            <a:custGeom>
              <a:avLst/>
              <a:gdLst>
                <a:gd name="T0" fmla="*/ 12 w 36"/>
                <a:gd name="T1" fmla="*/ 11 h 15"/>
                <a:gd name="T2" fmla="*/ 9 w 36"/>
                <a:gd name="T3" fmla="*/ 12 h 15"/>
                <a:gd name="T4" fmla="*/ 0 w 36"/>
                <a:gd name="T5" fmla="*/ 15 h 15"/>
                <a:gd name="T6" fmla="*/ 0 w 36"/>
                <a:gd name="T7" fmla="*/ 14 h 15"/>
                <a:gd name="T8" fmla="*/ 8 w 36"/>
                <a:gd name="T9" fmla="*/ 11 h 15"/>
                <a:gd name="T10" fmla="*/ 11 w 36"/>
                <a:gd name="T11" fmla="*/ 10 h 15"/>
                <a:gd name="T12" fmla="*/ 15 w 36"/>
                <a:gd name="T13" fmla="*/ 8 h 15"/>
                <a:gd name="T14" fmla="*/ 36 w 36"/>
                <a:gd name="T15" fmla="*/ 0 h 15"/>
                <a:gd name="T16" fmla="*/ 36 w 36"/>
                <a:gd name="T17" fmla="*/ 2 h 15"/>
                <a:gd name="T18" fmla="*/ 16 w 36"/>
                <a:gd name="T19" fmla="*/ 10 h 15"/>
                <a:gd name="T20" fmla="*/ 12 w 36"/>
                <a:gd name="T21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15">
                  <a:moveTo>
                    <a:pt x="12" y="11"/>
                  </a:moveTo>
                  <a:cubicBezTo>
                    <a:pt x="11" y="12"/>
                    <a:pt x="10" y="12"/>
                    <a:pt x="9" y="12"/>
                  </a:cubicBezTo>
                  <a:cubicBezTo>
                    <a:pt x="6" y="13"/>
                    <a:pt x="3" y="15"/>
                    <a:pt x="0" y="15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3" y="13"/>
                    <a:pt x="5" y="12"/>
                    <a:pt x="8" y="11"/>
                  </a:cubicBezTo>
                  <a:cubicBezTo>
                    <a:pt x="9" y="10"/>
                    <a:pt x="10" y="10"/>
                    <a:pt x="11" y="10"/>
                  </a:cubicBezTo>
                  <a:cubicBezTo>
                    <a:pt x="13" y="9"/>
                    <a:pt x="14" y="9"/>
                    <a:pt x="15" y="8"/>
                  </a:cubicBezTo>
                  <a:cubicBezTo>
                    <a:pt x="22" y="6"/>
                    <a:pt x="30" y="3"/>
                    <a:pt x="36" y="0"/>
                  </a:cubicBezTo>
                  <a:cubicBezTo>
                    <a:pt x="36" y="0"/>
                    <a:pt x="36" y="1"/>
                    <a:pt x="36" y="2"/>
                  </a:cubicBezTo>
                  <a:cubicBezTo>
                    <a:pt x="30" y="5"/>
                    <a:pt x="23" y="8"/>
                    <a:pt x="16" y="10"/>
                  </a:cubicBezTo>
                  <a:cubicBezTo>
                    <a:pt x="15" y="10"/>
                    <a:pt x="14" y="11"/>
                    <a:pt x="12" y="1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1" name="Freeform 217">
              <a:extLst>
                <a:ext uri="{FF2B5EF4-FFF2-40B4-BE49-F238E27FC236}">
                  <a16:creationId xmlns:a16="http://schemas.microsoft.com/office/drawing/2014/main" id="{7061D393-7B32-4A42-BA2E-E15C8602C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0963" y="2647950"/>
              <a:ext cx="82550" cy="36513"/>
            </a:xfrm>
            <a:custGeom>
              <a:avLst/>
              <a:gdLst>
                <a:gd name="T0" fmla="*/ 31 w 32"/>
                <a:gd name="T1" fmla="*/ 2 h 14"/>
                <a:gd name="T2" fmla="*/ 22 w 32"/>
                <a:gd name="T3" fmla="*/ 6 h 14"/>
                <a:gd name="T4" fmla="*/ 21 w 32"/>
                <a:gd name="T5" fmla="*/ 6 h 14"/>
                <a:gd name="T6" fmla="*/ 7 w 32"/>
                <a:gd name="T7" fmla="*/ 12 h 14"/>
                <a:gd name="T8" fmla="*/ 3 w 32"/>
                <a:gd name="T9" fmla="*/ 13 h 14"/>
                <a:gd name="T10" fmla="*/ 0 w 32"/>
                <a:gd name="T11" fmla="*/ 14 h 14"/>
                <a:gd name="T12" fmla="*/ 0 w 32"/>
                <a:gd name="T13" fmla="*/ 12 h 14"/>
                <a:gd name="T14" fmla="*/ 2 w 32"/>
                <a:gd name="T15" fmla="*/ 11 h 14"/>
                <a:gd name="T16" fmla="*/ 6 w 32"/>
                <a:gd name="T17" fmla="*/ 10 h 14"/>
                <a:gd name="T18" fmla="*/ 20 w 32"/>
                <a:gd name="T19" fmla="*/ 5 h 14"/>
                <a:gd name="T20" fmla="*/ 20 w 32"/>
                <a:gd name="T21" fmla="*/ 5 h 14"/>
                <a:gd name="T22" fmla="*/ 30 w 32"/>
                <a:gd name="T23" fmla="*/ 0 h 14"/>
                <a:gd name="T24" fmla="*/ 31 w 32"/>
                <a:gd name="T25" fmla="*/ 0 h 14"/>
                <a:gd name="T26" fmla="*/ 32 w 32"/>
                <a:gd name="T27" fmla="*/ 0 h 14"/>
                <a:gd name="T28" fmla="*/ 32 w 32"/>
                <a:gd name="T29" fmla="*/ 2 h 14"/>
                <a:gd name="T30" fmla="*/ 32 w 32"/>
                <a:gd name="T31" fmla="*/ 2 h 14"/>
                <a:gd name="T32" fmla="*/ 31 w 32"/>
                <a:gd name="T33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14">
                  <a:moveTo>
                    <a:pt x="31" y="2"/>
                  </a:moveTo>
                  <a:cubicBezTo>
                    <a:pt x="28" y="3"/>
                    <a:pt x="25" y="5"/>
                    <a:pt x="2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17" y="8"/>
                    <a:pt x="12" y="10"/>
                    <a:pt x="7" y="12"/>
                  </a:cubicBezTo>
                  <a:cubicBezTo>
                    <a:pt x="5" y="12"/>
                    <a:pt x="4" y="13"/>
                    <a:pt x="3" y="13"/>
                  </a:cubicBezTo>
                  <a:cubicBezTo>
                    <a:pt x="2" y="13"/>
                    <a:pt x="1" y="14"/>
                    <a:pt x="0" y="14"/>
                  </a:cubicBezTo>
                  <a:cubicBezTo>
                    <a:pt x="0" y="13"/>
                    <a:pt x="0" y="13"/>
                    <a:pt x="0" y="12"/>
                  </a:cubicBezTo>
                  <a:cubicBezTo>
                    <a:pt x="1" y="12"/>
                    <a:pt x="1" y="11"/>
                    <a:pt x="2" y="11"/>
                  </a:cubicBezTo>
                  <a:cubicBezTo>
                    <a:pt x="3" y="11"/>
                    <a:pt x="5" y="10"/>
                    <a:pt x="6" y="10"/>
                  </a:cubicBezTo>
                  <a:cubicBezTo>
                    <a:pt x="11" y="8"/>
                    <a:pt x="16" y="7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4" y="3"/>
                    <a:pt x="27" y="2"/>
                    <a:pt x="30" y="0"/>
                  </a:cubicBezTo>
                  <a:cubicBezTo>
                    <a:pt x="30" y="0"/>
                    <a:pt x="31" y="0"/>
                    <a:pt x="31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1"/>
                    <a:pt x="32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2"/>
                    <a:pt x="31" y="2"/>
                    <a:pt x="31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2" name="Freeform 218">
              <a:extLst>
                <a:ext uri="{FF2B5EF4-FFF2-40B4-BE49-F238E27FC236}">
                  <a16:creationId xmlns:a16="http://schemas.microsoft.com/office/drawing/2014/main" id="{D3A9CA8C-46D6-4121-BD50-EB5933D3D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5088" y="2570163"/>
              <a:ext cx="93663" cy="38100"/>
            </a:xfrm>
            <a:custGeom>
              <a:avLst/>
              <a:gdLst>
                <a:gd name="T0" fmla="*/ 24 w 36"/>
                <a:gd name="T1" fmla="*/ 5 h 15"/>
                <a:gd name="T2" fmla="*/ 21 w 36"/>
                <a:gd name="T3" fmla="*/ 6 h 15"/>
                <a:gd name="T4" fmla="*/ 2 w 36"/>
                <a:gd name="T5" fmla="*/ 14 h 15"/>
                <a:gd name="T6" fmla="*/ 0 w 36"/>
                <a:gd name="T7" fmla="*/ 15 h 15"/>
                <a:gd name="T8" fmla="*/ 0 w 36"/>
                <a:gd name="T9" fmla="*/ 13 h 15"/>
                <a:gd name="T10" fmla="*/ 1 w 36"/>
                <a:gd name="T11" fmla="*/ 12 h 15"/>
                <a:gd name="T12" fmla="*/ 20 w 36"/>
                <a:gd name="T13" fmla="*/ 4 h 15"/>
                <a:gd name="T14" fmla="*/ 23 w 36"/>
                <a:gd name="T15" fmla="*/ 3 h 15"/>
                <a:gd name="T16" fmla="*/ 35 w 36"/>
                <a:gd name="T17" fmla="*/ 0 h 15"/>
                <a:gd name="T18" fmla="*/ 36 w 36"/>
                <a:gd name="T19" fmla="*/ 1 h 15"/>
                <a:gd name="T20" fmla="*/ 24 w 36"/>
                <a:gd name="T21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15">
                  <a:moveTo>
                    <a:pt x="24" y="5"/>
                  </a:moveTo>
                  <a:cubicBezTo>
                    <a:pt x="23" y="5"/>
                    <a:pt x="22" y="5"/>
                    <a:pt x="21" y="6"/>
                  </a:cubicBezTo>
                  <a:cubicBezTo>
                    <a:pt x="14" y="8"/>
                    <a:pt x="7" y="10"/>
                    <a:pt x="2" y="14"/>
                  </a:cubicBezTo>
                  <a:cubicBezTo>
                    <a:pt x="1" y="14"/>
                    <a:pt x="1" y="14"/>
                    <a:pt x="0" y="15"/>
                  </a:cubicBezTo>
                  <a:cubicBezTo>
                    <a:pt x="0" y="14"/>
                    <a:pt x="0" y="13"/>
                    <a:pt x="0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6" y="9"/>
                    <a:pt x="13" y="6"/>
                    <a:pt x="20" y="4"/>
                  </a:cubicBezTo>
                  <a:cubicBezTo>
                    <a:pt x="21" y="4"/>
                    <a:pt x="22" y="3"/>
                    <a:pt x="23" y="3"/>
                  </a:cubicBezTo>
                  <a:cubicBezTo>
                    <a:pt x="27" y="2"/>
                    <a:pt x="31" y="0"/>
                    <a:pt x="35" y="0"/>
                  </a:cubicBezTo>
                  <a:cubicBezTo>
                    <a:pt x="36" y="0"/>
                    <a:pt x="36" y="1"/>
                    <a:pt x="36" y="1"/>
                  </a:cubicBezTo>
                  <a:cubicBezTo>
                    <a:pt x="32" y="2"/>
                    <a:pt x="27" y="4"/>
                    <a:pt x="24" y="5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3" name="Freeform 219">
              <a:extLst>
                <a:ext uri="{FF2B5EF4-FFF2-40B4-BE49-F238E27FC236}">
                  <a16:creationId xmlns:a16="http://schemas.microsoft.com/office/drawing/2014/main" id="{745037E7-2A39-4AF4-840C-8DECCCD0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6838" y="2697163"/>
              <a:ext cx="61913" cy="28575"/>
            </a:xfrm>
            <a:custGeom>
              <a:avLst/>
              <a:gdLst>
                <a:gd name="T0" fmla="*/ 0 w 24"/>
                <a:gd name="T1" fmla="*/ 9 h 11"/>
                <a:gd name="T2" fmla="*/ 24 w 24"/>
                <a:gd name="T3" fmla="*/ 0 h 11"/>
                <a:gd name="T4" fmla="*/ 24 w 24"/>
                <a:gd name="T5" fmla="*/ 2 h 11"/>
                <a:gd name="T6" fmla="*/ 1 w 24"/>
                <a:gd name="T7" fmla="*/ 11 h 11"/>
                <a:gd name="T8" fmla="*/ 0 w 24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9"/>
                  </a:moveTo>
                  <a:cubicBezTo>
                    <a:pt x="8" y="7"/>
                    <a:pt x="17" y="3"/>
                    <a:pt x="24" y="0"/>
                  </a:cubicBezTo>
                  <a:cubicBezTo>
                    <a:pt x="24" y="0"/>
                    <a:pt x="24" y="1"/>
                    <a:pt x="24" y="2"/>
                  </a:cubicBezTo>
                  <a:cubicBezTo>
                    <a:pt x="17" y="6"/>
                    <a:pt x="9" y="9"/>
                    <a:pt x="1" y="11"/>
                  </a:cubicBezTo>
                  <a:cubicBezTo>
                    <a:pt x="1" y="11"/>
                    <a:pt x="0" y="10"/>
                    <a:pt x="0" y="9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4" name="Freeform 220">
              <a:extLst>
                <a:ext uri="{FF2B5EF4-FFF2-40B4-BE49-F238E27FC236}">
                  <a16:creationId xmlns:a16="http://schemas.microsoft.com/office/drawing/2014/main" id="{13340819-079B-4A8F-A71C-D958B0AD7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8900" y="2665413"/>
              <a:ext cx="74613" cy="39688"/>
            </a:xfrm>
            <a:custGeom>
              <a:avLst/>
              <a:gdLst>
                <a:gd name="T0" fmla="*/ 29 w 29"/>
                <a:gd name="T1" fmla="*/ 0 h 15"/>
                <a:gd name="T2" fmla="*/ 29 w 29"/>
                <a:gd name="T3" fmla="*/ 3 h 15"/>
                <a:gd name="T4" fmla="*/ 1 w 29"/>
                <a:gd name="T5" fmla="*/ 15 h 15"/>
                <a:gd name="T6" fmla="*/ 0 w 29"/>
                <a:gd name="T7" fmla="*/ 15 h 15"/>
                <a:gd name="T8" fmla="*/ 0 w 29"/>
                <a:gd name="T9" fmla="*/ 13 h 15"/>
                <a:gd name="T10" fmla="*/ 1 w 29"/>
                <a:gd name="T11" fmla="*/ 13 h 15"/>
                <a:gd name="T12" fmla="*/ 29 w 29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5">
                  <a:moveTo>
                    <a:pt x="29" y="0"/>
                  </a:moveTo>
                  <a:cubicBezTo>
                    <a:pt x="29" y="1"/>
                    <a:pt x="29" y="2"/>
                    <a:pt x="29" y="3"/>
                  </a:cubicBezTo>
                  <a:cubicBezTo>
                    <a:pt x="21" y="8"/>
                    <a:pt x="11" y="12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4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1" y="10"/>
                    <a:pt x="22" y="6"/>
                    <a:pt x="29" y="0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5" name="Freeform 221">
              <a:extLst>
                <a:ext uri="{FF2B5EF4-FFF2-40B4-BE49-F238E27FC236}">
                  <a16:creationId xmlns:a16="http://schemas.microsoft.com/office/drawing/2014/main" id="{9D430328-8F65-40BA-8609-2EC776BEF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3025" y="2463800"/>
              <a:ext cx="41275" cy="12700"/>
            </a:xfrm>
            <a:custGeom>
              <a:avLst/>
              <a:gdLst>
                <a:gd name="T0" fmla="*/ 15 w 16"/>
                <a:gd name="T1" fmla="*/ 2 h 5"/>
                <a:gd name="T2" fmla="*/ 0 w 16"/>
                <a:gd name="T3" fmla="*/ 5 h 5"/>
                <a:gd name="T4" fmla="*/ 1 w 16"/>
                <a:gd name="T5" fmla="*/ 3 h 5"/>
                <a:gd name="T6" fmla="*/ 15 w 16"/>
                <a:gd name="T7" fmla="*/ 0 h 5"/>
                <a:gd name="T8" fmla="*/ 16 w 16"/>
                <a:gd name="T9" fmla="*/ 2 h 5"/>
                <a:gd name="T10" fmla="*/ 15 w 16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5">
                  <a:moveTo>
                    <a:pt x="15" y="2"/>
                  </a:moveTo>
                  <a:cubicBezTo>
                    <a:pt x="10" y="3"/>
                    <a:pt x="5" y="4"/>
                    <a:pt x="0" y="5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5" y="2"/>
                    <a:pt x="10" y="1"/>
                    <a:pt x="15" y="0"/>
                  </a:cubicBezTo>
                  <a:cubicBezTo>
                    <a:pt x="15" y="1"/>
                    <a:pt x="15" y="2"/>
                    <a:pt x="16" y="2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6" name="Freeform 222">
              <a:extLst>
                <a:ext uri="{FF2B5EF4-FFF2-40B4-BE49-F238E27FC236}">
                  <a16:creationId xmlns:a16="http://schemas.microsoft.com/office/drawing/2014/main" id="{0EE08036-91BE-402B-8129-B32EE04C9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9850" y="2608263"/>
              <a:ext cx="93663" cy="39688"/>
            </a:xfrm>
            <a:custGeom>
              <a:avLst/>
              <a:gdLst>
                <a:gd name="T0" fmla="*/ 35 w 36"/>
                <a:gd name="T1" fmla="*/ 2 h 15"/>
                <a:gd name="T2" fmla="*/ 35 w 36"/>
                <a:gd name="T3" fmla="*/ 2 h 15"/>
                <a:gd name="T4" fmla="*/ 11 w 36"/>
                <a:gd name="T5" fmla="*/ 11 h 15"/>
                <a:gd name="T6" fmla="*/ 4 w 36"/>
                <a:gd name="T7" fmla="*/ 14 h 15"/>
                <a:gd name="T8" fmla="*/ 1 w 36"/>
                <a:gd name="T9" fmla="*/ 15 h 15"/>
                <a:gd name="T10" fmla="*/ 0 w 36"/>
                <a:gd name="T11" fmla="*/ 13 h 15"/>
                <a:gd name="T12" fmla="*/ 3 w 36"/>
                <a:gd name="T13" fmla="*/ 12 h 15"/>
                <a:gd name="T14" fmla="*/ 10 w 36"/>
                <a:gd name="T15" fmla="*/ 9 h 15"/>
                <a:gd name="T16" fmla="*/ 34 w 36"/>
                <a:gd name="T17" fmla="*/ 0 h 15"/>
                <a:gd name="T18" fmla="*/ 34 w 36"/>
                <a:gd name="T19" fmla="*/ 0 h 15"/>
                <a:gd name="T20" fmla="*/ 36 w 36"/>
                <a:gd name="T21" fmla="*/ 0 h 15"/>
                <a:gd name="T22" fmla="*/ 36 w 36"/>
                <a:gd name="T23" fmla="*/ 0 h 15"/>
                <a:gd name="T24" fmla="*/ 36 w 36"/>
                <a:gd name="T25" fmla="*/ 2 h 15"/>
                <a:gd name="T26" fmla="*/ 35 w 36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15">
                  <a:moveTo>
                    <a:pt x="35" y="2"/>
                  </a:moveTo>
                  <a:cubicBezTo>
                    <a:pt x="35" y="2"/>
                    <a:pt x="35" y="2"/>
                    <a:pt x="35" y="2"/>
                  </a:cubicBezTo>
                  <a:cubicBezTo>
                    <a:pt x="26" y="4"/>
                    <a:pt x="19" y="7"/>
                    <a:pt x="11" y="11"/>
                  </a:cubicBezTo>
                  <a:cubicBezTo>
                    <a:pt x="8" y="12"/>
                    <a:pt x="6" y="13"/>
                    <a:pt x="4" y="14"/>
                  </a:cubicBezTo>
                  <a:cubicBezTo>
                    <a:pt x="3" y="14"/>
                    <a:pt x="2" y="14"/>
                    <a:pt x="1" y="15"/>
                  </a:cubicBezTo>
                  <a:cubicBezTo>
                    <a:pt x="1" y="14"/>
                    <a:pt x="0" y="13"/>
                    <a:pt x="0" y="13"/>
                  </a:cubicBezTo>
                  <a:cubicBezTo>
                    <a:pt x="1" y="12"/>
                    <a:pt x="2" y="12"/>
                    <a:pt x="3" y="12"/>
                  </a:cubicBezTo>
                  <a:cubicBezTo>
                    <a:pt x="5" y="11"/>
                    <a:pt x="7" y="10"/>
                    <a:pt x="10" y="9"/>
                  </a:cubicBezTo>
                  <a:cubicBezTo>
                    <a:pt x="18" y="5"/>
                    <a:pt x="25" y="2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0"/>
                    <a:pt x="35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6" y="1"/>
                    <a:pt x="36" y="2"/>
                  </a:cubicBezTo>
                  <a:cubicBezTo>
                    <a:pt x="36" y="2"/>
                    <a:pt x="35" y="2"/>
                    <a:pt x="35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7" name="Freeform 223">
              <a:extLst>
                <a:ext uri="{FF2B5EF4-FFF2-40B4-BE49-F238E27FC236}">
                  <a16:creationId xmlns:a16="http://schemas.microsoft.com/office/drawing/2014/main" id="{6154AF1B-E85A-4999-A2EA-4AC8090C9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6200" y="2624138"/>
              <a:ext cx="87313" cy="44450"/>
            </a:xfrm>
            <a:custGeom>
              <a:avLst/>
              <a:gdLst>
                <a:gd name="T0" fmla="*/ 31 w 34"/>
                <a:gd name="T1" fmla="*/ 4 h 17"/>
                <a:gd name="T2" fmla="*/ 20 w 34"/>
                <a:gd name="T3" fmla="*/ 8 h 17"/>
                <a:gd name="T4" fmla="*/ 2 w 34"/>
                <a:gd name="T5" fmla="*/ 16 h 17"/>
                <a:gd name="T6" fmla="*/ 1 w 34"/>
                <a:gd name="T7" fmla="*/ 17 h 17"/>
                <a:gd name="T8" fmla="*/ 0 w 34"/>
                <a:gd name="T9" fmla="*/ 15 h 17"/>
                <a:gd name="T10" fmla="*/ 1 w 34"/>
                <a:gd name="T11" fmla="*/ 15 h 17"/>
                <a:gd name="T12" fmla="*/ 19 w 34"/>
                <a:gd name="T13" fmla="*/ 7 h 17"/>
                <a:gd name="T14" fmla="*/ 30 w 34"/>
                <a:gd name="T15" fmla="*/ 2 h 17"/>
                <a:gd name="T16" fmla="*/ 31 w 34"/>
                <a:gd name="T17" fmla="*/ 2 h 17"/>
                <a:gd name="T18" fmla="*/ 34 w 34"/>
                <a:gd name="T19" fmla="*/ 0 h 17"/>
                <a:gd name="T20" fmla="*/ 34 w 34"/>
                <a:gd name="T21" fmla="*/ 3 h 17"/>
                <a:gd name="T22" fmla="*/ 32 w 34"/>
                <a:gd name="T23" fmla="*/ 4 h 17"/>
                <a:gd name="T24" fmla="*/ 31 w 34"/>
                <a:gd name="T25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17">
                  <a:moveTo>
                    <a:pt x="31" y="4"/>
                  </a:moveTo>
                  <a:cubicBezTo>
                    <a:pt x="28" y="6"/>
                    <a:pt x="24" y="7"/>
                    <a:pt x="20" y="8"/>
                  </a:cubicBezTo>
                  <a:cubicBezTo>
                    <a:pt x="14" y="11"/>
                    <a:pt x="8" y="13"/>
                    <a:pt x="2" y="16"/>
                  </a:cubicBezTo>
                  <a:cubicBezTo>
                    <a:pt x="2" y="17"/>
                    <a:pt x="1" y="17"/>
                    <a:pt x="1" y="17"/>
                  </a:cubicBezTo>
                  <a:cubicBezTo>
                    <a:pt x="1" y="16"/>
                    <a:pt x="0" y="16"/>
                    <a:pt x="0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7" y="12"/>
                    <a:pt x="13" y="9"/>
                    <a:pt x="19" y="7"/>
                  </a:cubicBezTo>
                  <a:cubicBezTo>
                    <a:pt x="23" y="5"/>
                    <a:pt x="27" y="4"/>
                    <a:pt x="30" y="2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2" y="1"/>
                    <a:pt x="34" y="1"/>
                    <a:pt x="34" y="0"/>
                  </a:cubicBezTo>
                  <a:cubicBezTo>
                    <a:pt x="34" y="1"/>
                    <a:pt x="34" y="2"/>
                    <a:pt x="34" y="3"/>
                  </a:cubicBezTo>
                  <a:cubicBezTo>
                    <a:pt x="34" y="3"/>
                    <a:pt x="33" y="3"/>
                    <a:pt x="32" y="4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8" name="Freeform 224">
              <a:extLst>
                <a:ext uri="{FF2B5EF4-FFF2-40B4-BE49-F238E27FC236}">
                  <a16:creationId xmlns:a16="http://schemas.microsoft.com/office/drawing/2014/main" id="{679BB55B-C641-44FA-A977-B958CCF38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3325" y="2451100"/>
              <a:ext cx="103188" cy="295275"/>
            </a:xfrm>
            <a:custGeom>
              <a:avLst/>
              <a:gdLst>
                <a:gd name="T0" fmla="*/ 4 w 40"/>
                <a:gd name="T1" fmla="*/ 0 h 114"/>
                <a:gd name="T2" fmla="*/ 33 w 40"/>
                <a:gd name="T3" fmla="*/ 114 h 114"/>
                <a:gd name="T4" fmla="*/ 40 w 40"/>
                <a:gd name="T5" fmla="*/ 112 h 114"/>
                <a:gd name="T6" fmla="*/ 4 w 40"/>
                <a:gd name="T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14">
                  <a:moveTo>
                    <a:pt x="4" y="0"/>
                  </a:moveTo>
                  <a:cubicBezTo>
                    <a:pt x="4" y="0"/>
                    <a:pt x="0" y="56"/>
                    <a:pt x="33" y="114"/>
                  </a:cubicBezTo>
                  <a:cubicBezTo>
                    <a:pt x="40" y="112"/>
                    <a:pt x="40" y="112"/>
                    <a:pt x="40" y="112"/>
                  </a:cubicBezTo>
                  <a:cubicBezTo>
                    <a:pt x="40" y="112"/>
                    <a:pt x="35" y="50"/>
                    <a:pt x="4" y="0"/>
                  </a:cubicBezTo>
                </a:path>
              </a:pathLst>
            </a:custGeom>
            <a:solidFill>
              <a:srgbClr val="3357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69" name="Freeform 225">
              <a:extLst>
                <a:ext uri="{FF2B5EF4-FFF2-40B4-BE49-F238E27FC236}">
                  <a16:creationId xmlns:a16="http://schemas.microsoft.com/office/drawing/2014/main" id="{311F82B1-19B5-4CC2-A075-DF69745F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6025" y="2524125"/>
              <a:ext cx="38100" cy="9525"/>
            </a:xfrm>
            <a:custGeom>
              <a:avLst/>
              <a:gdLst>
                <a:gd name="T0" fmla="*/ 3 w 15"/>
                <a:gd name="T1" fmla="*/ 1 h 4"/>
                <a:gd name="T2" fmla="*/ 0 w 15"/>
                <a:gd name="T3" fmla="*/ 0 h 4"/>
                <a:gd name="T4" fmla="*/ 0 w 15"/>
                <a:gd name="T5" fmla="*/ 2 h 4"/>
                <a:gd name="T6" fmla="*/ 3 w 15"/>
                <a:gd name="T7" fmla="*/ 2 h 4"/>
                <a:gd name="T8" fmla="*/ 6 w 15"/>
                <a:gd name="T9" fmla="*/ 3 h 4"/>
                <a:gd name="T10" fmla="*/ 15 w 15"/>
                <a:gd name="T11" fmla="*/ 4 h 4"/>
                <a:gd name="T12" fmla="*/ 14 w 15"/>
                <a:gd name="T13" fmla="*/ 2 h 4"/>
                <a:gd name="T14" fmla="*/ 6 w 15"/>
                <a:gd name="T15" fmla="*/ 1 h 4"/>
                <a:gd name="T16" fmla="*/ 3 w 15"/>
                <a:gd name="T1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4">
                  <a:moveTo>
                    <a:pt x="3" y="1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2" y="2"/>
                    <a:pt x="3" y="2"/>
                  </a:cubicBezTo>
                  <a:cubicBezTo>
                    <a:pt x="4" y="3"/>
                    <a:pt x="5" y="3"/>
                    <a:pt x="6" y="3"/>
                  </a:cubicBezTo>
                  <a:cubicBezTo>
                    <a:pt x="9" y="3"/>
                    <a:pt x="12" y="4"/>
                    <a:pt x="15" y="4"/>
                  </a:cubicBezTo>
                  <a:cubicBezTo>
                    <a:pt x="15" y="3"/>
                    <a:pt x="14" y="3"/>
                    <a:pt x="14" y="2"/>
                  </a:cubicBezTo>
                  <a:cubicBezTo>
                    <a:pt x="11" y="2"/>
                    <a:pt x="8" y="1"/>
                    <a:pt x="6" y="1"/>
                  </a:cubicBezTo>
                  <a:cubicBezTo>
                    <a:pt x="5" y="1"/>
                    <a:pt x="4" y="1"/>
                    <a:pt x="3" y="1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0" name="Freeform 226">
              <a:extLst>
                <a:ext uri="{FF2B5EF4-FFF2-40B4-BE49-F238E27FC236}">
                  <a16:creationId xmlns:a16="http://schemas.microsoft.com/office/drawing/2014/main" id="{681F7159-092E-410A-BF2A-D8A967D39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3963" y="2565400"/>
              <a:ext cx="46038" cy="14288"/>
            </a:xfrm>
            <a:custGeom>
              <a:avLst/>
              <a:gdLst>
                <a:gd name="T0" fmla="*/ 6 w 18"/>
                <a:gd name="T1" fmla="*/ 3 h 6"/>
                <a:gd name="T2" fmla="*/ 9 w 18"/>
                <a:gd name="T3" fmla="*/ 2 h 6"/>
                <a:gd name="T4" fmla="*/ 16 w 18"/>
                <a:gd name="T5" fmla="*/ 4 h 6"/>
                <a:gd name="T6" fmla="*/ 17 w 18"/>
                <a:gd name="T7" fmla="*/ 5 h 6"/>
                <a:gd name="T8" fmla="*/ 18 w 18"/>
                <a:gd name="T9" fmla="*/ 6 h 6"/>
                <a:gd name="T10" fmla="*/ 18 w 18"/>
                <a:gd name="T11" fmla="*/ 3 h 6"/>
                <a:gd name="T12" fmla="*/ 17 w 18"/>
                <a:gd name="T13" fmla="*/ 3 h 6"/>
                <a:gd name="T14" fmla="*/ 17 w 18"/>
                <a:gd name="T15" fmla="*/ 2 h 6"/>
                <a:gd name="T16" fmla="*/ 9 w 18"/>
                <a:gd name="T17" fmla="*/ 0 h 6"/>
                <a:gd name="T18" fmla="*/ 5 w 18"/>
                <a:gd name="T19" fmla="*/ 1 h 6"/>
                <a:gd name="T20" fmla="*/ 0 w 18"/>
                <a:gd name="T21" fmla="*/ 2 h 6"/>
                <a:gd name="T22" fmla="*/ 1 w 18"/>
                <a:gd name="T23" fmla="*/ 4 h 6"/>
                <a:gd name="T24" fmla="*/ 6 w 18"/>
                <a:gd name="T25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6">
                  <a:moveTo>
                    <a:pt x="6" y="3"/>
                  </a:moveTo>
                  <a:cubicBezTo>
                    <a:pt x="7" y="3"/>
                    <a:pt x="8" y="2"/>
                    <a:pt x="9" y="2"/>
                  </a:cubicBezTo>
                  <a:cubicBezTo>
                    <a:pt x="12" y="2"/>
                    <a:pt x="14" y="2"/>
                    <a:pt x="16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8" y="5"/>
                    <a:pt x="18" y="6"/>
                  </a:cubicBezTo>
                  <a:cubicBezTo>
                    <a:pt x="18" y="5"/>
                    <a:pt x="18" y="4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4" y="0"/>
                    <a:pt x="12" y="0"/>
                    <a:pt x="9" y="0"/>
                  </a:cubicBezTo>
                  <a:cubicBezTo>
                    <a:pt x="8" y="0"/>
                    <a:pt x="7" y="1"/>
                    <a:pt x="5" y="1"/>
                  </a:cubicBezTo>
                  <a:cubicBezTo>
                    <a:pt x="3" y="2"/>
                    <a:pt x="2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2" y="4"/>
                    <a:pt x="4" y="4"/>
                    <a:pt x="6" y="3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1" name="Freeform 227">
              <a:extLst>
                <a:ext uri="{FF2B5EF4-FFF2-40B4-BE49-F238E27FC236}">
                  <a16:creationId xmlns:a16="http://schemas.microsoft.com/office/drawing/2014/main" id="{02BED06B-A2B2-4821-A43D-CC84D5FCD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6025" y="2497138"/>
              <a:ext cx="25400" cy="12700"/>
            </a:xfrm>
            <a:custGeom>
              <a:avLst/>
              <a:gdLst>
                <a:gd name="T0" fmla="*/ 0 w 10"/>
                <a:gd name="T1" fmla="*/ 5 h 5"/>
                <a:gd name="T2" fmla="*/ 9 w 10"/>
                <a:gd name="T3" fmla="*/ 2 h 5"/>
                <a:gd name="T4" fmla="*/ 10 w 10"/>
                <a:gd name="T5" fmla="*/ 2 h 5"/>
                <a:gd name="T6" fmla="*/ 9 w 10"/>
                <a:gd name="T7" fmla="*/ 0 h 5"/>
                <a:gd name="T8" fmla="*/ 9 w 10"/>
                <a:gd name="T9" fmla="*/ 0 h 5"/>
                <a:gd name="T10" fmla="*/ 0 w 10"/>
                <a:gd name="T11" fmla="*/ 3 h 5"/>
                <a:gd name="T12" fmla="*/ 0 w 10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">
                  <a:moveTo>
                    <a:pt x="0" y="5"/>
                  </a:moveTo>
                  <a:cubicBezTo>
                    <a:pt x="3" y="4"/>
                    <a:pt x="6" y="3"/>
                    <a:pt x="9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9" y="1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1"/>
                    <a:pt x="3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2" name="Freeform 228">
              <a:extLst>
                <a:ext uri="{FF2B5EF4-FFF2-40B4-BE49-F238E27FC236}">
                  <a16:creationId xmlns:a16="http://schemas.microsoft.com/office/drawing/2014/main" id="{F0F69635-29BE-4CD6-9993-37282CEC5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7613" y="2541588"/>
              <a:ext cx="47625" cy="15875"/>
            </a:xfrm>
            <a:custGeom>
              <a:avLst/>
              <a:gdLst>
                <a:gd name="T0" fmla="*/ 17 w 18"/>
                <a:gd name="T1" fmla="*/ 4 h 6"/>
                <a:gd name="T2" fmla="*/ 0 w 18"/>
                <a:gd name="T3" fmla="*/ 0 h 6"/>
                <a:gd name="T4" fmla="*/ 0 w 18"/>
                <a:gd name="T5" fmla="*/ 2 h 6"/>
                <a:gd name="T6" fmla="*/ 18 w 18"/>
                <a:gd name="T7" fmla="*/ 6 h 6"/>
                <a:gd name="T8" fmla="*/ 17 w 18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6">
                  <a:moveTo>
                    <a:pt x="17" y="4"/>
                  </a:moveTo>
                  <a:cubicBezTo>
                    <a:pt x="12" y="3"/>
                    <a:pt x="6" y="2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6" y="4"/>
                    <a:pt x="12" y="5"/>
                    <a:pt x="18" y="6"/>
                  </a:cubicBezTo>
                  <a:cubicBezTo>
                    <a:pt x="17" y="5"/>
                    <a:pt x="17" y="5"/>
                    <a:pt x="17" y="4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3" name="Freeform 229">
              <a:extLst>
                <a:ext uri="{FF2B5EF4-FFF2-40B4-BE49-F238E27FC236}">
                  <a16:creationId xmlns:a16="http://schemas.microsoft.com/office/drawing/2014/main" id="{E01A4D55-5844-4E66-8C61-CECBD88E1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1113" y="2733675"/>
              <a:ext cx="25400" cy="7938"/>
            </a:xfrm>
            <a:custGeom>
              <a:avLst/>
              <a:gdLst>
                <a:gd name="T0" fmla="*/ 10 w 10"/>
                <a:gd name="T1" fmla="*/ 1 h 3"/>
                <a:gd name="T2" fmla="*/ 4 w 10"/>
                <a:gd name="T3" fmla="*/ 0 h 3"/>
                <a:gd name="T4" fmla="*/ 0 w 10"/>
                <a:gd name="T5" fmla="*/ 0 h 3"/>
                <a:gd name="T6" fmla="*/ 1 w 10"/>
                <a:gd name="T7" fmla="*/ 2 h 3"/>
                <a:gd name="T8" fmla="*/ 4 w 10"/>
                <a:gd name="T9" fmla="*/ 2 h 3"/>
                <a:gd name="T10" fmla="*/ 10 w 10"/>
                <a:gd name="T11" fmla="*/ 3 h 3"/>
                <a:gd name="T12" fmla="*/ 10 w 10"/>
                <a:gd name="T13" fmla="*/ 3 h 3"/>
                <a:gd name="T14" fmla="*/ 10 w 10"/>
                <a:gd name="T1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3">
                  <a:moveTo>
                    <a:pt x="10" y="1"/>
                  </a:moveTo>
                  <a:cubicBezTo>
                    <a:pt x="8" y="1"/>
                    <a:pt x="6" y="1"/>
                    <a:pt x="4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6" y="3"/>
                    <a:pt x="8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1"/>
                  </a:cubicBezTo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4" name="Freeform 230">
              <a:extLst>
                <a:ext uri="{FF2B5EF4-FFF2-40B4-BE49-F238E27FC236}">
                  <a16:creationId xmlns:a16="http://schemas.microsoft.com/office/drawing/2014/main" id="{CFD2D0A7-E73B-49FE-ADB4-E3D84E691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2850" y="2466975"/>
              <a:ext cx="11113" cy="4763"/>
            </a:xfrm>
            <a:custGeom>
              <a:avLst/>
              <a:gdLst>
                <a:gd name="T0" fmla="*/ 2 w 4"/>
                <a:gd name="T1" fmla="*/ 2 h 2"/>
                <a:gd name="T2" fmla="*/ 4 w 4"/>
                <a:gd name="T3" fmla="*/ 1 h 2"/>
                <a:gd name="T4" fmla="*/ 3 w 4"/>
                <a:gd name="T5" fmla="*/ 0 h 2"/>
                <a:gd name="T6" fmla="*/ 0 w 4"/>
                <a:gd name="T7" fmla="*/ 0 h 2"/>
                <a:gd name="T8" fmla="*/ 0 w 4"/>
                <a:gd name="T9" fmla="*/ 2 h 2"/>
                <a:gd name="T10" fmla="*/ 2 w 4"/>
                <a:gd name="T1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2" y="2"/>
                  </a:moveTo>
                  <a:cubicBezTo>
                    <a:pt x="3" y="2"/>
                    <a:pt x="4" y="2"/>
                    <a:pt x="4" y="1"/>
                  </a:cubicBezTo>
                  <a:cubicBezTo>
                    <a:pt x="4" y="1"/>
                    <a:pt x="4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5" name="Freeform 231">
              <a:extLst>
                <a:ext uri="{FF2B5EF4-FFF2-40B4-BE49-F238E27FC236}">
                  <a16:creationId xmlns:a16="http://schemas.microsoft.com/office/drawing/2014/main" id="{5581DFEC-81DE-447B-AA98-C5BF42373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900" y="2608263"/>
              <a:ext cx="50800" cy="11113"/>
            </a:xfrm>
            <a:custGeom>
              <a:avLst/>
              <a:gdLst>
                <a:gd name="T0" fmla="*/ 14 w 20"/>
                <a:gd name="T1" fmla="*/ 4 h 4"/>
                <a:gd name="T2" fmla="*/ 15 w 20"/>
                <a:gd name="T3" fmla="*/ 4 h 4"/>
                <a:gd name="T4" fmla="*/ 20 w 20"/>
                <a:gd name="T5" fmla="*/ 4 h 4"/>
                <a:gd name="T6" fmla="*/ 20 w 20"/>
                <a:gd name="T7" fmla="*/ 2 h 4"/>
                <a:gd name="T8" fmla="*/ 15 w 20"/>
                <a:gd name="T9" fmla="*/ 2 h 4"/>
                <a:gd name="T10" fmla="*/ 14 w 20"/>
                <a:gd name="T11" fmla="*/ 2 h 4"/>
                <a:gd name="T12" fmla="*/ 12 w 20"/>
                <a:gd name="T13" fmla="*/ 2 h 4"/>
                <a:gd name="T14" fmla="*/ 0 w 20"/>
                <a:gd name="T15" fmla="*/ 0 h 4"/>
                <a:gd name="T16" fmla="*/ 1 w 20"/>
                <a:gd name="T17" fmla="*/ 2 h 4"/>
                <a:gd name="T18" fmla="*/ 12 w 20"/>
                <a:gd name="T19" fmla="*/ 4 h 4"/>
                <a:gd name="T20" fmla="*/ 14 w 20"/>
                <a:gd name="T2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4">
                  <a:moveTo>
                    <a:pt x="14" y="4"/>
                  </a:moveTo>
                  <a:cubicBezTo>
                    <a:pt x="14" y="4"/>
                    <a:pt x="15" y="4"/>
                    <a:pt x="15" y="4"/>
                  </a:cubicBezTo>
                  <a:cubicBezTo>
                    <a:pt x="17" y="4"/>
                    <a:pt x="19" y="4"/>
                    <a:pt x="20" y="4"/>
                  </a:cubicBezTo>
                  <a:cubicBezTo>
                    <a:pt x="20" y="3"/>
                    <a:pt x="20" y="3"/>
                    <a:pt x="20" y="2"/>
                  </a:cubicBezTo>
                  <a:cubicBezTo>
                    <a:pt x="18" y="2"/>
                    <a:pt x="17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2"/>
                    <a:pt x="12" y="2"/>
                    <a:pt x="12" y="2"/>
                  </a:cubicBezTo>
                  <a:cubicBezTo>
                    <a:pt x="8" y="2"/>
                    <a:pt x="4" y="1"/>
                    <a:pt x="0" y="0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5" y="3"/>
                    <a:pt x="8" y="4"/>
                    <a:pt x="12" y="4"/>
                  </a:cubicBezTo>
                  <a:cubicBezTo>
                    <a:pt x="12" y="4"/>
                    <a:pt x="13" y="4"/>
                    <a:pt x="14" y="4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6" name="Freeform 232">
              <a:extLst>
                <a:ext uri="{FF2B5EF4-FFF2-40B4-BE49-F238E27FC236}">
                  <a16:creationId xmlns:a16="http://schemas.microsoft.com/office/drawing/2014/main" id="{BD32B23B-6584-4CD7-AE66-B87A1EF7E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2538" y="2668588"/>
              <a:ext cx="44450" cy="7938"/>
            </a:xfrm>
            <a:custGeom>
              <a:avLst/>
              <a:gdLst>
                <a:gd name="T0" fmla="*/ 1 w 17"/>
                <a:gd name="T1" fmla="*/ 2 h 3"/>
                <a:gd name="T2" fmla="*/ 6 w 17"/>
                <a:gd name="T3" fmla="*/ 3 h 3"/>
                <a:gd name="T4" fmla="*/ 6 w 17"/>
                <a:gd name="T5" fmla="*/ 3 h 3"/>
                <a:gd name="T6" fmla="*/ 14 w 17"/>
                <a:gd name="T7" fmla="*/ 3 h 3"/>
                <a:gd name="T8" fmla="*/ 16 w 17"/>
                <a:gd name="T9" fmla="*/ 3 h 3"/>
                <a:gd name="T10" fmla="*/ 17 w 17"/>
                <a:gd name="T11" fmla="*/ 3 h 3"/>
                <a:gd name="T12" fmla="*/ 17 w 17"/>
                <a:gd name="T13" fmla="*/ 2 h 3"/>
                <a:gd name="T14" fmla="*/ 16 w 17"/>
                <a:gd name="T15" fmla="*/ 1 h 3"/>
                <a:gd name="T16" fmla="*/ 14 w 17"/>
                <a:gd name="T17" fmla="*/ 1 h 3"/>
                <a:gd name="T18" fmla="*/ 6 w 17"/>
                <a:gd name="T19" fmla="*/ 1 h 3"/>
                <a:gd name="T20" fmla="*/ 6 w 17"/>
                <a:gd name="T21" fmla="*/ 1 h 3"/>
                <a:gd name="T22" fmla="*/ 1 w 17"/>
                <a:gd name="T23" fmla="*/ 0 h 3"/>
                <a:gd name="T24" fmla="*/ 0 w 17"/>
                <a:gd name="T25" fmla="*/ 0 h 3"/>
                <a:gd name="T26" fmla="*/ 0 w 17"/>
                <a:gd name="T27" fmla="*/ 0 h 3"/>
                <a:gd name="T28" fmla="*/ 0 w 17"/>
                <a:gd name="T29" fmla="*/ 1 h 3"/>
                <a:gd name="T30" fmla="*/ 1 w 17"/>
                <a:gd name="T31" fmla="*/ 1 h 3"/>
                <a:gd name="T32" fmla="*/ 1 w 17"/>
                <a:gd name="T3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3">
                  <a:moveTo>
                    <a:pt x="1" y="2"/>
                  </a:moveTo>
                  <a:cubicBezTo>
                    <a:pt x="3" y="2"/>
                    <a:pt x="4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9" y="3"/>
                    <a:pt x="11" y="3"/>
                    <a:pt x="14" y="3"/>
                  </a:cubicBezTo>
                  <a:cubicBezTo>
                    <a:pt x="15" y="3"/>
                    <a:pt x="15" y="3"/>
                    <a:pt x="16" y="3"/>
                  </a:cubicBezTo>
                  <a:cubicBezTo>
                    <a:pt x="16" y="3"/>
                    <a:pt x="17" y="3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6" y="2"/>
                    <a:pt x="16" y="1"/>
                    <a:pt x="16" y="1"/>
                  </a:cubicBezTo>
                  <a:cubicBezTo>
                    <a:pt x="15" y="1"/>
                    <a:pt x="14" y="1"/>
                    <a:pt x="14" y="1"/>
                  </a:cubicBezTo>
                  <a:cubicBezTo>
                    <a:pt x="11" y="1"/>
                    <a:pt x="9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7" name="Freeform 233">
              <a:extLst>
                <a:ext uri="{FF2B5EF4-FFF2-40B4-BE49-F238E27FC236}">
                  <a16:creationId xmlns:a16="http://schemas.microsoft.com/office/drawing/2014/main" id="{14E9DB53-9C4E-485A-91B3-C80AF0AF2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8725" y="2590800"/>
              <a:ext cx="49213" cy="12700"/>
            </a:xfrm>
            <a:custGeom>
              <a:avLst/>
              <a:gdLst>
                <a:gd name="T0" fmla="*/ 6 w 19"/>
                <a:gd name="T1" fmla="*/ 2 h 5"/>
                <a:gd name="T2" fmla="*/ 8 w 19"/>
                <a:gd name="T3" fmla="*/ 2 h 5"/>
                <a:gd name="T4" fmla="*/ 18 w 19"/>
                <a:gd name="T5" fmla="*/ 4 h 5"/>
                <a:gd name="T6" fmla="*/ 19 w 19"/>
                <a:gd name="T7" fmla="*/ 5 h 5"/>
                <a:gd name="T8" fmla="*/ 19 w 19"/>
                <a:gd name="T9" fmla="*/ 2 h 5"/>
                <a:gd name="T10" fmla="*/ 18 w 19"/>
                <a:gd name="T11" fmla="*/ 2 h 5"/>
                <a:gd name="T12" fmla="*/ 8 w 19"/>
                <a:gd name="T13" fmla="*/ 0 h 5"/>
                <a:gd name="T14" fmla="*/ 6 w 19"/>
                <a:gd name="T15" fmla="*/ 0 h 5"/>
                <a:gd name="T16" fmla="*/ 0 w 19"/>
                <a:gd name="T17" fmla="*/ 1 h 5"/>
                <a:gd name="T18" fmla="*/ 0 w 19"/>
                <a:gd name="T19" fmla="*/ 3 h 5"/>
                <a:gd name="T20" fmla="*/ 6 w 19"/>
                <a:gd name="T2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5">
                  <a:moveTo>
                    <a:pt x="6" y="2"/>
                  </a:moveTo>
                  <a:cubicBezTo>
                    <a:pt x="7" y="2"/>
                    <a:pt x="7" y="2"/>
                    <a:pt x="8" y="2"/>
                  </a:cubicBezTo>
                  <a:cubicBezTo>
                    <a:pt x="11" y="2"/>
                    <a:pt x="15" y="3"/>
                    <a:pt x="18" y="4"/>
                  </a:cubicBezTo>
                  <a:cubicBezTo>
                    <a:pt x="18" y="4"/>
                    <a:pt x="19" y="4"/>
                    <a:pt x="19" y="5"/>
                  </a:cubicBezTo>
                  <a:cubicBezTo>
                    <a:pt x="19" y="4"/>
                    <a:pt x="19" y="3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5" y="1"/>
                    <a:pt x="11" y="0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4" y="0"/>
                    <a:pt x="2" y="0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2"/>
                    <a:pt x="5" y="2"/>
                    <a:pt x="6" y="2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8" name="Freeform 234">
              <a:extLst>
                <a:ext uri="{FF2B5EF4-FFF2-40B4-BE49-F238E27FC236}">
                  <a16:creationId xmlns:a16="http://schemas.microsoft.com/office/drawing/2014/main" id="{B7D7933D-785F-46C6-B5C8-2D6A0A45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0000" y="2713038"/>
              <a:ext cx="33338" cy="9525"/>
            </a:xfrm>
            <a:custGeom>
              <a:avLst/>
              <a:gdLst>
                <a:gd name="T0" fmla="*/ 13 w 13"/>
                <a:gd name="T1" fmla="*/ 2 h 4"/>
                <a:gd name="T2" fmla="*/ 0 w 13"/>
                <a:gd name="T3" fmla="*/ 0 h 4"/>
                <a:gd name="T4" fmla="*/ 1 w 13"/>
                <a:gd name="T5" fmla="*/ 2 h 4"/>
                <a:gd name="T6" fmla="*/ 13 w 13"/>
                <a:gd name="T7" fmla="*/ 4 h 4"/>
                <a:gd name="T8" fmla="*/ 13 w 13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">
                  <a:moveTo>
                    <a:pt x="13" y="2"/>
                  </a:moveTo>
                  <a:cubicBezTo>
                    <a:pt x="9" y="2"/>
                    <a:pt x="4" y="1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5" y="3"/>
                    <a:pt x="9" y="4"/>
                    <a:pt x="13" y="4"/>
                  </a:cubicBezTo>
                  <a:cubicBezTo>
                    <a:pt x="13" y="3"/>
                    <a:pt x="13" y="2"/>
                    <a:pt x="13" y="2"/>
                  </a:cubicBezTo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79" name="Freeform 235">
              <a:extLst>
                <a:ext uri="{FF2B5EF4-FFF2-40B4-BE49-F238E27FC236}">
                  <a16:creationId xmlns:a16="http://schemas.microsoft.com/office/drawing/2014/main" id="{CC26CBF9-E7D9-48F2-9D90-EA3655893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300" y="2684463"/>
              <a:ext cx="44450" cy="15875"/>
            </a:xfrm>
            <a:custGeom>
              <a:avLst/>
              <a:gdLst>
                <a:gd name="T0" fmla="*/ 0 w 17"/>
                <a:gd name="T1" fmla="*/ 0 h 6"/>
                <a:gd name="T2" fmla="*/ 1 w 17"/>
                <a:gd name="T3" fmla="*/ 3 h 6"/>
                <a:gd name="T4" fmla="*/ 16 w 17"/>
                <a:gd name="T5" fmla="*/ 6 h 6"/>
                <a:gd name="T6" fmla="*/ 17 w 17"/>
                <a:gd name="T7" fmla="*/ 6 h 6"/>
                <a:gd name="T8" fmla="*/ 16 w 17"/>
                <a:gd name="T9" fmla="*/ 4 h 6"/>
                <a:gd name="T10" fmla="*/ 16 w 17"/>
                <a:gd name="T11" fmla="*/ 4 h 6"/>
                <a:gd name="T12" fmla="*/ 0 w 1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6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6" y="6"/>
                    <a:pt x="11" y="6"/>
                    <a:pt x="16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5"/>
                    <a:pt x="17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1" y="4"/>
                    <a:pt x="5" y="4"/>
                    <a:pt x="0" y="0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0" name="Freeform 236">
              <a:extLst>
                <a:ext uri="{FF2B5EF4-FFF2-40B4-BE49-F238E27FC236}">
                  <a16:creationId xmlns:a16="http://schemas.microsoft.com/office/drawing/2014/main" id="{AEFEE439-E7C6-449B-B24C-2A0385335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2850" y="2479675"/>
              <a:ext cx="19050" cy="7938"/>
            </a:xfrm>
            <a:custGeom>
              <a:avLst/>
              <a:gdLst>
                <a:gd name="T0" fmla="*/ 0 w 7"/>
                <a:gd name="T1" fmla="*/ 3 h 3"/>
                <a:gd name="T2" fmla="*/ 7 w 7"/>
                <a:gd name="T3" fmla="*/ 2 h 3"/>
                <a:gd name="T4" fmla="*/ 6 w 7"/>
                <a:gd name="T5" fmla="*/ 0 h 3"/>
                <a:gd name="T6" fmla="*/ 0 w 7"/>
                <a:gd name="T7" fmla="*/ 1 h 3"/>
                <a:gd name="T8" fmla="*/ 0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cubicBezTo>
                    <a:pt x="3" y="2"/>
                    <a:pt x="5" y="2"/>
                    <a:pt x="7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4" y="0"/>
                    <a:pt x="2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1" name="Freeform 237">
              <a:extLst>
                <a:ext uri="{FF2B5EF4-FFF2-40B4-BE49-F238E27FC236}">
                  <a16:creationId xmlns:a16="http://schemas.microsoft.com/office/drawing/2014/main" id="{4EF37740-077F-4791-977A-E97DF3F68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38" y="2630488"/>
              <a:ext cx="49213" cy="9525"/>
            </a:xfrm>
            <a:custGeom>
              <a:avLst/>
              <a:gdLst>
                <a:gd name="T0" fmla="*/ 1 w 19"/>
                <a:gd name="T1" fmla="*/ 2 h 4"/>
                <a:gd name="T2" fmla="*/ 1 w 19"/>
                <a:gd name="T3" fmla="*/ 2 h 4"/>
                <a:gd name="T4" fmla="*/ 14 w 19"/>
                <a:gd name="T5" fmla="*/ 4 h 4"/>
                <a:gd name="T6" fmla="*/ 18 w 19"/>
                <a:gd name="T7" fmla="*/ 4 h 4"/>
                <a:gd name="T8" fmla="*/ 19 w 19"/>
                <a:gd name="T9" fmla="*/ 4 h 4"/>
                <a:gd name="T10" fmla="*/ 19 w 19"/>
                <a:gd name="T11" fmla="*/ 2 h 4"/>
                <a:gd name="T12" fmla="*/ 17 w 19"/>
                <a:gd name="T13" fmla="*/ 2 h 4"/>
                <a:gd name="T14" fmla="*/ 14 w 19"/>
                <a:gd name="T15" fmla="*/ 2 h 4"/>
                <a:gd name="T16" fmla="*/ 1 w 19"/>
                <a:gd name="T17" fmla="*/ 0 h 4"/>
                <a:gd name="T18" fmla="*/ 1 w 19"/>
                <a:gd name="T19" fmla="*/ 0 h 4"/>
                <a:gd name="T20" fmla="*/ 0 w 19"/>
                <a:gd name="T21" fmla="*/ 1 h 4"/>
                <a:gd name="T22" fmla="*/ 0 w 19"/>
                <a:gd name="T23" fmla="*/ 1 h 4"/>
                <a:gd name="T24" fmla="*/ 1 w 19"/>
                <a:gd name="T2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4"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5" y="1"/>
                    <a:pt x="9" y="2"/>
                    <a:pt x="14" y="4"/>
                  </a:cubicBezTo>
                  <a:cubicBezTo>
                    <a:pt x="15" y="4"/>
                    <a:pt x="16" y="4"/>
                    <a:pt x="18" y="4"/>
                  </a:cubicBezTo>
                  <a:cubicBezTo>
                    <a:pt x="18" y="4"/>
                    <a:pt x="19" y="4"/>
                    <a:pt x="19" y="4"/>
                  </a:cubicBezTo>
                  <a:cubicBezTo>
                    <a:pt x="19" y="4"/>
                    <a:pt x="19" y="3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6" y="2"/>
                    <a:pt x="15" y="2"/>
                    <a:pt x="14" y="2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2" name="Freeform 238">
              <a:extLst>
                <a:ext uri="{FF2B5EF4-FFF2-40B4-BE49-F238E27FC236}">
                  <a16:creationId xmlns:a16="http://schemas.microsoft.com/office/drawing/2014/main" id="{4A2E8138-04DE-459D-83A8-6B3F579EB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4600" y="2647950"/>
              <a:ext cx="49213" cy="15875"/>
            </a:xfrm>
            <a:custGeom>
              <a:avLst/>
              <a:gdLst>
                <a:gd name="T0" fmla="*/ 2 w 19"/>
                <a:gd name="T1" fmla="*/ 2 h 6"/>
                <a:gd name="T2" fmla="*/ 8 w 19"/>
                <a:gd name="T3" fmla="*/ 3 h 6"/>
                <a:gd name="T4" fmla="*/ 18 w 19"/>
                <a:gd name="T5" fmla="*/ 5 h 6"/>
                <a:gd name="T6" fmla="*/ 19 w 19"/>
                <a:gd name="T7" fmla="*/ 6 h 6"/>
                <a:gd name="T8" fmla="*/ 19 w 19"/>
                <a:gd name="T9" fmla="*/ 4 h 6"/>
                <a:gd name="T10" fmla="*/ 18 w 19"/>
                <a:gd name="T11" fmla="*/ 3 h 6"/>
                <a:gd name="T12" fmla="*/ 8 w 19"/>
                <a:gd name="T13" fmla="*/ 1 h 6"/>
                <a:gd name="T14" fmla="*/ 2 w 19"/>
                <a:gd name="T15" fmla="*/ 1 h 6"/>
                <a:gd name="T16" fmla="*/ 2 w 19"/>
                <a:gd name="T17" fmla="*/ 0 h 6"/>
                <a:gd name="T18" fmla="*/ 0 w 19"/>
                <a:gd name="T19" fmla="*/ 0 h 6"/>
                <a:gd name="T20" fmla="*/ 1 w 19"/>
                <a:gd name="T21" fmla="*/ 2 h 6"/>
                <a:gd name="T22" fmla="*/ 2 w 19"/>
                <a:gd name="T23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6">
                  <a:moveTo>
                    <a:pt x="2" y="2"/>
                  </a:moveTo>
                  <a:cubicBezTo>
                    <a:pt x="4" y="3"/>
                    <a:pt x="6" y="3"/>
                    <a:pt x="8" y="3"/>
                  </a:cubicBezTo>
                  <a:cubicBezTo>
                    <a:pt x="12" y="4"/>
                    <a:pt x="15" y="4"/>
                    <a:pt x="18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9" y="4"/>
                    <a:pt x="19" y="4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5" y="2"/>
                    <a:pt x="11" y="2"/>
                    <a:pt x="8" y="1"/>
                  </a:cubicBezTo>
                  <a:cubicBezTo>
                    <a:pt x="6" y="1"/>
                    <a:pt x="4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BCDB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3" name="Freeform 239">
              <a:extLst>
                <a:ext uri="{FF2B5EF4-FFF2-40B4-BE49-F238E27FC236}">
                  <a16:creationId xmlns:a16="http://schemas.microsoft.com/office/drawing/2014/main" id="{72C7CC49-56A7-44B6-9FB9-87C85F5AF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663" y="2438400"/>
              <a:ext cx="138113" cy="307975"/>
            </a:xfrm>
            <a:custGeom>
              <a:avLst/>
              <a:gdLst>
                <a:gd name="T0" fmla="*/ 26 w 53"/>
                <a:gd name="T1" fmla="*/ 0 h 119"/>
                <a:gd name="T2" fmla="*/ 26 w 53"/>
                <a:gd name="T3" fmla="*/ 118 h 119"/>
                <a:gd name="T4" fmla="*/ 38 w 53"/>
                <a:gd name="T5" fmla="*/ 119 h 119"/>
                <a:gd name="T6" fmla="*/ 26 w 53"/>
                <a:gd name="T7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9">
                  <a:moveTo>
                    <a:pt x="26" y="0"/>
                  </a:moveTo>
                  <a:cubicBezTo>
                    <a:pt x="26" y="0"/>
                    <a:pt x="0" y="53"/>
                    <a:pt x="26" y="118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38" y="119"/>
                    <a:pt x="53" y="57"/>
                    <a:pt x="26" y="0"/>
                  </a:cubicBezTo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4" name="Freeform 240">
              <a:extLst>
                <a:ext uri="{FF2B5EF4-FFF2-40B4-BE49-F238E27FC236}">
                  <a16:creationId xmlns:a16="http://schemas.microsoft.com/office/drawing/2014/main" id="{488F71D2-DDCE-4FB4-A96C-2157E3FA1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1113" y="2509838"/>
              <a:ext cx="53975" cy="20638"/>
            </a:xfrm>
            <a:custGeom>
              <a:avLst/>
              <a:gdLst>
                <a:gd name="T0" fmla="*/ 5 w 21"/>
                <a:gd name="T1" fmla="*/ 1 h 8"/>
                <a:gd name="T2" fmla="*/ 1 w 21"/>
                <a:gd name="T3" fmla="*/ 0 h 8"/>
                <a:gd name="T4" fmla="*/ 0 w 21"/>
                <a:gd name="T5" fmla="*/ 2 h 8"/>
                <a:gd name="T6" fmla="*/ 4 w 21"/>
                <a:gd name="T7" fmla="*/ 3 h 8"/>
                <a:gd name="T8" fmla="*/ 8 w 21"/>
                <a:gd name="T9" fmla="*/ 4 h 8"/>
                <a:gd name="T10" fmla="*/ 21 w 21"/>
                <a:gd name="T11" fmla="*/ 8 h 8"/>
                <a:gd name="T12" fmla="*/ 21 w 21"/>
                <a:gd name="T13" fmla="*/ 6 h 8"/>
                <a:gd name="T14" fmla="*/ 9 w 21"/>
                <a:gd name="T15" fmla="*/ 3 h 8"/>
                <a:gd name="T16" fmla="*/ 5 w 21"/>
                <a:gd name="T17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8">
                  <a:moveTo>
                    <a:pt x="5" y="1"/>
                  </a:moveTo>
                  <a:cubicBezTo>
                    <a:pt x="3" y="1"/>
                    <a:pt x="2" y="0"/>
                    <a:pt x="1" y="0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2" y="2"/>
                    <a:pt x="3" y="3"/>
                    <a:pt x="4" y="3"/>
                  </a:cubicBezTo>
                  <a:cubicBezTo>
                    <a:pt x="5" y="3"/>
                    <a:pt x="7" y="4"/>
                    <a:pt x="8" y="4"/>
                  </a:cubicBezTo>
                  <a:cubicBezTo>
                    <a:pt x="12" y="5"/>
                    <a:pt x="17" y="7"/>
                    <a:pt x="21" y="8"/>
                  </a:cubicBezTo>
                  <a:cubicBezTo>
                    <a:pt x="21" y="7"/>
                    <a:pt x="21" y="6"/>
                    <a:pt x="21" y="6"/>
                  </a:cubicBezTo>
                  <a:cubicBezTo>
                    <a:pt x="16" y="5"/>
                    <a:pt x="12" y="4"/>
                    <a:pt x="9" y="3"/>
                  </a:cubicBezTo>
                  <a:cubicBezTo>
                    <a:pt x="7" y="2"/>
                    <a:pt x="6" y="2"/>
                    <a:pt x="5" y="1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5" name="Freeform 241">
              <a:extLst>
                <a:ext uri="{FF2B5EF4-FFF2-40B4-BE49-F238E27FC236}">
                  <a16:creationId xmlns:a16="http://schemas.microsoft.com/office/drawing/2014/main" id="{D8C0787C-8CD8-463E-A624-5025B35C1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763" y="2557463"/>
              <a:ext cx="68263" cy="22225"/>
            </a:xfrm>
            <a:custGeom>
              <a:avLst/>
              <a:gdLst>
                <a:gd name="T0" fmla="*/ 8 w 26"/>
                <a:gd name="T1" fmla="*/ 2 h 9"/>
                <a:gd name="T2" fmla="*/ 14 w 26"/>
                <a:gd name="T3" fmla="*/ 3 h 9"/>
                <a:gd name="T4" fmla="*/ 24 w 26"/>
                <a:gd name="T5" fmla="*/ 7 h 9"/>
                <a:gd name="T6" fmla="*/ 25 w 26"/>
                <a:gd name="T7" fmla="*/ 7 h 9"/>
                <a:gd name="T8" fmla="*/ 26 w 26"/>
                <a:gd name="T9" fmla="*/ 9 h 9"/>
                <a:gd name="T10" fmla="*/ 26 w 26"/>
                <a:gd name="T11" fmla="*/ 6 h 9"/>
                <a:gd name="T12" fmla="*/ 26 w 26"/>
                <a:gd name="T13" fmla="*/ 6 h 9"/>
                <a:gd name="T14" fmla="*/ 25 w 26"/>
                <a:gd name="T15" fmla="*/ 5 h 9"/>
                <a:gd name="T16" fmla="*/ 14 w 26"/>
                <a:gd name="T17" fmla="*/ 1 h 9"/>
                <a:gd name="T18" fmla="*/ 8 w 26"/>
                <a:gd name="T19" fmla="*/ 0 h 9"/>
                <a:gd name="T20" fmla="*/ 0 w 26"/>
                <a:gd name="T21" fmla="*/ 0 h 9"/>
                <a:gd name="T22" fmla="*/ 0 w 26"/>
                <a:gd name="T23" fmla="*/ 2 h 9"/>
                <a:gd name="T24" fmla="*/ 8 w 26"/>
                <a:gd name="T25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9">
                  <a:moveTo>
                    <a:pt x="8" y="2"/>
                  </a:moveTo>
                  <a:cubicBezTo>
                    <a:pt x="10" y="2"/>
                    <a:pt x="13" y="2"/>
                    <a:pt x="14" y="3"/>
                  </a:cubicBezTo>
                  <a:cubicBezTo>
                    <a:pt x="19" y="3"/>
                    <a:pt x="21" y="4"/>
                    <a:pt x="24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6" y="8"/>
                    <a:pt x="26" y="9"/>
                  </a:cubicBezTo>
                  <a:cubicBezTo>
                    <a:pt x="26" y="8"/>
                    <a:pt x="26" y="7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1" y="2"/>
                    <a:pt x="19" y="1"/>
                    <a:pt x="14" y="1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5" y="1"/>
                    <a:pt x="3" y="1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3" y="2"/>
                    <a:pt x="5" y="2"/>
                    <a:pt x="8" y="2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6" name="Freeform 242">
              <a:extLst>
                <a:ext uri="{FF2B5EF4-FFF2-40B4-BE49-F238E27FC236}">
                  <a16:creationId xmlns:a16="http://schemas.microsoft.com/office/drawing/2014/main" id="{5680DDAA-BAD3-49C0-8C02-984B8D8FC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5" y="2492375"/>
              <a:ext cx="41275" cy="4763"/>
            </a:xfrm>
            <a:custGeom>
              <a:avLst/>
              <a:gdLst>
                <a:gd name="T0" fmla="*/ 0 w 16"/>
                <a:gd name="T1" fmla="*/ 2 h 2"/>
                <a:gd name="T2" fmla="*/ 15 w 16"/>
                <a:gd name="T3" fmla="*/ 2 h 2"/>
                <a:gd name="T4" fmla="*/ 16 w 16"/>
                <a:gd name="T5" fmla="*/ 2 h 2"/>
                <a:gd name="T6" fmla="*/ 15 w 16"/>
                <a:gd name="T7" fmla="*/ 0 h 2"/>
                <a:gd name="T8" fmla="*/ 15 w 16"/>
                <a:gd name="T9" fmla="*/ 0 h 2"/>
                <a:gd name="T10" fmla="*/ 0 w 16"/>
                <a:gd name="T11" fmla="*/ 0 h 2"/>
                <a:gd name="T12" fmla="*/ 0 w 16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2">
                  <a:moveTo>
                    <a:pt x="0" y="2"/>
                  </a:moveTo>
                  <a:cubicBezTo>
                    <a:pt x="5" y="2"/>
                    <a:pt x="10" y="2"/>
                    <a:pt x="15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6" y="1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0"/>
                    <a:pt x="5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7" name="Freeform 243">
              <a:extLst>
                <a:ext uri="{FF2B5EF4-FFF2-40B4-BE49-F238E27FC236}">
                  <a16:creationId xmlns:a16="http://schemas.microsoft.com/office/drawing/2014/main" id="{8E935CA9-AE44-4B91-947B-B095D0F51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7938" y="2528888"/>
              <a:ext cx="61913" cy="28575"/>
            </a:xfrm>
            <a:custGeom>
              <a:avLst/>
              <a:gdLst>
                <a:gd name="T0" fmla="*/ 24 w 24"/>
                <a:gd name="T1" fmla="*/ 9 h 11"/>
                <a:gd name="T2" fmla="*/ 1 w 24"/>
                <a:gd name="T3" fmla="*/ 0 h 11"/>
                <a:gd name="T4" fmla="*/ 0 w 24"/>
                <a:gd name="T5" fmla="*/ 2 h 11"/>
                <a:gd name="T6" fmla="*/ 24 w 24"/>
                <a:gd name="T7" fmla="*/ 11 h 11"/>
                <a:gd name="T8" fmla="*/ 24 w 24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24" y="9"/>
                  </a:moveTo>
                  <a:cubicBezTo>
                    <a:pt x="16" y="6"/>
                    <a:pt x="8" y="3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8" y="5"/>
                    <a:pt x="16" y="8"/>
                    <a:pt x="24" y="11"/>
                  </a:cubicBezTo>
                  <a:cubicBezTo>
                    <a:pt x="24" y="10"/>
                    <a:pt x="24" y="9"/>
                    <a:pt x="24" y="9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8" name="Freeform 244">
              <a:extLst>
                <a:ext uri="{FF2B5EF4-FFF2-40B4-BE49-F238E27FC236}">
                  <a16:creationId xmlns:a16="http://schemas.microsoft.com/office/drawing/2014/main" id="{68FB2C34-3DB1-45B0-9A2A-C3B511961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8575" y="2728913"/>
              <a:ext cx="39688" cy="17463"/>
            </a:xfrm>
            <a:custGeom>
              <a:avLst/>
              <a:gdLst>
                <a:gd name="T0" fmla="*/ 15 w 15"/>
                <a:gd name="T1" fmla="*/ 5 h 7"/>
                <a:gd name="T2" fmla="*/ 6 w 15"/>
                <a:gd name="T3" fmla="*/ 2 h 7"/>
                <a:gd name="T4" fmla="*/ 0 w 15"/>
                <a:gd name="T5" fmla="*/ 0 h 7"/>
                <a:gd name="T6" fmla="*/ 1 w 15"/>
                <a:gd name="T7" fmla="*/ 3 h 7"/>
                <a:gd name="T8" fmla="*/ 5 w 15"/>
                <a:gd name="T9" fmla="*/ 4 h 7"/>
                <a:gd name="T10" fmla="*/ 13 w 15"/>
                <a:gd name="T11" fmla="*/ 6 h 7"/>
                <a:gd name="T12" fmla="*/ 14 w 15"/>
                <a:gd name="T13" fmla="*/ 7 h 7"/>
                <a:gd name="T14" fmla="*/ 15 w 15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7">
                  <a:moveTo>
                    <a:pt x="15" y="5"/>
                  </a:moveTo>
                  <a:cubicBezTo>
                    <a:pt x="11" y="4"/>
                    <a:pt x="8" y="3"/>
                    <a:pt x="6" y="2"/>
                  </a:cubicBezTo>
                  <a:cubicBezTo>
                    <a:pt x="4" y="2"/>
                    <a:pt x="2" y="1"/>
                    <a:pt x="0" y="0"/>
                  </a:cubicBezTo>
                  <a:cubicBezTo>
                    <a:pt x="1" y="1"/>
                    <a:pt x="1" y="2"/>
                    <a:pt x="1" y="3"/>
                  </a:cubicBezTo>
                  <a:cubicBezTo>
                    <a:pt x="3" y="3"/>
                    <a:pt x="4" y="4"/>
                    <a:pt x="5" y="4"/>
                  </a:cubicBezTo>
                  <a:cubicBezTo>
                    <a:pt x="8" y="5"/>
                    <a:pt x="11" y="6"/>
                    <a:pt x="13" y="6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6"/>
                    <a:pt x="15" y="5"/>
                  </a:cubicBezTo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89" name="Freeform 245">
              <a:extLst>
                <a:ext uri="{FF2B5EF4-FFF2-40B4-BE49-F238E27FC236}">
                  <a16:creationId xmlns:a16="http://schemas.microsoft.com/office/drawing/2014/main" id="{3AB5F9EC-04FD-443A-AD37-B1F1DA15C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6988" y="2455863"/>
              <a:ext cx="17463" cy="4763"/>
            </a:xfrm>
            <a:custGeom>
              <a:avLst/>
              <a:gdLst>
                <a:gd name="T0" fmla="*/ 3 w 7"/>
                <a:gd name="T1" fmla="*/ 2 h 2"/>
                <a:gd name="T2" fmla="*/ 7 w 7"/>
                <a:gd name="T3" fmla="*/ 2 h 2"/>
                <a:gd name="T4" fmla="*/ 6 w 7"/>
                <a:gd name="T5" fmla="*/ 0 h 2"/>
                <a:gd name="T6" fmla="*/ 1 w 7"/>
                <a:gd name="T7" fmla="*/ 0 h 2"/>
                <a:gd name="T8" fmla="*/ 0 w 7"/>
                <a:gd name="T9" fmla="*/ 2 h 2"/>
                <a:gd name="T10" fmla="*/ 3 w 7"/>
                <a:gd name="T1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2">
                  <a:moveTo>
                    <a:pt x="3" y="2"/>
                  </a:moveTo>
                  <a:cubicBezTo>
                    <a:pt x="5" y="2"/>
                    <a:pt x="6" y="2"/>
                    <a:pt x="7" y="2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5" y="0"/>
                    <a:pt x="3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1" y="2"/>
                    <a:pt x="2" y="2"/>
                    <a:pt x="3" y="2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0" name="Freeform 246">
              <a:extLst>
                <a:ext uri="{FF2B5EF4-FFF2-40B4-BE49-F238E27FC236}">
                  <a16:creationId xmlns:a16="http://schemas.microsoft.com/office/drawing/2014/main" id="{AA321B04-6613-483D-B9D8-FE46469F8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763" y="2595563"/>
              <a:ext cx="71438" cy="26988"/>
            </a:xfrm>
            <a:custGeom>
              <a:avLst/>
              <a:gdLst>
                <a:gd name="T0" fmla="*/ 18 w 27"/>
                <a:gd name="T1" fmla="*/ 8 h 10"/>
                <a:gd name="T2" fmla="*/ 20 w 27"/>
                <a:gd name="T3" fmla="*/ 8 h 10"/>
                <a:gd name="T4" fmla="*/ 27 w 27"/>
                <a:gd name="T5" fmla="*/ 10 h 10"/>
                <a:gd name="T6" fmla="*/ 27 w 27"/>
                <a:gd name="T7" fmla="*/ 8 h 10"/>
                <a:gd name="T8" fmla="*/ 21 w 27"/>
                <a:gd name="T9" fmla="*/ 6 h 10"/>
                <a:gd name="T10" fmla="*/ 18 w 27"/>
                <a:gd name="T11" fmla="*/ 6 h 10"/>
                <a:gd name="T12" fmla="*/ 16 w 27"/>
                <a:gd name="T13" fmla="*/ 5 h 10"/>
                <a:gd name="T14" fmla="*/ 0 w 27"/>
                <a:gd name="T15" fmla="*/ 0 h 10"/>
                <a:gd name="T16" fmla="*/ 0 w 27"/>
                <a:gd name="T17" fmla="*/ 2 h 10"/>
                <a:gd name="T18" fmla="*/ 15 w 27"/>
                <a:gd name="T19" fmla="*/ 7 h 10"/>
                <a:gd name="T20" fmla="*/ 18 w 27"/>
                <a:gd name="T2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10">
                  <a:moveTo>
                    <a:pt x="18" y="8"/>
                  </a:moveTo>
                  <a:cubicBezTo>
                    <a:pt x="19" y="8"/>
                    <a:pt x="20" y="8"/>
                    <a:pt x="20" y="8"/>
                  </a:cubicBezTo>
                  <a:cubicBezTo>
                    <a:pt x="23" y="9"/>
                    <a:pt x="25" y="9"/>
                    <a:pt x="27" y="10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5" y="7"/>
                    <a:pt x="23" y="7"/>
                    <a:pt x="21" y="6"/>
                  </a:cubicBezTo>
                  <a:cubicBezTo>
                    <a:pt x="20" y="6"/>
                    <a:pt x="19" y="6"/>
                    <a:pt x="18" y="6"/>
                  </a:cubicBezTo>
                  <a:cubicBezTo>
                    <a:pt x="18" y="6"/>
                    <a:pt x="17" y="5"/>
                    <a:pt x="16" y="5"/>
                  </a:cubicBezTo>
                  <a:cubicBezTo>
                    <a:pt x="10" y="4"/>
                    <a:pt x="5" y="3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5" y="5"/>
                    <a:pt x="10" y="6"/>
                    <a:pt x="15" y="7"/>
                  </a:cubicBezTo>
                  <a:cubicBezTo>
                    <a:pt x="16" y="7"/>
                    <a:pt x="17" y="8"/>
                    <a:pt x="18" y="8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1" name="Freeform 247">
              <a:extLst>
                <a:ext uri="{FF2B5EF4-FFF2-40B4-BE49-F238E27FC236}">
                  <a16:creationId xmlns:a16="http://schemas.microsoft.com/office/drawing/2014/main" id="{3D286EBF-CC5B-45EC-A79A-2C743EC6A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1113" y="2659063"/>
              <a:ext cx="65088" cy="22225"/>
            </a:xfrm>
            <a:custGeom>
              <a:avLst/>
              <a:gdLst>
                <a:gd name="T0" fmla="*/ 2 w 25"/>
                <a:gd name="T1" fmla="*/ 2 h 9"/>
                <a:gd name="T2" fmla="*/ 9 w 25"/>
                <a:gd name="T3" fmla="*/ 5 h 9"/>
                <a:gd name="T4" fmla="*/ 9 w 25"/>
                <a:gd name="T5" fmla="*/ 5 h 9"/>
                <a:gd name="T6" fmla="*/ 20 w 25"/>
                <a:gd name="T7" fmla="*/ 8 h 9"/>
                <a:gd name="T8" fmla="*/ 23 w 25"/>
                <a:gd name="T9" fmla="*/ 8 h 9"/>
                <a:gd name="T10" fmla="*/ 25 w 25"/>
                <a:gd name="T11" fmla="*/ 9 h 9"/>
                <a:gd name="T12" fmla="*/ 25 w 25"/>
                <a:gd name="T13" fmla="*/ 7 h 9"/>
                <a:gd name="T14" fmla="*/ 23 w 25"/>
                <a:gd name="T15" fmla="*/ 6 h 9"/>
                <a:gd name="T16" fmla="*/ 20 w 25"/>
                <a:gd name="T17" fmla="*/ 6 h 9"/>
                <a:gd name="T18" fmla="*/ 10 w 25"/>
                <a:gd name="T19" fmla="*/ 3 h 9"/>
                <a:gd name="T20" fmla="*/ 9 w 25"/>
                <a:gd name="T21" fmla="*/ 3 h 9"/>
                <a:gd name="T22" fmla="*/ 2 w 25"/>
                <a:gd name="T23" fmla="*/ 0 h 9"/>
                <a:gd name="T24" fmla="*/ 1 w 25"/>
                <a:gd name="T25" fmla="*/ 0 h 9"/>
                <a:gd name="T26" fmla="*/ 0 w 25"/>
                <a:gd name="T27" fmla="*/ 0 h 9"/>
                <a:gd name="T28" fmla="*/ 0 w 25"/>
                <a:gd name="T29" fmla="*/ 2 h 9"/>
                <a:gd name="T30" fmla="*/ 1 w 25"/>
                <a:gd name="T31" fmla="*/ 2 h 9"/>
                <a:gd name="T32" fmla="*/ 2 w 25"/>
                <a:gd name="T3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9">
                  <a:moveTo>
                    <a:pt x="2" y="2"/>
                  </a:moveTo>
                  <a:cubicBezTo>
                    <a:pt x="4" y="3"/>
                    <a:pt x="6" y="4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2" y="6"/>
                    <a:pt x="16" y="7"/>
                    <a:pt x="20" y="8"/>
                  </a:cubicBezTo>
                  <a:cubicBezTo>
                    <a:pt x="21" y="8"/>
                    <a:pt x="22" y="8"/>
                    <a:pt x="23" y="8"/>
                  </a:cubicBezTo>
                  <a:cubicBezTo>
                    <a:pt x="24" y="8"/>
                    <a:pt x="24" y="9"/>
                    <a:pt x="25" y="9"/>
                  </a:cubicBezTo>
                  <a:cubicBezTo>
                    <a:pt x="25" y="8"/>
                    <a:pt x="25" y="7"/>
                    <a:pt x="25" y="7"/>
                  </a:cubicBezTo>
                  <a:cubicBezTo>
                    <a:pt x="24" y="7"/>
                    <a:pt x="24" y="7"/>
                    <a:pt x="23" y="6"/>
                  </a:cubicBezTo>
                  <a:cubicBezTo>
                    <a:pt x="22" y="6"/>
                    <a:pt x="21" y="6"/>
                    <a:pt x="20" y="6"/>
                  </a:cubicBezTo>
                  <a:cubicBezTo>
                    <a:pt x="17" y="5"/>
                    <a:pt x="13" y="4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2"/>
                    <a:pt x="5" y="1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2" name="Freeform 248">
              <a:extLst>
                <a:ext uri="{FF2B5EF4-FFF2-40B4-BE49-F238E27FC236}">
                  <a16:creationId xmlns:a16="http://schemas.microsoft.com/office/drawing/2014/main" id="{BE2323E2-0976-4C3A-AD53-855C300B4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763" y="2579688"/>
              <a:ext cx="71438" cy="23813"/>
            </a:xfrm>
            <a:custGeom>
              <a:avLst/>
              <a:gdLst>
                <a:gd name="T0" fmla="*/ 9 w 27"/>
                <a:gd name="T1" fmla="*/ 3 h 9"/>
                <a:gd name="T2" fmla="*/ 11 w 27"/>
                <a:gd name="T3" fmla="*/ 4 h 9"/>
                <a:gd name="T4" fmla="*/ 26 w 27"/>
                <a:gd name="T5" fmla="*/ 8 h 9"/>
                <a:gd name="T6" fmla="*/ 27 w 27"/>
                <a:gd name="T7" fmla="*/ 9 h 9"/>
                <a:gd name="T8" fmla="*/ 27 w 27"/>
                <a:gd name="T9" fmla="*/ 7 h 9"/>
                <a:gd name="T10" fmla="*/ 26 w 27"/>
                <a:gd name="T11" fmla="*/ 6 h 9"/>
                <a:gd name="T12" fmla="*/ 12 w 27"/>
                <a:gd name="T13" fmla="*/ 2 h 9"/>
                <a:gd name="T14" fmla="*/ 9 w 27"/>
                <a:gd name="T15" fmla="*/ 1 h 9"/>
                <a:gd name="T16" fmla="*/ 0 w 27"/>
                <a:gd name="T17" fmla="*/ 0 h 9"/>
                <a:gd name="T18" fmla="*/ 0 w 27"/>
                <a:gd name="T19" fmla="*/ 2 h 9"/>
                <a:gd name="T20" fmla="*/ 9 w 27"/>
                <a:gd name="T21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9">
                  <a:moveTo>
                    <a:pt x="9" y="3"/>
                  </a:moveTo>
                  <a:cubicBezTo>
                    <a:pt x="10" y="3"/>
                    <a:pt x="11" y="3"/>
                    <a:pt x="11" y="4"/>
                  </a:cubicBezTo>
                  <a:cubicBezTo>
                    <a:pt x="16" y="4"/>
                    <a:pt x="21" y="6"/>
                    <a:pt x="26" y="8"/>
                  </a:cubicBezTo>
                  <a:cubicBezTo>
                    <a:pt x="26" y="8"/>
                    <a:pt x="27" y="9"/>
                    <a:pt x="27" y="9"/>
                  </a:cubicBezTo>
                  <a:cubicBezTo>
                    <a:pt x="27" y="8"/>
                    <a:pt x="27" y="8"/>
                    <a:pt x="27" y="7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2" y="4"/>
                    <a:pt x="17" y="3"/>
                    <a:pt x="12" y="2"/>
                  </a:cubicBezTo>
                  <a:cubicBezTo>
                    <a:pt x="11" y="2"/>
                    <a:pt x="10" y="1"/>
                    <a:pt x="9" y="1"/>
                  </a:cubicBezTo>
                  <a:cubicBezTo>
                    <a:pt x="6" y="1"/>
                    <a:pt x="3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3" y="2"/>
                    <a:pt x="6" y="3"/>
                    <a:pt x="9" y="3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3" name="Freeform 249">
              <a:extLst>
                <a:ext uri="{FF2B5EF4-FFF2-40B4-BE49-F238E27FC236}">
                  <a16:creationId xmlns:a16="http://schemas.microsoft.com/office/drawing/2014/main" id="{9CE2E2B2-D477-40F0-9C8B-544511FB0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0638" y="2705100"/>
              <a:ext cx="49213" cy="20638"/>
            </a:xfrm>
            <a:custGeom>
              <a:avLst/>
              <a:gdLst>
                <a:gd name="T0" fmla="*/ 19 w 19"/>
                <a:gd name="T1" fmla="*/ 6 h 8"/>
                <a:gd name="T2" fmla="*/ 0 w 19"/>
                <a:gd name="T3" fmla="*/ 0 h 8"/>
                <a:gd name="T4" fmla="*/ 1 w 19"/>
                <a:gd name="T5" fmla="*/ 3 h 8"/>
                <a:gd name="T6" fmla="*/ 19 w 19"/>
                <a:gd name="T7" fmla="*/ 8 h 8"/>
                <a:gd name="T8" fmla="*/ 19 w 19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">
                  <a:moveTo>
                    <a:pt x="19" y="6"/>
                  </a:moveTo>
                  <a:cubicBezTo>
                    <a:pt x="13" y="5"/>
                    <a:pt x="6" y="3"/>
                    <a:pt x="0" y="0"/>
                  </a:cubicBezTo>
                  <a:cubicBezTo>
                    <a:pt x="1" y="1"/>
                    <a:pt x="1" y="2"/>
                    <a:pt x="1" y="3"/>
                  </a:cubicBezTo>
                  <a:cubicBezTo>
                    <a:pt x="7" y="5"/>
                    <a:pt x="13" y="7"/>
                    <a:pt x="19" y="8"/>
                  </a:cubicBezTo>
                  <a:cubicBezTo>
                    <a:pt x="19" y="7"/>
                    <a:pt x="19" y="7"/>
                    <a:pt x="19" y="6"/>
                  </a:cubicBezTo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4" name="Freeform 250">
              <a:extLst>
                <a:ext uri="{FF2B5EF4-FFF2-40B4-BE49-F238E27FC236}">
                  <a16:creationId xmlns:a16="http://schemas.microsoft.com/office/drawing/2014/main" id="{3463B181-ABB3-4F90-9AB7-2D8A568DE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2700" y="2676525"/>
              <a:ext cx="60325" cy="25400"/>
            </a:xfrm>
            <a:custGeom>
              <a:avLst/>
              <a:gdLst>
                <a:gd name="T0" fmla="*/ 0 w 23"/>
                <a:gd name="T1" fmla="*/ 0 h 10"/>
                <a:gd name="T2" fmla="*/ 1 w 23"/>
                <a:gd name="T3" fmla="*/ 3 h 10"/>
                <a:gd name="T4" fmla="*/ 22 w 23"/>
                <a:gd name="T5" fmla="*/ 10 h 10"/>
                <a:gd name="T6" fmla="*/ 23 w 23"/>
                <a:gd name="T7" fmla="*/ 10 h 10"/>
                <a:gd name="T8" fmla="*/ 23 w 23"/>
                <a:gd name="T9" fmla="*/ 8 h 10"/>
                <a:gd name="T10" fmla="*/ 22 w 23"/>
                <a:gd name="T11" fmla="*/ 8 h 10"/>
                <a:gd name="T12" fmla="*/ 0 w 23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1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7" y="7"/>
                    <a:pt x="15" y="9"/>
                    <a:pt x="22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3" y="9"/>
                    <a:pt x="2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4" y="7"/>
                    <a:pt x="6" y="5"/>
                    <a:pt x="0" y="0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5" name="Freeform 251">
              <a:extLst>
                <a:ext uri="{FF2B5EF4-FFF2-40B4-BE49-F238E27FC236}">
                  <a16:creationId xmlns:a16="http://schemas.microsoft.com/office/drawing/2014/main" id="{182A3B26-9E0B-4188-A1E5-88EA7D21A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0638" y="2468563"/>
              <a:ext cx="31750" cy="7938"/>
            </a:xfrm>
            <a:custGeom>
              <a:avLst/>
              <a:gdLst>
                <a:gd name="T0" fmla="*/ 0 w 12"/>
                <a:gd name="T1" fmla="*/ 2 h 3"/>
                <a:gd name="T2" fmla="*/ 12 w 12"/>
                <a:gd name="T3" fmla="*/ 3 h 3"/>
                <a:gd name="T4" fmla="*/ 11 w 12"/>
                <a:gd name="T5" fmla="*/ 1 h 3"/>
                <a:gd name="T6" fmla="*/ 1 w 12"/>
                <a:gd name="T7" fmla="*/ 0 h 3"/>
                <a:gd name="T8" fmla="*/ 0 w 12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">
                  <a:moveTo>
                    <a:pt x="0" y="2"/>
                  </a:moveTo>
                  <a:cubicBezTo>
                    <a:pt x="5" y="2"/>
                    <a:pt x="8" y="2"/>
                    <a:pt x="12" y="3"/>
                  </a:cubicBezTo>
                  <a:cubicBezTo>
                    <a:pt x="11" y="2"/>
                    <a:pt x="11" y="2"/>
                    <a:pt x="11" y="1"/>
                  </a:cubicBezTo>
                  <a:cubicBezTo>
                    <a:pt x="8" y="1"/>
                    <a:pt x="4" y="0"/>
                    <a:pt x="1" y="0"/>
                  </a:cubicBezTo>
                  <a:cubicBezTo>
                    <a:pt x="1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6" name="Freeform 252">
              <a:extLst>
                <a:ext uri="{FF2B5EF4-FFF2-40B4-BE49-F238E27FC236}">
                  <a16:creationId xmlns:a16="http://schemas.microsoft.com/office/drawing/2014/main" id="{D82EBB0A-E8E4-4201-8896-28D89CED7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763" y="2619375"/>
              <a:ext cx="71438" cy="23813"/>
            </a:xfrm>
            <a:custGeom>
              <a:avLst/>
              <a:gdLst>
                <a:gd name="T0" fmla="*/ 2 w 27"/>
                <a:gd name="T1" fmla="*/ 2 h 9"/>
                <a:gd name="T2" fmla="*/ 2 w 27"/>
                <a:gd name="T3" fmla="*/ 2 h 9"/>
                <a:gd name="T4" fmla="*/ 20 w 27"/>
                <a:gd name="T5" fmla="*/ 7 h 9"/>
                <a:gd name="T6" fmla="*/ 25 w 27"/>
                <a:gd name="T7" fmla="*/ 9 h 9"/>
                <a:gd name="T8" fmla="*/ 27 w 27"/>
                <a:gd name="T9" fmla="*/ 9 h 9"/>
                <a:gd name="T10" fmla="*/ 27 w 27"/>
                <a:gd name="T11" fmla="*/ 7 h 9"/>
                <a:gd name="T12" fmla="*/ 25 w 27"/>
                <a:gd name="T13" fmla="*/ 7 h 9"/>
                <a:gd name="T14" fmla="*/ 20 w 27"/>
                <a:gd name="T15" fmla="*/ 5 h 9"/>
                <a:gd name="T16" fmla="*/ 2 w 27"/>
                <a:gd name="T17" fmla="*/ 0 h 9"/>
                <a:gd name="T18" fmla="*/ 2 w 27"/>
                <a:gd name="T19" fmla="*/ 0 h 9"/>
                <a:gd name="T20" fmla="*/ 0 w 27"/>
                <a:gd name="T21" fmla="*/ 0 h 9"/>
                <a:gd name="T22" fmla="*/ 0 w 27"/>
                <a:gd name="T23" fmla="*/ 0 h 9"/>
                <a:gd name="T24" fmla="*/ 0 w 27"/>
                <a:gd name="T25" fmla="*/ 2 h 9"/>
                <a:gd name="T26" fmla="*/ 2 w 27"/>
                <a:gd name="T2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9"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8" y="3"/>
                    <a:pt x="13" y="5"/>
                    <a:pt x="20" y="7"/>
                  </a:cubicBezTo>
                  <a:cubicBezTo>
                    <a:pt x="21" y="8"/>
                    <a:pt x="23" y="8"/>
                    <a:pt x="25" y="9"/>
                  </a:cubicBezTo>
                  <a:cubicBezTo>
                    <a:pt x="26" y="9"/>
                    <a:pt x="27" y="9"/>
                    <a:pt x="27" y="9"/>
                  </a:cubicBezTo>
                  <a:cubicBezTo>
                    <a:pt x="27" y="9"/>
                    <a:pt x="27" y="8"/>
                    <a:pt x="27" y="7"/>
                  </a:cubicBezTo>
                  <a:cubicBezTo>
                    <a:pt x="27" y="7"/>
                    <a:pt x="26" y="7"/>
                    <a:pt x="25" y="7"/>
                  </a:cubicBezTo>
                  <a:cubicBezTo>
                    <a:pt x="24" y="6"/>
                    <a:pt x="22" y="6"/>
                    <a:pt x="20" y="5"/>
                  </a:cubicBezTo>
                  <a:cubicBezTo>
                    <a:pt x="14" y="3"/>
                    <a:pt x="8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7" name="Freeform 253">
              <a:extLst>
                <a:ext uri="{FF2B5EF4-FFF2-40B4-BE49-F238E27FC236}">
                  <a16:creationId xmlns:a16="http://schemas.microsoft.com/office/drawing/2014/main" id="{593DF0D7-3F90-4930-9DE2-B63F5D8C8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7938" y="2636838"/>
              <a:ext cx="68263" cy="28575"/>
            </a:xfrm>
            <a:custGeom>
              <a:avLst/>
              <a:gdLst>
                <a:gd name="T0" fmla="*/ 3 w 26"/>
                <a:gd name="T1" fmla="*/ 3 h 11"/>
                <a:gd name="T2" fmla="*/ 11 w 26"/>
                <a:gd name="T3" fmla="*/ 6 h 11"/>
                <a:gd name="T4" fmla="*/ 25 w 26"/>
                <a:gd name="T5" fmla="*/ 10 h 11"/>
                <a:gd name="T6" fmla="*/ 26 w 26"/>
                <a:gd name="T7" fmla="*/ 11 h 11"/>
                <a:gd name="T8" fmla="*/ 26 w 26"/>
                <a:gd name="T9" fmla="*/ 9 h 11"/>
                <a:gd name="T10" fmla="*/ 26 w 26"/>
                <a:gd name="T11" fmla="*/ 8 h 11"/>
                <a:gd name="T12" fmla="*/ 11 w 26"/>
                <a:gd name="T13" fmla="*/ 4 h 11"/>
                <a:gd name="T14" fmla="*/ 3 w 26"/>
                <a:gd name="T15" fmla="*/ 1 h 11"/>
                <a:gd name="T16" fmla="*/ 2 w 26"/>
                <a:gd name="T17" fmla="*/ 1 h 11"/>
                <a:gd name="T18" fmla="*/ 0 w 26"/>
                <a:gd name="T19" fmla="*/ 0 h 11"/>
                <a:gd name="T20" fmla="*/ 0 w 26"/>
                <a:gd name="T21" fmla="*/ 2 h 11"/>
                <a:gd name="T22" fmla="*/ 2 w 26"/>
                <a:gd name="T23" fmla="*/ 3 h 11"/>
                <a:gd name="T24" fmla="*/ 3 w 26"/>
                <a:gd name="T25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11">
                  <a:moveTo>
                    <a:pt x="3" y="3"/>
                  </a:moveTo>
                  <a:cubicBezTo>
                    <a:pt x="5" y="4"/>
                    <a:pt x="8" y="5"/>
                    <a:pt x="11" y="6"/>
                  </a:cubicBezTo>
                  <a:cubicBezTo>
                    <a:pt x="16" y="7"/>
                    <a:pt x="20" y="8"/>
                    <a:pt x="25" y="10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0"/>
                    <a:pt x="26" y="9"/>
                    <a:pt x="26" y="9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1" y="7"/>
                    <a:pt x="16" y="5"/>
                    <a:pt x="11" y="4"/>
                  </a:cubicBezTo>
                  <a:cubicBezTo>
                    <a:pt x="9" y="3"/>
                    <a:pt x="6" y="2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8" name="Freeform 254">
              <a:extLst>
                <a:ext uri="{FF2B5EF4-FFF2-40B4-BE49-F238E27FC236}">
                  <a16:creationId xmlns:a16="http://schemas.microsoft.com/office/drawing/2014/main" id="{9F4FD2C5-41F5-424B-9D2D-B2FC2D8A7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2238" y="2417763"/>
              <a:ext cx="176213" cy="276225"/>
            </a:xfrm>
            <a:custGeom>
              <a:avLst/>
              <a:gdLst>
                <a:gd name="T0" fmla="*/ 49 w 68"/>
                <a:gd name="T1" fmla="*/ 0 h 107"/>
                <a:gd name="T2" fmla="*/ 16 w 68"/>
                <a:gd name="T3" fmla="*/ 101 h 107"/>
                <a:gd name="T4" fmla="*/ 31 w 68"/>
                <a:gd name="T5" fmla="*/ 107 h 107"/>
                <a:gd name="T6" fmla="*/ 49 w 68"/>
                <a:gd name="T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7">
                  <a:moveTo>
                    <a:pt x="49" y="0"/>
                  </a:moveTo>
                  <a:cubicBezTo>
                    <a:pt x="49" y="0"/>
                    <a:pt x="0" y="32"/>
                    <a:pt x="16" y="101"/>
                  </a:cubicBezTo>
                  <a:cubicBezTo>
                    <a:pt x="31" y="107"/>
                    <a:pt x="31" y="107"/>
                    <a:pt x="31" y="107"/>
                  </a:cubicBezTo>
                  <a:cubicBezTo>
                    <a:pt x="31" y="107"/>
                    <a:pt x="68" y="62"/>
                    <a:pt x="49" y="0"/>
                  </a:cubicBezTo>
                  <a:close/>
                </a:path>
              </a:pathLst>
            </a:custGeom>
            <a:solidFill>
              <a:srgbClr val="4F8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99" name="Freeform 255">
              <a:extLst>
                <a:ext uri="{FF2B5EF4-FFF2-40B4-BE49-F238E27FC236}">
                  <a16:creationId xmlns:a16="http://schemas.microsoft.com/office/drawing/2014/main" id="{CA3B90CD-14FE-4357-8FE4-335D81627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6850" y="2468563"/>
              <a:ext cx="68263" cy="41275"/>
            </a:xfrm>
            <a:custGeom>
              <a:avLst/>
              <a:gdLst>
                <a:gd name="T0" fmla="*/ 6 w 26"/>
                <a:gd name="T1" fmla="*/ 3 h 16"/>
                <a:gd name="T2" fmla="*/ 1 w 26"/>
                <a:gd name="T3" fmla="*/ 0 h 16"/>
                <a:gd name="T4" fmla="*/ 0 w 26"/>
                <a:gd name="T5" fmla="*/ 1 h 16"/>
                <a:gd name="T6" fmla="*/ 5 w 26"/>
                <a:gd name="T7" fmla="*/ 4 h 16"/>
                <a:gd name="T8" fmla="*/ 10 w 26"/>
                <a:gd name="T9" fmla="*/ 7 h 16"/>
                <a:gd name="T10" fmla="*/ 26 w 26"/>
                <a:gd name="T11" fmla="*/ 16 h 16"/>
                <a:gd name="T12" fmla="*/ 26 w 26"/>
                <a:gd name="T13" fmla="*/ 14 h 16"/>
                <a:gd name="T14" fmla="*/ 11 w 26"/>
                <a:gd name="T15" fmla="*/ 6 h 16"/>
                <a:gd name="T16" fmla="*/ 6 w 26"/>
                <a:gd name="T17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6" y="3"/>
                  </a:moveTo>
                  <a:cubicBezTo>
                    <a:pt x="4" y="2"/>
                    <a:pt x="3" y="1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2" y="2"/>
                    <a:pt x="3" y="3"/>
                    <a:pt x="5" y="4"/>
                  </a:cubicBezTo>
                  <a:cubicBezTo>
                    <a:pt x="6" y="5"/>
                    <a:pt x="8" y="6"/>
                    <a:pt x="10" y="7"/>
                  </a:cubicBezTo>
                  <a:cubicBezTo>
                    <a:pt x="14" y="10"/>
                    <a:pt x="20" y="13"/>
                    <a:pt x="26" y="16"/>
                  </a:cubicBezTo>
                  <a:cubicBezTo>
                    <a:pt x="26" y="16"/>
                    <a:pt x="26" y="15"/>
                    <a:pt x="26" y="14"/>
                  </a:cubicBezTo>
                  <a:cubicBezTo>
                    <a:pt x="20" y="11"/>
                    <a:pt x="15" y="8"/>
                    <a:pt x="11" y="6"/>
                  </a:cubicBezTo>
                  <a:cubicBezTo>
                    <a:pt x="9" y="5"/>
                    <a:pt x="8" y="4"/>
                    <a:pt x="6" y="3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0" name="Freeform 256">
              <a:extLst>
                <a:ext uri="{FF2B5EF4-FFF2-40B4-BE49-F238E27FC236}">
                  <a16:creationId xmlns:a16="http://schemas.microsoft.com/office/drawing/2014/main" id="{76D8B64C-BDB7-4868-AC3A-44BEEDEFD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6213" y="2505075"/>
              <a:ext cx="85725" cy="52388"/>
            </a:xfrm>
            <a:custGeom>
              <a:avLst/>
              <a:gdLst>
                <a:gd name="T0" fmla="*/ 10 w 33"/>
                <a:gd name="T1" fmla="*/ 6 h 20"/>
                <a:gd name="T2" fmla="*/ 18 w 33"/>
                <a:gd name="T3" fmla="*/ 9 h 20"/>
                <a:gd name="T4" fmla="*/ 29 w 33"/>
                <a:gd name="T5" fmla="*/ 17 h 20"/>
                <a:gd name="T6" fmla="*/ 30 w 33"/>
                <a:gd name="T7" fmla="*/ 18 h 20"/>
                <a:gd name="T8" fmla="*/ 32 w 33"/>
                <a:gd name="T9" fmla="*/ 20 h 20"/>
                <a:gd name="T10" fmla="*/ 33 w 33"/>
                <a:gd name="T11" fmla="*/ 18 h 20"/>
                <a:gd name="T12" fmla="*/ 32 w 33"/>
                <a:gd name="T13" fmla="*/ 17 h 20"/>
                <a:gd name="T14" fmla="*/ 31 w 33"/>
                <a:gd name="T15" fmla="*/ 16 h 20"/>
                <a:gd name="T16" fmla="*/ 19 w 33"/>
                <a:gd name="T17" fmla="*/ 7 h 20"/>
                <a:gd name="T18" fmla="*/ 11 w 33"/>
                <a:gd name="T19" fmla="*/ 4 h 20"/>
                <a:gd name="T20" fmla="*/ 1 w 33"/>
                <a:gd name="T21" fmla="*/ 0 h 20"/>
                <a:gd name="T22" fmla="*/ 0 w 33"/>
                <a:gd name="T23" fmla="*/ 2 h 20"/>
                <a:gd name="T24" fmla="*/ 10 w 33"/>
                <a:gd name="T25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20">
                  <a:moveTo>
                    <a:pt x="10" y="6"/>
                  </a:moveTo>
                  <a:cubicBezTo>
                    <a:pt x="13" y="7"/>
                    <a:pt x="16" y="8"/>
                    <a:pt x="18" y="9"/>
                  </a:cubicBezTo>
                  <a:cubicBezTo>
                    <a:pt x="24" y="12"/>
                    <a:pt x="26" y="13"/>
                    <a:pt x="29" y="17"/>
                  </a:cubicBezTo>
                  <a:cubicBezTo>
                    <a:pt x="30" y="17"/>
                    <a:pt x="30" y="18"/>
                    <a:pt x="30" y="18"/>
                  </a:cubicBezTo>
                  <a:cubicBezTo>
                    <a:pt x="31" y="19"/>
                    <a:pt x="32" y="19"/>
                    <a:pt x="32" y="20"/>
                  </a:cubicBezTo>
                  <a:cubicBezTo>
                    <a:pt x="32" y="19"/>
                    <a:pt x="32" y="19"/>
                    <a:pt x="33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7"/>
                    <a:pt x="31" y="17"/>
                    <a:pt x="31" y="16"/>
                  </a:cubicBezTo>
                  <a:cubicBezTo>
                    <a:pt x="27" y="12"/>
                    <a:pt x="24" y="10"/>
                    <a:pt x="19" y="7"/>
                  </a:cubicBezTo>
                  <a:cubicBezTo>
                    <a:pt x="17" y="6"/>
                    <a:pt x="14" y="5"/>
                    <a:pt x="11" y="4"/>
                  </a:cubicBezTo>
                  <a:cubicBezTo>
                    <a:pt x="7" y="3"/>
                    <a:pt x="4" y="1"/>
                    <a:pt x="1" y="0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3" y="3"/>
                    <a:pt x="7" y="4"/>
                    <a:pt x="10" y="6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1" name="Freeform 257">
              <a:extLst>
                <a:ext uri="{FF2B5EF4-FFF2-40B4-BE49-F238E27FC236}">
                  <a16:creationId xmlns:a16="http://schemas.microsoft.com/office/drawing/2014/main" id="{75E33455-F5C7-4169-AF12-E2D5C9FE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7963" y="2452688"/>
              <a:ext cx="53975" cy="26988"/>
            </a:xfrm>
            <a:custGeom>
              <a:avLst/>
              <a:gdLst>
                <a:gd name="T0" fmla="*/ 0 w 21"/>
                <a:gd name="T1" fmla="*/ 2 h 10"/>
                <a:gd name="T2" fmla="*/ 20 w 21"/>
                <a:gd name="T3" fmla="*/ 9 h 10"/>
                <a:gd name="T4" fmla="*/ 21 w 21"/>
                <a:gd name="T5" fmla="*/ 10 h 10"/>
                <a:gd name="T6" fmla="*/ 21 w 21"/>
                <a:gd name="T7" fmla="*/ 8 h 10"/>
                <a:gd name="T8" fmla="*/ 20 w 21"/>
                <a:gd name="T9" fmla="*/ 8 h 10"/>
                <a:gd name="T10" fmla="*/ 1 w 21"/>
                <a:gd name="T11" fmla="*/ 0 h 10"/>
                <a:gd name="T12" fmla="*/ 0 w 21"/>
                <a:gd name="T13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0">
                  <a:moveTo>
                    <a:pt x="0" y="2"/>
                  </a:moveTo>
                  <a:cubicBezTo>
                    <a:pt x="7" y="4"/>
                    <a:pt x="13" y="7"/>
                    <a:pt x="20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1" y="9"/>
                    <a:pt x="21" y="9"/>
                    <a:pt x="2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4" y="5"/>
                    <a:pt x="8" y="3"/>
                    <a:pt x="1" y="0"/>
                  </a:cubicBezTo>
                  <a:cubicBezTo>
                    <a:pt x="1" y="1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2" name="Freeform 258">
              <a:extLst>
                <a:ext uri="{FF2B5EF4-FFF2-40B4-BE49-F238E27FC236}">
                  <a16:creationId xmlns:a16="http://schemas.microsoft.com/office/drawing/2014/main" id="{8D2DDDA7-D1D4-4AAB-A6E5-940B7F859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0" y="2481263"/>
              <a:ext cx="71438" cy="55563"/>
            </a:xfrm>
            <a:custGeom>
              <a:avLst/>
              <a:gdLst>
                <a:gd name="T0" fmla="*/ 28 w 28"/>
                <a:gd name="T1" fmla="*/ 19 h 21"/>
                <a:gd name="T2" fmla="*/ 1 w 28"/>
                <a:gd name="T3" fmla="*/ 0 h 21"/>
                <a:gd name="T4" fmla="*/ 0 w 28"/>
                <a:gd name="T5" fmla="*/ 1 h 21"/>
                <a:gd name="T6" fmla="*/ 28 w 28"/>
                <a:gd name="T7" fmla="*/ 21 h 21"/>
                <a:gd name="T8" fmla="*/ 28 w 28"/>
                <a:gd name="T9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1">
                  <a:moveTo>
                    <a:pt x="28" y="19"/>
                  </a:moveTo>
                  <a:cubicBezTo>
                    <a:pt x="19" y="13"/>
                    <a:pt x="10" y="7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9" y="8"/>
                    <a:pt x="19" y="15"/>
                    <a:pt x="28" y="21"/>
                  </a:cubicBezTo>
                  <a:cubicBezTo>
                    <a:pt x="28" y="20"/>
                    <a:pt x="28" y="20"/>
                    <a:pt x="28" y="19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3" name="Freeform 259">
              <a:extLst>
                <a:ext uri="{FF2B5EF4-FFF2-40B4-BE49-F238E27FC236}">
                  <a16:creationId xmlns:a16="http://schemas.microsoft.com/office/drawing/2014/main" id="{1CBE43E7-A0F9-4226-93EF-BAE581E96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1925" y="2663825"/>
              <a:ext cx="42863" cy="30163"/>
            </a:xfrm>
            <a:custGeom>
              <a:avLst/>
              <a:gdLst>
                <a:gd name="T0" fmla="*/ 17 w 17"/>
                <a:gd name="T1" fmla="*/ 11 h 12"/>
                <a:gd name="T2" fmla="*/ 6 w 17"/>
                <a:gd name="T3" fmla="*/ 4 h 12"/>
                <a:gd name="T4" fmla="*/ 0 w 17"/>
                <a:gd name="T5" fmla="*/ 0 h 12"/>
                <a:gd name="T6" fmla="*/ 0 w 17"/>
                <a:gd name="T7" fmla="*/ 2 h 12"/>
                <a:gd name="T8" fmla="*/ 5 w 17"/>
                <a:gd name="T9" fmla="*/ 5 h 12"/>
                <a:gd name="T10" fmla="*/ 15 w 17"/>
                <a:gd name="T11" fmla="*/ 12 h 12"/>
                <a:gd name="T12" fmla="*/ 16 w 17"/>
                <a:gd name="T13" fmla="*/ 12 h 12"/>
                <a:gd name="T14" fmla="*/ 17 w 1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2">
                  <a:moveTo>
                    <a:pt x="17" y="11"/>
                  </a:moveTo>
                  <a:cubicBezTo>
                    <a:pt x="13" y="9"/>
                    <a:pt x="10" y="6"/>
                    <a:pt x="6" y="4"/>
                  </a:cubicBezTo>
                  <a:cubicBezTo>
                    <a:pt x="4" y="3"/>
                    <a:pt x="2" y="1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2" y="3"/>
                    <a:pt x="3" y="4"/>
                    <a:pt x="5" y="5"/>
                  </a:cubicBezTo>
                  <a:cubicBezTo>
                    <a:pt x="8" y="7"/>
                    <a:pt x="12" y="10"/>
                    <a:pt x="15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7" y="11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4" name="Freeform 260">
              <a:extLst>
                <a:ext uri="{FF2B5EF4-FFF2-40B4-BE49-F238E27FC236}">
                  <a16:creationId xmlns:a16="http://schemas.microsoft.com/office/drawing/2014/main" id="{260FDA6B-8924-422D-AA46-45BDBF023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3363" y="2427288"/>
              <a:ext cx="23813" cy="15875"/>
            </a:xfrm>
            <a:custGeom>
              <a:avLst/>
              <a:gdLst>
                <a:gd name="T0" fmla="*/ 4 w 9"/>
                <a:gd name="T1" fmla="*/ 3 h 6"/>
                <a:gd name="T2" fmla="*/ 9 w 9"/>
                <a:gd name="T3" fmla="*/ 6 h 6"/>
                <a:gd name="T4" fmla="*/ 8 w 9"/>
                <a:gd name="T5" fmla="*/ 4 h 6"/>
                <a:gd name="T6" fmla="*/ 1 w 9"/>
                <a:gd name="T7" fmla="*/ 0 h 6"/>
                <a:gd name="T8" fmla="*/ 0 w 9"/>
                <a:gd name="T9" fmla="*/ 2 h 6"/>
                <a:gd name="T10" fmla="*/ 4 w 9"/>
                <a:gd name="T1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6">
                  <a:moveTo>
                    <a:pt x="4" y="3"/>
                  </a:moveTo>
                  <a:cubicBezTo>
                    <a:pt x="5" y="4"/>
                    <a:pt x="7" y="5"/>
                    <a:pt x="9" y="6"/>
                  </a:cubicBezTo>
                  <a:cubicBezTo>
                    <a:pt x="9" y="5"/>
                    <a:pt x="9" y="4"/>
                    <a:pt x="8" y="4"/>
                  </a:cubicBezTo>
                  <a:cubicBezTo>
                    <a:pt x="6" y="3"/>
                    <a:pt x="3" y="2"/>
                    <a:pt x="1" y="0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1" y="2"/>
                    <a:pt x="2" y="3"/>
                    <a:pt x="4" y="3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5" name="Freeform 261">
              <a:extLst>
                <a:ext uri="{FF2B5EF4-FFF2-40B4-BE49-F238E27FC236}">
                  <a16:creationId xmlns:a16="http://schemas.microsoft.com/office/drawing/2014/main" id="{FC3F60B0-AF21-4326-A3B3-0CCADCDF6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3513" y="2538413"/>
              <a:ext cx="88900" cy="55563"/>
            </a:xfrm>
            <a:custGeom>
              <a:avLst/>
              <a:gdLst>
                <a:gd name="T0" fmla="*/ 23 w 34"/>
                <a:gd name="T1" fmla="*/ 15 h 21"/>
                <a:gd name="T2" fmla="*/ 25 w 34"/>
                <a:gd name="T3" fmla="*/ 17 h 21"/>
                <a:gd name="T4" fmla="*/ 34 w 34"/>
                <a:gd name="T5" fmla="*/ 21 h 21"/>
                <a:gd name="T6" fmla="*/ 34 w 34"/>
                <a:gd name="T7" fmla="*/ 20 h 21"/>
                <a:gd name="T8" fmla="*/ 26 w 34"/>
                <a:gd name="T9" fmla="*/ 15 h 21"/>
                <a:gd name="T10" fmla="*/ 24 w 34"/>
                <a:gd name="T11" fmla="*/ 14 h 21"/>
                <a:gd name="T12" fmla="*/ 20 w 34"/>
                <a:gd name="T13" fmla="*/ 12 h 21"/>
                <a:gd name="T14" fmla="*/ 1 w 34"/>
                <a:gd name="T15" fmla="*/ 0 h 21"/>
                <a:gd name="T16" fmla="*/ 0 w 34"/>
                <a:gd name="T17" fmla="*/ 1 h 21"/>
                <a:gd name="T18" fmla="*/ 19 w 34"/>
                <a:gd name="T19" fmla="*/ 13 h 21"/>
                <a:gd name="T20" fmla="*/ 23 w 34"/>
                <a:gd name="T21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21">
                  <a:moveTo>
                    <a:pt x="23" y="15"/>
                  </a:moveTo>
                  <a:cubicBezTo>
                    <a:pt x="24" y="16"/>
                    <a:pt x="24" y="16"/>
                    <a:pt x="25" y="17"/>
                  </a:cubicBezTo>
                  <a:cubicBezTo>
                    <a:pt x="28" y="18"/>
                    <a:pt x="31" y="20"/>
                    <a:pt x="34" y="21"/>
                  </a:cubicBezTo>
                  <a:cubicBezTo>
                    <a:pt x="34" y="21"/>
                    <a:pt x="34" y="20"/>
                    <a:pt x="34" y="20"/>
                  </a:cubicBezTo>
                  <a:cubicBezTo>
                    <a:pt x="32" y="18"/>
                    <a:pt x="29" y="17"/>
                    <a:pt x="26" y="15"/>
                  </a:cubicBezTo>
                  <a:cubicBezTo>
                    <a:pt x="26" y="15"/>
                    <a:pt x="25" y="14"/>
                    <a:pt x="24" y="14"/>
                  </a:cubicBezTo>
                  <a:cubicBezTo>
                    <a:pt x="22" y="13"/>
                    <a:pt x="21" y="12"/>
                    <a:pt x="20" y="12"/>
                  </a:cubicBezTo>
                  <a:cubicBezTo>
                    <a:pt x="13" y="8"/>
                    <a:pt x="6" y="4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6" y="6"/>
                    <a:pt x="13" y="10"/>
                    <a:pt x="19" y="13"/>
                  </a:cubicBezTo>
                  <a:cubicBezTo>
                    <a:pt x="20" y="14"/>
                    <a:pt x="21" y="14"/>
                    <a:pt x="23" y="15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6" name="Freeform 262">
              <a:extLst>
                <a:ext uri="{FF2B5EF4-FFF2-40B4-BE49-F238E27FC236}">
                  <a16:creationId xmlns:a16="http://schemas.microsoft.com/office/drawing/2014/main" id="{7DE9EA09-705B-43E3-9B15-C0279EAC3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5575" y="2593975"/>
              <a:ext cx="77788" cy="50800"/>
            </a:xfrm>
            <a:custGeom>
              <a:avLst/>
              <a:gdLst>
                <a:gd name="T0" fmla="*/ 1 w 30"/>
                <a:gd name="T1" fmla="*/ 3 h 20"/>
                <a:gd name="T2" fmla="*/ 10 w 30"/>
                <a:gd name="T3" fmla="*/ 8 h 20"/>
                <a:gd name="T4" fmla="*/ 10 w 30"/>
                <a:gd name="T5" fmla="*/ 9 h 20"/>
                <a:gd name="T6" fmla="*/ 24 w 30"/>
                <a:gd name="T7" fmla="*/ 16 h 20"/>
                <a:gd name="T8" fmla="*/ 27 w 30"/>
                <a:gd name="T9" fmla="*/ 18 h 20"/>
                <a:gd name="T10" fmla="*/ 30 w 30"/>
                <a:gd name="T11" fmla="*/ 20 h 20"/>
                <a:gd name="T12" fmla="*/ 30 w 30"/>
                <a:gd name="T13" fmla="*/ 18 h 20"/>
                <a:gd name="T14" fmla="*/ 28 w 30"/>
                <a:gd name="T15" fmla="*/ 17 h 20"/>
                <a:gd name="T16" fmla="*/ 25 w 30"/>
                <a:gd name="T17" fmla="*/ 15 h 20"/>
                <a:gd name="T18" fmla="*/ 12 w 30"/>
                <a:gd name="T19" fmla="*/ 7 h 20"/>
                <a:gd name="T20" fmla="*/ 11 w 30"/>
                <a:gd name="T21" fmla="*/ 7 h 20"/>
                <a:gd name="T22" fmla="*/ 2 w 30"/>
                <a:gd name="T23" fmla="*/ 1 h 20"/>
                <a:gd name="T24" fmla="*/ 1 w 30"/>
                <a:gd name="T25" fmla="*/ 1 h 20"/>
                <a:gd name="T26" fmla="*/ 0 w 30"/>
                <a:gd name="T27" fmla="*/ 0 h 20"/>
                <a:gd name="T28" fmla="*/ 0 w 30"/>
                <a:gd name="T29" fmla="*/ 2 h 20"/>
                <a:gd name="T30" fmla="*/ 0 w 30"/>
                <a:gd name="T31" fmla="*/ 2 h 20"/>
                <a:gd name="T32" fmla="*/ 1 w 30"/>
                <a:gd name="T33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20">
                  <a:moveTo>
                    <a:pt x="1" y="3"/>
                  </a:moveTo>
                  <a:cubicBezTo>
                    <a:pt x="4" y="4"/>
                    <a:pt x="7" y="6"/>
                    <a:pt x="10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4" y="11"/>
                    <a:pt x="19" y="14"/>
                    <a:pt x="24" y="16"/>
                  </a:cubicBezTo>
                  <a:cubicBezTo>
                    <a:pt x="25" y="17"/>
                    <a:pt x="26" y="18"/>
                    <a:pt x="27" y="18"/>
                  </a:cubicBezTo>
                  <a:cubicBezTo>
                    <a:pt x="28" y="19"/>
                    <a:pt x="29" y="19"/>
                    <a:pt x="30" y="20"/>
                  </a:cubicBezTo>
                  <a:cubicBezTo>
                    <a:pt x="30" y="19"/>
                    <a:pt x="30" y="19"/>
                    <a:pt x="30" y="18"/>
                  </a:cubicBezTo>
                  <a:cubicBezTo>
                    <a:pt x="30" y="18"/>
                    <a:pt x="29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0" y="12"/>
                    <a:pt x="16" y="10"/>
                    <a:pt x="12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8" y="5"/>
                    <a:pt x="6" y="3"/>
                    <a:pt x="2" y="1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7" name="Freeform 263">
              <a:extLst>
                <a:ext uri="{FF2B5EF4-FFF2-40B4-BE49-F238E27FC236}">
                  <a16:creationId xmlns:a16="http://schemas.microsoft.com/office/drawing/2014/main" id="{B605070F-7E7F-4B4E-8D03-11CD3690B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8275" y="2524125"/>
              <a:ext cx="88900" cy="55563"/>
            </a:xfrm>
            <a:custGeom>
              <a:avLst/>
              <a:gdLst>
                <a:gd name="T0" fmla="*/ 12 w 34"/>
                <a:gd name="T1" fmla="*/ 7 h 22"/>
                <a:gd name="T2" fmla="*/ 15 w 34"/>
                <a:gd name="T3" fmla="*/ 9 h 22"/>
                <a:gd name="T4" fmla="*/ 32 w 34"/>
                <a:gd name="T5" fmla="*/ 20 h 22"/>
                <a:gd name="T6" fmla="*/ 34 w 34"/>
                <a:gd name="T7" fmla="*/ 22 h 22"/>
                <a:gd name="T8" fmla="*/ 34 w 34"/>
                <a:gd name="T9" fmla="*/ 20 h 22"/>
                <a:gd name="T10" fmla="*/ 33 w 34"/>
                <a:gd name="T11" fmla="*/ 19 h 22"/>
                <a:gd name="T12" fmla="*/ 15 w 34"/>
                <a:gd name="T13" fmla="*/ 7 h 22"/>
                <a:gd name="T14" fmla="*/ 13 w 34"/>
                <a:gd name="T15" fmla="*/ 6 h 22"/>
                <a:gd name="T16" fmla="*/ 1 w 34"/>
                <a:gd name="T17" fmla="*/ 0 h 22"/>
                <a:gd name="T18" fmla="*/ 0 w 34"/>
                <a:gd name="T19" fmla="*/ 2 h 22"/>
                <a:gd name="T20" fmla="*/ 12 w 34"/>
                <a:gd name="T21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22">
                  <a:moveTo>
                    <a:pt x="12" y="7"/>
                  </a:moveTo>
                  <a:cubicBezTo>
                    <a:pt x="13" y="8"/>
                    <a:pt x="14" y="8"/>
                    <a:pt x="15" y="9"/>
                  </a:cubicBezTo>
                  <a:cubicBezTo>
                    <a:pt x="21" y="12"/>
                    <a:pt x="27" y="16"/>
                    <a:pt x="32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1"/>
                    <a:pt x="34" y="20"/>
                    <a:pt x="34" y="20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8" y="15"/>
                    <a:pt x="22" y="11"/>
                    <a:pt x="15" y="7"/>
                  </a:cubicBezTo>
                  <a:cubicBezTo>
                    <a:pt x="15" y="7"/>
                    <a:pt x="14" y="7"/>
                    <a:pt x="13" y="6"/>
                  </a:cubicBezTo>
                  <a:cubicBezTo>
                    <a:pt x="9" y="4"/>
                    <a:pt x="5" y="2"/>
                    <a:pt x="1" y="0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4" y="3"/>
                    <a:pt x="8" y="6"/>
                    <a:pt x="12" y="7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8" name="Freeform 264">
              <a:extLst>
                <a:ext uri="{FF2B5EF4-FFF2-40B4-BE49-F238E27FC236}">
                  <a16:creationId xmlns:a16="http://schemas.microsoft.com/office/drawing/2014/main" id="{860F467E-0C1F-4084-B8CF-AA778EC4A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5575" y="2640013"/>
              <a:ext cx="60325" cy="39688"/>
            </a:xfrm>
            <a:custGeom>
              <a:avLst/>
              <a:gdLst>
                <a:gd name="T0" fmla="*/ 23 w 23"/>
                <a:gd name="T1" fmla="*/ 14 h 15"/>
                <a:gd name="T2" fmla="*/ 0 w 23"/>
                <a:gd name="T3" fmla="*/ 0 h 15"/>
                <a:gd name="T4" fmla="*/ 1 w 23"/>
                <a:gd name="T5" fmla="*/ 2 h 15"/>
                <a:gd name="T6" fmla="*/ 22 w 23"/>
                <a:gd name="T7" fmla="*/ 15 h 15"/>
                <a:gd name="T8" fmla="*/ 23 w 23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15">
                  <a:moveTo>
                    <a:pt x="23" y="14"/>
                  </a:moveTo>
                  <a:cubicBezTo>
                    <a:pt x="15" y="10"/>
                    <a:pt x="7" y="5"/>
                    <a:pt x="0" y="0"/>
                  </a:cubicBezTo>
                  <a:cubicBezTo>
                    <a:pt x="1" y="0"/>
                    <a:pt x="1" y="1"/>
                    <a:pt x="1" y="2"/>
                  </a:cubicBezTo>
                  <a:cubicBezTo>
                    <a:pt x="7" y="7"/>
                    <a:pt x="15" y="12"/>
                    <a:pt x="22" y="15"/>
                  </a:cubicBezTo>
                  <a:cubicBezTo>
                    <a:pt x="22" y="15"/>
                    <a:pt x="23" y="14"/>
                    <a:pt x="23" y="14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09" name="Freeform 265">
              <a:extLst>
                <a:ext uri="{FF2B5EF4-FFF2-40B4-BE49-F238E27FC236}">
                  <a16:creationId xmlns:a16="http://schemas.microsoft.com/office/drawing/2014/main" id="{02D4E03E-022C-4E63-B2C4-A5E43F15A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5575" y="2611438"/>
              <a:ext cx="69850" cy="52388"/>
            </a:xfrm>
            <a:custGeom>
              <a:avLst/>
              <a:gdLst>
                <a:gd name="T0" fmla="*/ 0 w 27"/>
                <a:gd name="T1" fmla="*/ 0 h 20"/>
                <a:gd name="T2" fmla="*/ 0 w 27"/>
                <a:gd name="T3" fmla="*/ 2 h 20"/>
                <a:gd name="T4" fmla="*/ 25 w 27"/>
                <a:gd name="T5" fmla="*/ 19 h 20"/>
                <a:gd name="T6" fmla="*/ 26 w 27"/>
                <a:gd name="T7" fmla="*/ 20 h 20"/>
                <a:gd name="T8" fmla="*/ 27 w 27"/>
                <a:gd name="T9" fmla="*/ 18 h 20"/>
                <a:gd name="T10" fmla="*/ 26 w 27"/>
                <a:gd name="T11" fmla="*/ 18 h 20"/>
                <a:gd name="T12" fmla="*/ 0 w 27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0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6" y="9"/>
                    <a:pt x="16" y="14"/>
                    <a:pt x="25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19"/>
                    <a:pt x="27" y="19"/>
                    <a:pt x="27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16" y="12"/>
                    <a:pt x="6" y="7"/>
                    <a:pt x="0" y="0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0" name="Freeform 266">
              <a:extLst>
                <a:ext uri="{FF2B5EF4-FFF2-40B4-BE49-F238E27FC236}">
                  <a16:creationId xmlns:a16="http://schemas.microsoft.com/office/drawing/2014/main" id="{493D8698-73CB-4D4E-B114-091E39652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838" y="2438400"/>
              <a:ext cx="36513" cy="20638"/>
            </a:xfrm>
            <a:custGeom>
              <a:avLst/>
              <a:gdLst>
                <a:gd name="T0" fmla="*/ 0 w 14"/>
                <a:gd name="T1" fmla="*/ 2 h 8"/>
                <a:gd name="T2" fmla="*/ 14 w 14"/>
                <a:gd name="T3" fmla="*/ 8 h 8"/>
                <a:gd name="T4" fmla="*/ 14 w 14"/>
                <a:gd name="T5" fmla="*/ 6 h 8"/>
                <a:gd name="T6" fmla="*/ 1 w 14"/>
                <a:gd name="T7" fmla="*/ 0 h 8"/>
                <a:gd name="T8" fmla="*/ 0 w 14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2"/>
                  </a:moveTo>
                  <a:cubicBezTo>
                    <a:pt x="5" y="4"/>
                    <a:pt x="10" y="6"/>
                    <a:pt x="14" y="8"/>
                  </a:cubicBezTo>
                  <a:cubicBezTo>
                    <a:pt x="14" y="7"/>
                    <a:pt x="14" y="6"/>
                    <a:pt x="14" y="6"/>
                  </a:cubicBezTo>
                  <a:cubicBezTo>
                    <a:pt x="10" y="4"/>
                    <a:pt x="6" y="2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1" name="Freeform 267">
              <a:extLst>
                <a:ext uri="{FF2B5EF4-FFF2-40B4-BE49-F238E27FC236}">
                  <a16:creationId xmlns:a16="http://schemas.microsoft.com/office/drawing/2014/main" id="{117A6A58-EAF8-4B18-A8F8-01653D31E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1925" y="2557463"/>
              <a:ext cx="85725" cy="57150"/>
            </a:xfrm>
            <a:custGeom>
              <a:avLst/>
              <a:gdLst>
                <a:gd name="T0" fmla="*/ 1 w 33"/>
                <a:gd name="T1" fmla="*/ 3 h 22"/>
                <a:gd name="T2" fmla="*/ 1 w 33"/>
                <a:gd name="T3" fmla="*/ 3 h 22"/>
                <a:gd name="T4" fmla="*/ 23 w 33"/>
                <a:gd name="T5" fmla="*/ 16 h 22"/>
                <a:gd name="T6" fmla="*/ 30 w 33"/>
                <a:gd name="T7" fmla="*/ 20 h 22"/>
                <a:gd name="T8" fmla="*/ 33 w 33"/>
                <a:gd name="T9" fmla="*/ 22 h 22"/>
                <a:gd name="T10" fmla="*/ 33 w 33"/>
                <a:gd name="T11" fmla="*/ 20 h 22"/>
                <a:gd name="T12" fmla="*/ 31 w 33"/>
                <a:gd name="T13" fmla="*/ 19 h 22"/>
                <a:gd name="T14" fmla="*/ 25 w 33"/>
                <a:gd name="T15" fmla="*/ 15 h 22"/>
                <a:gd name="T16" fmla="*/ 2 w 33"/>
                <a:gd name="T17" fmla="*/ 1 h 22"/>
                <a:gd name="T18" fmla="*/ 2 w 33"/>
                <a:gd name="T19" fmla="*/ 1 h 22"/>
                <a:gd name="T20" fmla="*/ 0 w 33"/>
                <a:gd name="T21" fmla="*/ 0 h 22"/>
                <a:gd name="T22" fmla="*/ 0 w 33"/>
                <a:gd name="T23" fmla="*/ 0 h 22"/>
                <a:gd name="T24" fmla="*/ 0 w 33"/>
                <a:gd name="T25" fmla="*/ 2 h 22"/>
                <a:gd name="T26" fmla="*/ 1 w 33"/>
                <a:gd name="T27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" h="22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9" y="6"/>
                    <a:pt x="16" y="11"/>
                    <a:pt x="23" y="16"/>
                  </a:cubicBezTo>
                  <a:cubicBezTo>
                    <a:pt x="25" y="18"/>
                    <a:pt x="28" y="19"/>
                    <a:pt x="30" y="20"/>
                  </a:cubicBezTo>
                  <a:cubicBezTo>
                    <a:pt x="31" y="21"/>
                    <a:pt x="32" y="21"/>
                    <a:pt x="33" y="22"/>
                  </a:cubicBezTo>
                  <a:cubicBezTo>
                    <a:pt x="33" y="21"/>
                    <a:pt x="33" y="20"/>
                    <a:pt x="33" y="20"/>
                  </a:cubicBezTo>
                  <a:cubicBezTo>
                    <a:pt x="32" y="19"/>
                    <a:pt x="32" y="19"/>
                    <a:pt x="31" y="19"/>
                  </a:cubicBezTo>
                  <a:cubicBezTo>
                    <a:pt x="29" y="17"/>
                    <a:pt x="27" y="16"/>
                    <a:pt x="25" y="15"/>
                  </a:cubicBezTo>
                  <a:cubicBezTo>
                    <a:pt x="17" y="9"/>
                    <a:pt x="10" y="5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2" name="Freeform 268">
              <a:extLst>
                <a:ext uri="{FF2B5EF4-FFF2-40B4-BE49-F238E27FC236}">
                  <a16:creationId xmlns:a16="http://schemas.microsoft.com/office/drawing/2014/main" id="{C2CED42C-970E-4991-8415-BC3A2D0F3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8750" y="2573338"/>
              <a:ext cx="82550" cy="58738"/>
            </a:xfrm>
            <a:custGeom>
              <a:avLst/>
              <a:gdLst>
                <a:gd name="T0" fmla="*/ 3 w 32"/>
                <a:gd name="T1" fmla="*/ 4 h 23"/>
                <a:gd name="T2" fmla="*/ 13 w 32"/>
                <a:gd name="T3" fmla="*/ 11 h 23"/>
                <a:gd name="T4" fmla="*/ 30 w 32"/>
                <a:gd name="T5" fmla="*/ 22 h 23"/>
                <a:gd name="T6" fmla="*/ 31 w 32"/>
                <a:gd name="T7" fmla="*/ 23 h 23"/>
                <a:gd name="T8" fmla="*/ 32 w 32"/>
                <a:gd name="T9" fmla="*/ 21 h 23"/>
                <a:gd name="T10" fmla="*/ 31 w 32"/>
                <a:gd name="T11" fmla="*/ 21 h 23"/>
                <a:gd name="T12" fmla="*/ 14 w 32"/>
                <a:gd name="T13" fmla="*/ 9 h 23"/>
                <a:gd name="T14" fmla="*/ 4 w 32"/>
                <a:gd name="T15" fmla="*/ 3 h 23"/>
                <a:gd name="T16" fmla="*/ 3 w 32"/>
                <a:gd name="T17" fmla="*/ 3 h 23"/>
                <a:gd name="T18" fmla="*/ 0 w 32"/>
                <a:gd name="T19" fmla="*/ 0 h 23"/>
                <a:gd name="T20" fmla="*/ 0 w 32"/>
                <a:gd name="T21" fmla="*/ 3 h 23"/>
                <a:gd name="T22" fmla="*/ 2 w 32"/>
                <a:gd name="T23" fmla="*/ 4 h 23"/>
                <a:gd name="T24" fmla="*/ 3 w 32"/>
                <a:gd name="T25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23">
                  <a:moveTo>
                    <a:pt x="3" y="4"/>
                  </a:moveTo>
                  <a:cubicBezTo>
                    <a:pt x="6" y="7"/>
                    <a:pt x="9" y="9"/>
                    <a:pt x="13" y="11"/>
                  </a:cubicBezTo>
                  <a:cubicBezTo>
                    <a:pt x="18" y="14"/>
                    <a:pt x="24" y="18"/>
                    <a:pt x="30" y="22"/>
                  </a:cubicBezTo>
                  <a:cubicBezTo>
                    <a:pt x="30" y="22"/>
                    <a:pt x="30" y="22"/>
                    <a:pt x="31" y="23"/>
                  </a:cubicBezTo>
                  <a:cubicBezTo>
                    <a:pt x="31" y="22"/>
                    <a:pt x="31" y="22"/>
                    <a:pt x="32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25" y="17"/>
                    <a:pt x="19" y="13"/>
                    <a:pt x="14" y="9"/>
                  </a:cubicBezTo>
                  <a:cubicBezTo>
                    <a:pt x="10" y="7"/>
                    <a:pt x="7" y="5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1" y="3"/>
                    <a:pt x="2" y="4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5BA1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3" name="Freeform 269">
              <a:extLst>
                <a:ext uri="{FF2B5EF4-FFF2-40B4-BE49-F238E27FC236}">
                  <a16:creationId xmlns:a16="http://schemas.microsoft.com/office/drawing/2014/main" id="{797B64A8-F455-470C-ACB5-19D76D741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4300" y="2422525"/>
              <a:ext cx="133350" cy="315913"/>
            </a:xfrm>
            <a:custGeom>
              <a:avLst/>
              <a:gdLst>
                <a:gd name="T0" fmla="*/ 25 w 51"/>
                <a:gd name="T1" fmla="*/ 0 h 122"/>
                <a:gd name="T2" fmla="*/ 27 w 51"/>
                <a:gd name="T3" fmla="*/ 121 h 122"/>
                <a:gd name="T4" fmla="*/ 16 w 51"/>
                <a:gd name="T5" fmla="*/ 122 h 122"/>
                <a:gd name="T6" fmla="*/ 25 w 51"/>
                <a:gd name="T7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122">
                  <a:moveTo>
                    <a:pt x="25" y="0"/>
                  </a:moveTo>
                  <a:cubicBezTo>
                    <a:pt x="25" y="0"/>
                    <a:pt x="51" y="54"/>
                    <a:pt x="27" y="121"/>
                  </a:cubicBezTo>
                  <a:cubicBezTo>
                    <a:pt x="16" y="122"/>
                    <a:pt x="16" y="122"/>
                    <a:pt x="16" y="122"/>
                  </a:cubicBezTo>
                  <a:cubicBezTo>
                    <a:pt x="16" y="122"/>
                    <a:pt x="0" y="59"/>
                    <a:pt x="25" y="0"/>
                  </a:cubicBezTo>
                  <a:close/>
                </a:path>
              </a:pathLst>
            </a:custGeom>
            <a:solidFill>
              <a:srgbClr val="3357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4" name="Freeform 270">
              <a:extLst>
                <a:ext uri="{FF2B5EF4-FFF2-40B4-BE49-F238E27FC236}">
                  <a16:creationId xmlns:a16="http://schemas.microsoft.com/office/drawing/2014/main" id="{70D1BD01-7F0F-43E9-B819-462277DE7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0813" y="2497138"/>
              <a:ext cx="52388" cy="20638"/>
            </a:xfrm>
            <a:custGeom>
              <a:avLst/>
              <a:gdLst>
                <a:gd name="T0" fmla="*/ 16 w 20"/>
                <a:gd name="T1" fmla="*/ 1 h 8"/>
                <a:gd name="T2" fmla="*/ 19 w 20"/>
                <a:gd name="T3" fmla="*/ 0 h 8"/>
                <a:gd name="T4" fmla="*/ 20 w 20"/>
                <a:gd name="T5" fmla="*/ 1 h 8"/>
                <a:gd name="T6" fmla="*/ 16 w 20"/>
                <a:gd name="T7" fmla="*/ 3 h 8"/>
                <a:gd name="T8" fmla="*/ 12 w 20"/>
                <a:gd name="T9" fmla="*/ 4 h 8"/>
                <a:gd name="T10" fmla="*/ 0 w 20"/>
                <a:gd name="T11" fmla="*/ 8 h 8"/>
                <a:gd name="T12" fmla="*/ 0 w 20"/>
                <a:gd name="T13" fmla="*/ 6 h 8"/>
                <a:gd name="T14" fmla="*/ 12 w 20"/>
                <a:gd name="T15" fmla="*/ 2 h 8"/>
                <a:gd name="T16" fmla="*/ 16 w 20"/>
                <a:gd name="T17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8">
                  <a:moveTo>
                    <a:pt x="16" y="1"/>
                  </a:moveTo>
                  <a:cubicBezTo>
                    <a:pt x="17" y="0"/>
                    <a:pt x="18" y="0"/>
                    <a:pt x="19" y="0"/>
                  </a:cubicBezTo>
                  <a:cubicBezTo>
                    <a:pt x="20" y="0"/>
                    <a:pt x="20" y="1"/>
                    <a:pt x="20" y="1"/>
                  </a:cubicBezTo>
                  <a:cubicBezTo>
                    <a:pt x="19" y="2"/>
                    <a:pt x="18" y="2"/>
                    <a:pt x="16" y="3"/>
                  </a:cubicBezTo>
                  <a:cubicBezTo>
                    <a:pt x="15" y="3"/>
                    <a:pt x="14" y="4"/>
                    <a:pt x="12" y="4"/>
                  </a:cubicBezTo>
                  <a:cubicBezTo>
                    <a:pt x="9" y="5"/>
                    <a:pt x="5" y="7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5" y="5"/>
                    <a:pt x="9" y="4"/>
                    <a:pt x="12" y="2"/>
                  </a:cubicBezTo>
                  <a:cubicBezTo>
                    <a:pt x="13" y="2"/>
                    <a:pt x="15" y="1"/>
                    <a:pt x="16" y="1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5" name="Freeform 271">
              <a:extLst>
                <a:ext uri="{FF2B5EF4-FFF2-40B4-BE49-F238E27FC236}">
                  <a16:creationId xmlns:a16="http://schemas.microsoft.com/office/drawing/2014/main" id="{185DC304-C501-44E0-9D3D-7D1077F4C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050" y="2544763"/>
              <a:ext cx="61913" cy="25400"/>
            </a:xfrm>
            <a:custGeom>
              <a:avLst/>
              <a:gdLst>
                <a:gd name="T0" fmla="*/ 17 w 24"/>
                <a:gd name="T1" fmla="*/ 3 h 10"/>
                <a:gd name="T2" fmla="*/ 11 w 24"/>
                <a:gd name="T3" fmla="*/ 3 h 10"/>
                <a:gd name="T4" fmla="*/ 2 w 24"/>
                <a:gd name="T5" fmla="*/ 7 h 10"/>
                <a:gd name="T6" fmla="*/ 1 w 24"/>
                <a:gd name="T7" fmla="*/ 8 h 10"/>
                <a:gd name="T8" fmla="*/ 0 w 24"/>
                <a:gd name="T9" fmla="*/ 10 h 10"/>
                <a:gd name="T10" fmla="*/ 0 w 24"/>
                <a:gd name="T11" fmla="*/ 7 h 10"/>
                <a:gd name="T12" fmla="*/ 0 w 24"/>
                <a:gd name="T13" fmla="*/ 6 h 10"/>
                <a:gd name="T14" fmla="*/ 1 w 24"/>
                <a:gd name="T15" fmla="*/ 6 h 10"/>
                <a:gd name="T16" fmla="*/ 11 w 24"/>
                <a:gd name="T17" fmla="*/ 1 h 10"/>
                <a:gd name="T18" fmla="*/ 17 w 24"/>
                <a:gd name="T19" fmla="*/ 1 h 10"/>
                <a:gd name="T20" fmla="*/ 24 w 24"/>
                <a:gd name="T21" fmla="*/ 0 h 10"/>
                <a:gd name="T22" fmla="*/ 24 w 24"/>
                <a:gd name="T23" fmla="*/ 2 h 10"/>
                <a:gd name="T24" fmla="*/ 17 w 24"/>
                <a:gd name="T2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10">
                  <a:moveTo>
                    <a:pt x="17" y="3"/>
                  </a:moveTo>
                  <a:cubicBezTo>
                    <a:pt x="15" y="3"/>
                    <a:pt x="13" y="3"/>
                    <a:pt x="11" y="3"/>
                  </a:cubicBezTo>
                  <a:cubicBezTo>
                    <a:pt x="7" y="4"/>
                    <a:pt x="5" y="5"/>
                    <a:pt x="2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0" y="9"/>
                    <a:pt x="0" y="10"/>
                  </a:cubicBezTo>
                  <a:cubicBezTo>
                    <a:pt x="0" y="9"/>
                    <a:pt x="0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3"/>
                    <a:pt x="7" y="2"/>
                    <a:pt x="11" y="1"/>
                  </a:cubicBezTo>
                  <a:cubicBezTo>
                    <a:pt x="12" y="1"/>
                    <a:pt x="15" y="1"/>
                    <a:pt x="17" y="1"/>
                  </a:cubicBezTo>
                  <a:cubicBezTo>
                    <a:pt x="19" y="1"/>
                    <a:pt x="22" y="1"/>
                    <a:pt x="24" y="0"/>
                  </a:cubicBezTo>
                  <a:cubicBezTo>
                    <a:pt x="24" y="1"/>
                    <a:pt x="24" y="1"/>
                    <a:pt x="24" y="2"/>
                  </a:cubicBezTo>
                  <a:cubicBezTo>
                    <a:pt x="22" y="3"/>
                    <a:pt x="19" y="3"/>
                    <a:pt x="17" y="3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6" name="Freeform 272">
              <a:extLst>
                <a:ext uri="{FF2B5EF4-FFF2-40B4-BE49-F238E27FC236}">
                  <a16:creationId xmlns:a16="http://schemas.microsoft.com/office/drawing/2014/main" id="{98620846-D25F-4CB9-B646-78CF0767E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8750" y="2476500"/>
              <a:ext cx="38100" cy="7938"/>
            </a:xfrm>
            <a:custGeom>
              <a:avLst/>
              <a:gdLst>
                <a:gd name="T0" fmla="*/ 15 w 15"/>
                <a:gd name="T1" fmla="*/ 2 h 3"/>
                <a:gd name="T2" fmla="*/ 1 w 15"/>
                <a:gd name="T3" fmla="*/ 3 h 3"/>
                <a:gd name="T4" fmla="*/ 0 w 15"/>
                <a:gd name="T5" fmla="*/ 3 h 3"/>
                <a:gd name="T6" fmla="*/ 0 w 15"/>
                <a:gd name="T7" fmla="*/ 1 h 3"/>
                <a:gd name="T8" fmla="*/ 1 w 15"/>
                <a:gd name="T9" fmla="*/ 1 h 3"/>
                <a:gd name="T10" fmla="*/ 15 w 15"/>
                <a:gd name="T11" fmla="*/ 0 h 3"/>
                <a:gd name="T12" fmla="*/ 15 w 15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3">
                  <a:moveTo>
                    <a:pt x="15" y="2"/>
                  </a:moveTo>
                  <a:cubicBezTo>
                    <a:pt x="11" y="2"/>
                    <a:pt x="6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5" y="1"/>
                    <a:pt x="10" y="0"/>
                    <a:pt x="15" y="0"/>
                  </a:cubicBezTo>
                  <a:cubicBezTo>
                    <a:pt x="15" y="1"/>
                    <a:pt x="15" y="2"/>
                    <a:pt x="15" y="2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7" name="Freeform 273">
              <a:extLst>
                <a:ext uri="{FF2B5EF4-FFF2-40B4-BE49-F238E27FC236}">
                  <a16:creationId xmlns:a16="http://schemas.microsoft.com/office/drawing/2014/main" id="{9D5E807A-E5C5-4AD2-A875-717B55383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7638" y="2516188"/>
              <a:ext cx="57150" cy="28575"/>
            </a:xfrm>
            <a:custGeom>
              <a:avLst/>
              <a:gdLst>
                <a:gd name="T0" fmla="*/ 0 w 22"/>
                <a:gd name="T1" fmla="*/ 9 h 11"/>
                <a:gd name="T2" fmla="*/ 22 w 22"/>
                <a:gd name="T3" fmla="*/ 0 h 11"/>
                <a:gd name="T4" fmla="*/ 22 w 22"/>
                <a:gd name="T5" fmla="*/ 1 h 11"/>
                <a:gd name="T6" fmla="*/ 0 w 22"/>
                <a:gd name="T7" fmla="*/ 11 h 11"/>
                <a:gd name="T8" fmla="*/ 0 w 22"/>
                <a:gd name="T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1">
                  <a:moveTo>
                    <a:pt x="0" y="9"/>
                  </a:moveTo>
                  <a:cubicBezTo>
                    <a:pt x="7" y="6"/>
                    <a:pt x="14" y="3"/>
                    <a:pt x="22" y="0"/>
                  </a:cubicBezTo>
                  <a:cubicBezTo>
                    <a:pt x="22" y="0"/>
                    <a:pt x="22" y="1"/>
                    <a:pt x="22" y="1"/>
                  </a:cubicBezTo>
                  <a:cubicBezTo>
                    <a:pt x="15" y="5"/>
                    <a:pt x="7" y="9"/>
                    <a:pt x="0" y="11"/>
                  </a:cubicBezTo>
                  <a:cubicBezTo>
                    <a:pt x="0" y="11"/>
                    <a:pt x="0" y="10"/>
                    <a:pt x="0" y="9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8" name="Freeform 274">
              <a:extLst>
                <a:ext uri="{FF2B5EF4-FFF2-40B4-BE49-F238E27FC236}">
                  <a16:creationId xmlns:a16="http://schemas.microsoft.com/office/drawing/2014/main" id="{A1EE1AAF-7E6B-4C5C-AEAC-AFD25C9EC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5575" y="2720975"/>
              <a:ext cx="34925" cy="17463"/>
            </a:xfrm>
            <a:custGeom>
              <a:avLst/>
              <a:gdLst>
                <a:gd name="T0" fmla="*/ 0 w 13"/>
                <a:gd name="T1" fmla="*/ 5 h 7"/>
                <a:gd name="T2" fmla="*/ 8 w 13"/>
                <a:gd name="T3" fmla="*/ 2 h 7"/>
                <a:gd name="T4" fmla="*/ 13 w 13"/>
                <a:gd name="T5" fmla="*/ 0 h 7"/>
                <a:gd name="T6" fmla="*/ 12 w 13"/>
                <a:gd name="T7" fmla="*/ 2 h 7"/>
                <a:gd name="T8" fmla="*/ 9 w 13"/>
                <a:gd name="T9" fmla="*/ 4 h 7"/>
                <a:gd name="T10" fmla="*/ 1 w 13"/>
                <a:gd name="T11" fmla="*/ 7 h 7"/>
                <a:gd name="T12" fmla="*/ 0 w 13"/>
                <a:gd name="T13" fmla="*/ 7 h 7"/>
                <a:gd name="T14" fmla="*/ 0 w 13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0" y="5"/>
                  </a:moveTo>
                  <a:cubicBezTo>
                    <a:pt x="3" y="4"/>
                    <a:pt x="5" y="3"/>
                    <a:pt x="8" y="2"/>
                  </a:cubicBezTo>
                  <a:cubicBezTo>
                    <a:pt x="10" y="1"/>
                    <a:pt x="11" y="1"/>
                    <a:pt x="13" y="0"/>
                  </a:cubicBezTo>
                  <a:cubicBezTo>
                    <a:pt x="13" y="1"/>
                    <a:pt x="13" y="2"/>
                    <a:pt x="12" y="2"/>
                  </a:cubicBezTo>
                  <a:cubicBezTo>
                    <a:pt x="11" y="3"/>
                    <a:pt x="10" y="3"/>
                    <a:pt x="9" y="4"/>
                  </a:cubicBezTo>
                  <a:cubicBezTo>
                    <a:pt x="6" y="5"/>
                    <a:pt x="3" y="6"/>
                    <a:pt x="1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6"/>
                    <a:pt x="0" y="5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19" name="Freeform 275">
              <a:extLst>
                <a:ext uri="{FF2B5EF4-FFF2-40B4-BE49-F238E27FC236}">
                  <a16:creationId xmlns:a16="http://schemas.microsoft.com/office/drawing/2014/main" id="{5B122165-71E1-4CEE-841C-DFF9881EB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8275" y="2439988"/>
              <a:ext cx="19050" cy="4763"/>
            </a:xfrm>
            <a:custGeom>
              <a:avLst/>
              <a:gdLst>
                <a:gd name="T0" fmla="*/ 4 w 7"/>
                <a:gd name="T1" fmla="*/ 2 h 2"/>
                <a:gd name="T2" fmla="*/ 0 w 7"/>
                <a:gd name="T3" fmla="*/ 2 h 2"/>
                <a:gd name="T4" fmla="*/ 1 w 7"/>
                <a:gd name="T5" fmla="*/ 0 h 2"/>
                <a:gd name="T6" fmla="*/ 6 w 7"/>
                <a:gd name="T7" fmla="*/ 0 h 2"/>
                <a:gd name="T8" fmla="*/ 7 w 7"/>
                <a:gd name="T9" fmla="*/ 2 h 2"/>
                <a:gd name="T10" fmla="*/ 4 w 7"/>
                <a:gd name="T1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2">
                  <a:moveTo>
                    <a:pt x="4" y="2"/>
                  </a:moveTo>
                  <a:cubicBezTo>
                    <a:pt x="3" y="2"/>
                    <a:pt x="1" y="2"/>
                    <a:pt x="0" y="2"/>
                  </a:cubicBezTo>
                  <a:cubicBezTo>
                    <a:pt x="0" y="2"/>
                    <a:pt x="1" y="1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6" y="2"/>
                    <a:pt x="5" y="2"/>
                    <a:pt x="4" y="2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0" name="Freeform 276">
              <a:extLst>
                <a:ext uri="{FF2B5EF4-FFF2-40B4-BE49-F238E27FC236}">
                  <a16:creationId xmlns:a16="http://schemas.microsoft.com/office/drawing/2014/main" id="{F0D40711-45A1-47E2-A180-71C11B589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2875" y="2582863"/>
              <a:ext cx="68263" cy="28575"/>
            </a:xfrm>
            <a:custGeom>
              <a:avLst/>
              <a:gdLst>
                <a:gd name="T0" fmla="*/ 9 w 26"/>
                <a:gd name="T1" fmla="*/ 9 h 11"/>
                <a:gd name="T2" fmla="*/ 7 w 26"/>
                <a:gd name="T3" fmla="*/ 9 h 11"/>
                <a:gd name="T4" fmla="*/ 0 w 26"/>
                <a:gd name="T5" fmla="*/ 11 h 11"/>
                <a:gd name="T6" fmla="*/ 0 w 26"/>
                <a:gd name="T7" fmla="*/ 9 h 11"/>
                <a:gd name="T8" fmla="*/ 6 w 26"/>
                <a:gd name="T9" fmla="*/ 7 h 11"/>
                <a:gd name="T10" fmla="*/ 8 w 26"/>
                <a:gd name="T11" fmla="*/ 7 h 11"/>
                <a:gd name="T12" fmla="*/ 11 w 26"/>
                <a:gd name="T13" fmla="*/ 6 h 11"/>
                <a:gd name="T14" fmla="*/ 26 w 26"/>
                <a:gd name="T15" fmla="*/ 0 h 11"/>
                <a:gd name="T16" fmla="*/ 26 w 26"/>
                <a:gd name="T17" fmla="*/ 3 h 11"/>
                <a:gd name="T18" fmla="*/ 11 w 26"/>
                <a:gd name="T19" fmla="*/ 8 h 11"/>
                <a:gd name="T20" fmla="*/ 9 w 26"/>
                <a:gd name="T21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11">
                  <a:moveTo>
                    <a:pt x="9" y="9"/>
                  </a:moveTo>
                  <a:cubicBezTo>
                    <a:pt x="8" y="9"/>
                    <a:pt x="7" y="9"/>
                    <a:pt x="7" y="9"/>
                  </a:cubicBezTo>
                  <a:cubicBezTo>
                    <a:pt x="4" y="10"/>
                    <a:pt x="2" y="11"/>
                    <a:pt x="0" y="11"/>
                  </a:cubicBezTo>
                  <a:cubicBezTo>
                    <a:pt x="0" y="10"/>
                    <a:pt x="0" y="10"/>
                    <a:pt x="0" y="9"/>
                  </a:cubicBezTo>
                  <a:cubicBezTo>
                    <a:pt x="2" y="9"/>
                    <a:pt x="4" y="8"/>
                    <a:pt x="6" y="7"/>
                  </a:cubicBezTo>
                  <a:cubicBezTo>
                    <a:pt x="7" y="7"/>
                    <a:pt x="8" y="7"/>
                    <a:pt x="8" y="7"/>
                  </a:cubicBezTo>
                  <a:cubicBezTo>
                    <a:pt x="9" y="6"/>
                    <a:pt x="10" y="6"/>
                    <a:pt x="11" y="6"/>
                  </a:cubicBezTo>
                  <a:cubicBezTo>
                    <a:pt x="16" y="5"/>
                    <a:pt x="22" y="3"/>
                    <a:pt x="26" y="0"/>
                  </a:cubicBezTo>
                  <a:cubicBezTo>
                    <a:pt x="26" y="1"/>
                    <a:pt x="26" y="2"/>
                    <a:pt x="26" y="3"/>
                  </a:cubicBezTo>
                  <a:cubicBezTo>
                    <a:pt x="22" y="5"/>
                    <a:pt x="16" y="7"/>
                    <a:pt x="11" y="8"/>
                  </a:cubicBezTo>
                  <a:cubicBezTo>
                    <a:pt x="11" y="8"/>
                    <a:pt x="10" y="8"/>
                    <a:pt x="9" y="9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1" name="Freeform 277">
              <a:extLst>
                <a:ext uri="{FF2B5EF4-FFF2-40B4-BE49-F238E27FC236}">
                  <a16:creationId xmlns:a16="http://schemas.microsoft.com/office/drawing/2014/main" id="{8B2B2F62-9C0A-443D-8921-584652C90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050" y="2647950"/>
              <a:ext cx="58738" cy="23813"/>
            </a:xfrm>
            <a:custGeom>
              <a:avLst/>
              <a:gdLst>
                <a:gd name="T0" fmla="*/ 22 w 23"/>
                <a:gd name="T1" fmla="*/ 2 h 9"/>
                <a:gd name="T2" fmla="*/ 15 w 23"/>
                <a:gd name="T3" fmla="*/ 5 h 9"/>
                <a:gd name="T4" fmla="*/ 15 w 23"/>
                <a:gd name="T5" fmla="*/ 5 h 9"/>
                <a:gd name="T6" fmla="*/ 5 w 23"/>
                <a:gd name="T7" fmla="*/ 8 h 9"/>
                <a:gd name="T8" fmla="*/ 2 w 23"/>
                <a:gd name="T9" fmla="*/ 9 h 9"/>
                <a:gd name="T10" fmla="*/ 0 w 23"/>
                <a:gd name="T11" fmla="*/ 9 h 9"/>
                <a:gd name="T12" fmla="*/ 0 w 23"/>
                <a:gd name="T13" fmla="*/ 7 h 9"/>
                <a:gd name="T14" fmla="*/ 1 w 23"/>
                <a:gd name="T15" fmla="*/ 7 h 9"/>
                <a:gd name="T16" fmla="*/ 4 w 23"/>
                <a:gd name="T17" fmla="*/ 6 h 9"/>
                <a:gd name="T18" fmla="*/ 14 w 23"/>
                <a:gd name="T19" fmla="*/ 3 h 9"/>
                <a:gd name="T20" fmla="*/ 15 w 23"/>
                <a:gd name="T21" fmla="*/ 3 h 9"/>
                <a:gd name="T22" fmla="*/ 22 w 23"/>
                <a:gd name="T23" fmla="*/ 0 h 9"/>
                <a:gd name="T24" fmla="*/ 23 w 23"/>
                <a:gd name="T25" fmla="*/ 0 h 9"/>
                <a:gd name="T26" fmla="*/ 23 w 23"/>
                <a:gd name="T27" fmla="*/ 0 h 9"/>
                <a:gd name="T28" fmla="*/ 23 w 23"/>
                <a:gd name="T29" fmla="*/ 2 h 9"/>
                <a:gd name="T30" fmla="*/ 23 w 23"/>
                <a:gd name="T31" fmla="*/ 2 h 9"/>
                <a:gd name="T32" fmla="*/ 22 w 23"/>
                <a:gd name="T3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9">
                  <a:moveTo>
                    <a:pt x="22" y="2"/>
                  </a:moveTo>
                  <a:cubicBezTo>
                    <a:pt x="20" y="3"/>
                    <a:pt x="18" y="4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2" y="6"/>
                    <a:pt x="8" y="7"/>
                    <a:pt x="5" y="8"/>
                  </a:cubicBezTo>
                  <a:cubicBezTo>
                    <a:pt x="4" y="8"/>
                    <a:pt x="3" y="9"/>
                    <a:pt x="2" y="9"/>
                  </a:cubicBezTo>
                  <a:cubicBezTo>
                    <a:pt x="1" y="9"/>
                    <a:pt x="1" y="9"/>
                    <a:pt x="0" y="9"/>
                  </a:cubicBezTo>
                  <a:cubicBezTo>
                    <a:pt x="0" y="9"/>
                    <a:pt x="0" y="8"/>
                    <a:pt x="0" y="7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8" y="5"/>
                    <a:pt x="11" y="5"/>
                    <a:pt x="14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7" y="2"/>
                    <a:pt x="19" y="1"/>
                    <a:pt x="2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1"/>
                    <a:pt x="23" y="1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lnTo>
                    <a:pt x="22" y="2"/>
                  </a:ln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2" name="Freeform 278">
              <a:extLst>
                <a:ext uri="{FF2B5EF4-FFF2-40B4-BE49-F238E27FC236}">
                  <a16:creationId xmlns:a16="http://schemas.microsoft.com/office/drawing/2014/main" id="{628D77A1-BAF6-49D5-9EBE-761735828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2875" y="2566988"/>
              <a:ext cx="68263" cy="26988"/>
            </a:xfrm>
            <a:custGeom>
              <a:avLst/>
              <a:gdLst>
                <a:gd name="T0" fmla="*/ 17 w 26"/>
                <a:gd name="T1" fmla="*/ 4 h 10"/>
                <a:gd name="T2" fmla="*/ 15 w 26"/>
                <a:gd name="T3" fmla="*/ 4 h 10"/>
                <a:gd name="T4" fmla="*/ 2 w 26"/>
                <a:gd name="T5" fmla="*/ 9 h 10"/>
                <a:gd name="T6" fmla="*/ 0 w 26"/>
                <a:gd name="T7" fmla="*/ 10 h 10"/>
                <a:gd name="T8" fmla="*/ 0 w 26"/>
                <a:gd name="T9" fmla="*/ 8 h 10"/>
                <a:gd name="T10" fmla="*/ 1 w 26"/>
                <a:gd name="T11" fmla="*/ 7 h 10"/>
                <a:gd name="T12" fmla="*/ 15 w 26"/>
                <a:gd name="T13" fmla="*/ 2 h 10"/>
                <a:gd name="T14" fmla="*/ 17 w 26"/>
                <a:gd name="T15" fmla="*/ 2 h 10"/>
                <a:gd name="T16" fmla="*/ 26 w 26"/>
                <a:gd name="T17" fmla="*/ 0 h 10"/>
                <a:gd name="T18" fmla="*/ 26 w 26"/>
                <a:gd name="T19" fmla="*/ 2 h 10"/>
                <a:gd name="T20" fmla="*/ 17 w 26"/>
                <a:gd name="T21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10">
                  <a:moveTo>
                    <a:pt x="17" y="4"/>
                  </a:moveTo>
                  <a:cubicBezTo>
                    <a:pt x="17" y="4"/>
                    <a:pt x="16" y="4"/>
                    <a:pt x="15" y="4"/>
                  </a:cubicBezTo>
                  <a:cubicBezTo>
                    <a:pt x="10" y="5"/>
                    <a:pt x="6" y="7"/>
                    <a:pt x="2" y="9"/>
                  </a:cubicBezTo>
                  <a:cubicBezTo>
                    <a:pt x="1" y="9"/>
                    <a:pt x="1" y="10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5" y="5"/>
                    <a:pt x="10" y="3"/>
                    <a:pt x="15" y="2"/>
                  </a:cubicBezTo>
                  <a:cubicBezTo>
                    <a:pt x="15" y="2"/>
                    <a:pt x="16" y="2"/>
                    <a:pt x="17" y="2"/>
                  </a:cubicBezTo>
                  <a:cubicBezTo>
                    <a:pt x="20" y="1"/>
                    <a:pt x="23" y="0"/>
                    <a:pt x="26" y="0"/>
                  </a:cubicBezTo>
                  <a:cubicBezTo>
                    <a:pt x="26" y="1"/>
                    <a:pt x="26" y="1"/>
                    <a:pt x="26" y="2"/>
                  </a:cubicBezTo>
                  <a:cubicBezTo>
                    <a:pt x="23" y="2"/>
                    <a:pt x="20" y="3"/>
                    <a:pt x="17" y="4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3" name="Freeform 279">
              <a:extLst>
                <a:ext uri="{FF2B5EF4-FFF2-40B4-BE49-F238E27FC236}">
                  <a16:creationId xmlns:a16="http://schemas.microsoft.com/office/drawing/2014/main" id="{E94AA1E1-1083-442B-8C7F-62551A75A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0813" y="2697163"/>
              <a:ext cx="46038" cy="20638"/>
            </a:xfrm>
            <a:custGeom>
              <a:avLst/>
              <a:gdLst>
                <a:gd name="T0" fmla="*/ 0 w 18"/>
                <a:gd name="T1" fmla="*/ 6 h 8"/>
                <a:gd name="T2" fmla="*/ 18 w 18"/>
                <a:gd name="T3" fmla="*/ 0 h 8"/>
                <a:gd name="T4" fmla="*/ 17 w 18"/>
                <a:gd name="T5" fmla="*/ 2 h 8"/>
                <a:gd name="T6" fmla="*/ 0 w 18"/>
                <a:gd name="T7" fmla="*/ 8 h 8"/>
                <a:gd name="T8" fmla="*/ 0 w 1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8">
                  <a:moveTo>
                    <a:pt x="0" y="6"/>
                  </a:moveTo>
                  <a:cubicBezTo>
                    <a:pt x="6" y="5"/>
                    <a:pt x="12" y="2"/>
                    <a:pt x="18" y="0"/>
                  </a:cubicBezTo>
                  <a:cubicBezTo>
                    <a:pt x="17" y="0"/>
                    <a:pt x="17" y="1"/>
                    <a:pt x="17" y="2"/>
                  </a:cubicBezTo>
                  <a:cubicBezTo>
                    <a:pt x="12" y="5"/>
                    <a:pt x="6" y="7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4" name="Freeform 280">
              <a:extLst>
                <a:ext uri="{FF2B5EF4-FFF2-40B4-BE49-F238E27FC236}">
                  <a16:creationId xmlns:a16="http://schemas.microsoft.com/office/drawing/2014/main" id="{7C9FED35-EDA0-4253-A5B3-0882F2368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7638" y="2665413"/>
              <a:ext cx="55563" cy="28575"/>
            </a:xfrm>
            <a:custGeom>
              <a:avLst/>
              <a:gdLst>
                <a:gd name="T0" fmla="*/ 21 w 21"/>
                <a:gd name="T1" fmla="*/ 0 h 11"/>
                <a:gd name="T2" fmla="*/ 21 w 21"/>
                <a:gd name="T3" fmla="*/ 3 h 11"/>
                <a:gd name="T4" fmla="*/ 1 w 21"/>
                <a:gd name="T5" fmla="*/ 11 h 11"/>
                <a:gd name="T6" fmla="*/ 0 w 21"/>
                <a:gd name="T7" fmla="*/ 11 h 11"/>
                <a:gd name="T8" fmla="*/ 0 w 21"/>
                <a:gd name="T9" fmla="*/ 9 h 11"/>
                <a:gd name="T10" fmla="*/ 0 w 21"/>
                <a:gd name="T11" fmla="*/ 9 h 11"/>
                <a:gd name="T12" fmla="*/ 21 w 21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1">
                  <a:moveTo>
                    <a:pt x="21" y="0"/>
                  </a:moveTo>
                  <a:cubicBezTo>
                    <a:pt x="21" y="1"/>
                    <a:pt x="21" y="2"/>
                    <a:pt x="21" y="3"/>
                  </a:cubicBezTo>
                  <a:cubicBezTo>
                    <a:pt x="15" y="7"/>
                    <a:pt x="8" y="9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0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8" y="7"/>
                    <a:pt x="16" y="5"/>
                    <a:pt x="21" y="0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5" name="Freeform 281">
              <a:extLst>
                <a:ext uri="{FF2B5EF4-FFF2-40B4-BE49-F238E27FC236}">
                  <a16:creationId xmlns:a16="http://schemas.microsoft.com/office/drawing/2014/main" id="{111EECF5-89E2-4F19-ACB8-37DDFCCFC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3513" y="2455863"/>
              <a:ext cx="28575" cy="7938"/>
            </a:xfrm>
            <a:custGeom>
              <a:avLst/>
              <a:gdLst>
                <a:gd name="T0" fmla="*/ 11 w 11"/>
                <a:gd name="T1" fmla="*/ 2 h 3"/>
                <a:gd name="T2" fmla="*/ 0 w 11"/>
                <a:gd name="T3" fmla="*/ 3 h 3"/>
                <a:gd name="T4" fmla="*/ 1 w 11"/>
                <a:gd name="T5" fmla="*/ 1 h 3"/>
                <a:gd name="T6" fmla="*/ 10 w 11"/>
                <a:gd name="T7" fmla="*/ 0 h 3"/>
                <a:gd name="T8" fmla="*/ 11 w 1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3">
                  <a:moveTo>
                    <a:pt x="11" y="2"/>
                  </a:moveTo>
                  <a:cubicBezTo>
                    <a:pt x="7" y="2"/>
                    <a:pt x="3" y="2"/>
                    <a:pt x="0" y="3"/>
                  </a:cubicBezTo>
                  <a:cubicBezTo>
                    <a:pt x="0" y="2"/>
                    <a:pt x="1" y="1"/>
                    <a:pt x="1" y="1"/>
                  </a:cubicBezTo>
                  <a:cubicBezTo>
                    <a:pt x="4" y="0"/>
                    <a:pt x="7" y="0"/>
                    <a:pt x="10" y="0"/>
                  </a:cubicBezTo>
                  <a:cubicBezTo>
                    <a:pt x="11" y="0"/>
                    <a:pt x="11" y="1"/>
                    <a:pt x="11" y="2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6" name="Freeform 282">
              <a:extLst>
                <a:ext uri="{FF2B5EF4-FFF2-40B4-BE49-F238E27FC236}">
                  <a16:creationId xmlns:a16="http://schemas.microsoft.com/office/drawing/2014/main" id="{29AFEC80-3AB8-4E60-AB11-5A17F930A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2875" y="2608263"/>
              <a:ext cx="68263" cy="26988"/>
            </a:xfrm>
            <a:custGeom>
              <a:avLst/>
              <a:gdLst>
                <a:gd name="T0" fmla="*/ 25 w 26"/>
                <a:gd name="T1" fmla="*/ 2 h 10"/>
                <a:gd name="T2" fmla="*/ 25 w 26"/>
                <a:gd name="T3" fmla="*/ 2 h 10"/>
                <a:gd name="T4" fmla="*/ 7 w 26"/>
                <a:gd name="T5" fmla="*/ 7 h 10"/>
                <a:gd name="T6" fmla="*/ 2 w 26"/>
                <a:gd name="T7" fmla="*/ 9 h 10"/>
                <a:gd name="T8" fmla="*/ 0 w 26"/>
                <a:gd name="T9" fmla="*/ 10 h 10"/>
                <a:gd name="T10" fmla="*/ 0 w 26"/>
                <a:gd name="T11" fmla="*/ 8 h 10"/>
                <a:gd name="T12" fmla="*/ 2 w 26"/>
                <a:gd name="T13" fmla="*/ 7 h 10"/>
                <a:gd name="T14" fmla="*/ 7 w 26"/>
                <a:gd name="T15" fmla="*/ 5 h 10"/>
                <a:gd name="T16" fmla="*/ 24 w 26"/>
                <a:gd name="T17" fmla="*/ 0 h 10"/>
                <a:gd name="T18" fmla="*/ 24 w 26"/>
                <a:gd name="T19" fmla="*/ 0 h 10"/>
                <a:gd name="T20" fmla="*/ 26 w 26"/>
                <a:gd name="T21" fmla="*/ 0 h 10"/>
                <a:gd name="T22" fmla="*/ 26 w 26"/>
                <a:gd name="T23" fmla="*/ 0 h 10"/>
                <a:gd name="T24" fmla="*/ 26 w 26"/>
                <a:gd name="T25" fmla="*/ 2 h 10"/>
                <a:gd name="T26" fmla="*/ 25 w 26"/>
                <a:gd name="T2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10">
                  <a:moveTo>
                    <a:pt x="25" y="2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18" y="2"/>
                    <a:pt x="13" y="5"/>
                    <a:pt x="7" y="7"/>
                  </a:cubicBezTo>
                  <a:cubicBezTo>
                    <a:pt x="6" y="8"/>
                    <a:pt x="4" y="9"/>
                    <a:pt x="2" y="9"/>
                  </a:cubicBezTo>
                  <a:cubicBezTo>
                    <a:pt x="2" y="9"/>
                    <a:pt x="1" y="9"/>
                    <a:pt x="0" y="10"/>
                  </a:cubicBezTo>
                  <a:cubicBezTo>
                    <a:pt x="0" y="9"/>
                    <a:pt x="0" y="8"/>
                    <a:pt x="0" y="8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4" y="7"/>
                    <a:pt x="5" y="6"/>
                    <a:pt x="7" y="5"/>
                  </a:cubicBezTo>
                  <a:cubicBezTo>
                    <a:pt x="13" y="3"/>
                    <a:pt x="18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1"/>
                    <a:pt x="26" y="2"/>
                  </a:cubicBezTo>
                  <a:cubicBezTo>
                    <a:pt x="25" y="2"/>
                    <a:pt x="25" y="2"/>
                    <a:pt x="25" y="2"/>
                  </a:cubicBez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7" name="Freeform 283">
              <a:extLst>
                <a:ext uri="{FF2B5EF4-FFF2-40B4-BE49-F238E27FC236}">
                  <a16:creationId xmlns:a16="http://schemas.microsoft.com/office/drawing/2014/main" id="{BA74BB97-BE59-4147-9018-9BA15F9E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2875" y="2627313"/>
              <a:ext cx="65088" cy="28575"/>
            </a:xfrm>
            <a:custGeom>
              <a:avLst/>
              <a:gdLst>
                <a:gd name="T0" fmla="*/ 23 w 25"/>
                <a:gd name="T1" fmla="*/ 3 h 11"/>
                <a:gd name="T2" fmla="*/ 15 w 25"/>
                <a:gd name="T3" fmla="*/ 6 h 11"/>
                <a:gd name="T4" fmla="*/ 2 w 25"/>
                <a:gd name="T5" fmla="*/ 11 h 11"/>
                <a:gd name="T6" fmla="*/ 1 w 25"/>
                <a:gd name="T7" fmla="*/ 11 h 11"/>
                <a:gd name="T8" fmla="*/ 0 w 25"/>
                <a:gd name="T9" fmla="*/ 9 h 11"/>
                <a:gd name="T10" fmla="*/ 1 w 25"/>
                <a:gd name="T11" fmla="*/ 9 h 11"/>
                <a:gd name="T12" fmla="*/ 14 w 25"/>
                <a:gd name="T13" fmla="*/ 4 h 11"/>
                <a:gd name="T14" fmla="*/ 22 w 25"/>
                <a:gd name="T15" fmla="*/ 1 h 11"/>
                <a:gd name="T16" fmla="*/ 23 w 25"/>
                <a:gd name="T17" fmla="*/ 1 h 11"/>
                <a:gd name="T18" fmla="*/ 25 w 25"/>
                <a:gd name="T19" fmla="*/ 0 h 11"/>
                <a:gd name="T20" fmla="*/ 25 w 25"/>
                <a:gd name="T21" fmla="*/ 2 h 11"/>
                <a:gd name="T22" fmla="*/ 24 w 25"/>
                <a:gd name="T23" fmla="*/ 3 h 11"/>
                <a:gd name="T24" fmla="*/ 23 w 25"/>
                <a:gd name="T25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11">
                  <a:moveTo>
                    <a:pt x="23" y="3"/>
                  </a:moveTo>
                  <a:cubicBezTo>
                    <a:pt x="20" y="4"/>
                    <a:pt x="18" y="5"/>
                    <a:pt x="15" y="6"/>
                  </a:cubicBezTo>
                  <a:cubicBezTo>
                    <a:pt x="11" y="7"/>
                    <a:pt x="6" y="9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0" y="10"/>
                    <a:pt x="0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5" y="7"/>
                    <a:pt x="10" y="5"/>
                    <a:pt x="14" y="4"/>
                  </a:cubicBezTo>
                  <a:cubicBezTo>
                    <a:pt x="17" y="3"/>
                    <a:pt x="20" y="2"/>
                    <a:pt x="22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4" y="0"/>
                    <a:pt x="25" y="0"/>
                    <a:pt x="25" y="0"/>
                  </a:cubicBezTo>
                  <a:cubicBezTo>
                    <a:pt x="25" y="0"/>
                    <a:pt x="25" y="1"/>
                    <a:pt x="25" y="2"/>
                  </a:cubicBezTo>
                  <a:cubicBezTo>
                    <a:pt x="25" y="2"/>
                    <a:pt x="24" y="2"/>
                    <a:pt x="24" y="3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9FC2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8" name="Freeform 284">
              <a:extLst>
                <a:ext uri="{FF2B5EF4-FFF2-40B4-BE49-F238E27FC236}">
                  <a16:creationId xmlns:a16="http://schemas.microsoft.com/office/drawing/2014/main" id="{CEFD6D99-873C-4624-AD3E-2C536E12B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6213" y="2476500"/>
              <a:ext cx="134938" cy="301625"/>
            </a:xfrm>
            <a:custGeom>
              <a:avLst/>
              <a:gdLst>
                <a:gd name="T0" fmla="*/ 40 w 52"/>
                <a:gd name="T1" fmla="*/ 0 h 116"/>
                <a:gd name="T2" fmla="*/ 11 w 52"/>
                <a:gd name="T3" fmla="*/ 116 h 116"/>
                <a:gd name="T4" fmla="*/ 0 w 52"/>
                <a:gd name="T5" fmla="*/ 114 h 116"/>
                <a:gd name="T6" fmla="*/ 40 w 52"/>
                <a:gd name="T7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16">
                  <a:moveTo>
                    <a:pt x="40" y="0"/>
                  </a:moveTo>
                  <a:cubicBezTo>
                    <a:pt x="40" y="0"/>
                    <a:pt x="52" y="58"/>
                    <a:pt x="11" y="116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4"/>
                    <a:pt x="1" y="50"/>
                    <a:pt x="40" y="0"/>
                  </a:cubicBezTo>
                  <a:close/>
                </a:path>
              </a:pathLst>
            </a:custGeom>
            <a:solidFill>
              <a:srgbClr val="4E7C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29" name="Freeform 285">
              <a:extLst>
                <a:ext uri="{FF2B5EF4-FFF2-40B4-BE49-F238E27FC236}">
                  <a16:creationId xmlns:a16="http://schemas.microsoft.com/office/drawing/2014/main" id="{233998F1-77A3-4B5D-8E3B-D0F58EEE6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8600" y="2552700"/>
              <a:ext cx="53975" cy="6350"/>
            </a:xfrm>
            <a:custGeom>
              <a:avLst/>
              <a:gdLst>
                <a:gd name="T0" fmla="*/ 18 w 21"/>
                <a:gd name="T1" fmla="*/ 1 h 3"/>
                <a:gd name="T2" fmla="*/ 21 w 21"/>
                <a:gd name="T3" fmla="*/ 0 h 3"/>
                <a:gd name="T4" fmla="*/ 21 w 21"/>
                <a:gd name="T5" fmla="*/ 2 h 3"/>
                <a:gd name="T6" fmla="*/ 18 w 21"/>
                <a:gd name="T7" fmla="*/ 2 h 3"/>
                <a:gd name="T8" fmla="*/ 13 w 21"/>
                <a:gd name="T9" fmla="*/ 3 h 3"/>
                <a:gd name="T10" fmla="*/ 0 w 21"/>
                <a:gd name="T11" fmla="*/ 3 h 3"/>
                <a:gd name="T12" fmla="*/ 1 w 21"/>
                <a:gd name="T13" fmla="*/ 1 h 3"/>
                <a:gd name="T14" fmla="*/ 13 w 21"/>
                <a:gd name="T15" fmla="*/ 1 h 3"/>
                <a:gd name="T16" fmla="*/ 18 w 21"/>
                <a:gd name="T1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">
                  <a:moveTo>
                    <a:pt x="18" y="1"/>
                  </a:moveTo>
                  <a:cubicBezTo>
                    <a:pt x="19" y="0"/>
                    <a:pt x="20" y="0"/>
                    <a:pt x="21" y="0"/>
                  </a:cubicBezTo>
                  <a:cubicBezTo>
                    <a:pt x="21" y="1"/>
                    <a:pt x="21" y="1"/>
                    <a:pt x="21" y="2"/>
                  </a:cubicBezTo>
                  <a:cubicBezTo>
                    <a:pt x="20" y="2"/>
                    <a:pt x="19" y="2"/>
                    <a:pt x="18" y="2"/>
                  </a:cubicBezTo>
                  <a:cubicBezTo>
                    <a:pt x="16" y="3"/>
                    <a:pt x="15" y="3"/>
                    <a:pt x="13" y="3"/>
                  </a:cubicBezTo>
                  <a:cubicBezTo>
                    <a:pt x="10" y="3"/>
                    <a:pt x="5" y="3"/>
                    <a:pt x="0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6" y="1"/>
                    <a:pt x="10" y="1"/>
                    <a:pt x="13" y="1"/>
                  </a:cubicBezTo>
                  <a:cubicBezTo>
                    <a:pt x="15" y="1"/>
                    <a:pt x="16" y="1"/>
                    <a:pt x="18" y="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0" name="Freeform 286">
              <a:extLst>
                <a:ext uri="{FF2B5EF4-FFF2-40B4-BE49-F238E27FC236}">
                  <a16:creationId xmlns:a16="http://schemas.microsoft.com/office/drawing/2014/main" id="{4EC0C81C-83C3-4B19-9702-2FF83F218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1138" y="2593975"/>
              <a:ext cx="66675" cy="12700"/>
            </a:xfrm>
            <a:custGeom>
              <a:avLst/>
              <a:gdLst>
                <a:gd name="T0" fmla="*/ 19 w 26"/>
                <a:gd name="T1" fmla="*/ 3 h 5"/>
                <a:gd name="T2" fmla="*/ 13 w 26"/>
                <a:gd name="T3" fmla="*/ 2 h 5"/>
                <a:gd name="T4" fmla="*/ 3 w 26"/>
                <a:gd name="T5" fmla="*/ 4 h 5"/>
                <a:gd name="T6" fmla="*/ 2 w 26"/>
                <a:gd name="T7" fmla="*/ 4 h 5"/>
                <a:gd name="T8" fmla="*/ 0 w 26"/>
                <a:gd name="T9" fmla="*/ 5 h 5"/>
                <a:gd name="T10" fmla="*/ 1 w 26"/>
                <a:gd name="T11" fmla="*/ 3 h 5"/>
                <a:gd name="T12" fmla="*/ 1 w 26"/>
                <a:gd name="T13" fmla="*/ 3 h 5"/>
                <a:gd name="T14" fmla="*/ 2 w 26"/>
                <a:gd name="T15" fmla="*/ 2 h 5"/>
                <a:gd name="T16" fmla="*/ 13 w 26"/>
                <a:gd name="T17" fmla="*/ 0 h 5"/>
                <a:gd name="T18" fmla="*/ 19 w 26"/>
                <a:gd name="T19" fmla="*/ 1 h 5"/>
                <a:gd name="T20" fmla="*/ 26 w 26"/>
                <a:gd name="T21" fmla="*/ 3 h 5"/>
                <a:gd name="T22" fmla="*/ 26 w 26"/>
                <a:gd name="T23" fmla="*/ 5 h 5"/>
                <a:gd name="T24" fmla="*/ 19 w 26"/>
                <a:gd name="T2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5">
                  <a:moveTo>
                    <a:pt x="19" y="3"/>
                  </a:moveTo>
                  <a:cubicBezTo>
                    <a:pt x="16" y="3"/>
                    <a:pt x="14" y="2"/>
                    <a:pt x="13" y="2"/>
                  </a:cubicBezTo>
                  <a:cubicBezTo>
                    <a:pt x="9" y="2"/>
                    <a:pt x="6" y="2"/>
                    <a:pt x="3" y="4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6" y="0"/>
                    <a:pt x="9" y="0"/>
                    <a:pt x="13" y="0"/>
                  </a:cubicBezTo>
                  <a:cubicBezTo>
                    <a:pt x="15" y="0"/>
                    <a:pt x="17" y="1"/>
                    <a:pt x="19" y="1"/>
                  </a:cubicBezTo>
                  <a:cubicBezTo>
                    <a:pt x="21" y="2"/>
                    <a:pt x="24" y="3"/>
                    <a:pt x="26" y="3"/>
                  </a:cubicBezTo>
                  <a:cubicBezTo>
                    <a:pt x="26" y="4"/>
                    <a:pt x="26" y="4"/>
                    <a:pt x="26" y="5"/>
                  </a:cubicBezTo>
                  <a:cubicBezTo>
                    <a:pt x="24" y="5"/>
                    <a:pt x="21" y="4"/>
                    <a:pt x="19" y="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1" name="Freeform 287">
              <a:extLst>
                <a:ext uri="{FF2B5EF4-FFF2-40B4-BE49-F238E27FC236}">
                  <a16:creationId xmlns:a16="http://schemas.microsoft.com/office/drawing/2014/main" id="{2D200860-90E5-4376-BC45-6BB1AE848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7650" y="2524125"/>
              <a:ext cx="38100" cy="14288"/>
            </a:xfrm>
            <a:custGeom>
              <a:avLst/>
              <a:gdLst>
                <a:gd name="T0" fmla="*/ 15 w 15"/>
                <a:gd name="T1" fmla="*/ 6 h 6"/>
                <a:gd name="T2" fmla="*/ 1 w 15"/>
                <a:gd name="T3" fmla="*/ 2 h 6"/>
                <a:gd name="T4" fmla="*/ 0 w 15"/>
                <a:gd name="T5" fmla="*/ 2 h 6"/>
                <a:gd name="T6" fmla="*/ 1 w 15"/>
                <a:gd name="T7" fmla="*/ 0 h 6"/>
                <a:gd name="T8" fmla="*/ 1 w 15"/>
                <a:gd name="T9" fmla="*/ 1 h 6"/>
                <a:gd name="T10" fmla="*/ 15 w 15"/>
                <a:gd name="T11" fmla="*/ 4 h 6"/>
                <a:gd name="T12" fmla="*/ 15 w 15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6">
                  <a:moveTo>
                    <a:pt x="15" y="6"/>
                  </a:moveTo>
                  <a:cubicBezTo>
                    <a:pt x="10" y="5"/>
                    <a:pt x="5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6" y="2"/>
                    <a:pt x="10" y="3"/>
                    <a:pt x="15" y="4"/>
                  </a:cubicBezTo>
                  <a:cubicBezTo>
                    <a:pt x="15" y="4"/>
                    <a:pt x="15" y="5"/>
                    <a:pt x="15" y="6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2" name="Freeform 288">
              <a:extLst>
                <a:ext uri="{FF2B5EF4-FFF2-40B4-BE49-F238E27FC236}">
                  <a16:creationId xmlns:a16="http://schemas.microsoft.com/office/drawing/2014/main" id="{3ABF8F32-0C78-42E0-979A-0CC1A3724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9075" y="2570163"/>
              <a:ext cx="63500" cy="15875"/>
            </a:xfrm>
            <a:custGeom>
              <a:avLst/>
              <a:gdLst>
                <a:gd name="T0" fmla="*/ 1 w 25"/>
                <a:gd name="T1" fmla="*/ 4 h 6"/>
                <a:gd name="T2" fmla="*/ 25 w 25"/>
                <a:gd name="T3" fmla="*/ 0 h 6"/>
                <a:gd name="T4" fmla="*/ 25 w 25"/>
                <a:gd name="T5" fmla="*/ 2 h 6"/>
                <a:gd name="T6" fmla="*/ 0 w 25"/>
                <a:gd name="T7" fmla="*/ 6 h 6"/>
                <a:gd name="T8" fmla="*/ 1 w 25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6">
                  <a:moveTo>
                    <a:pt x="1" y="4"/>
                  </a:moveTo>
                  <a:cubicBezTo>
                    <a:pt x="9" y="3"/>
                    <a:pt x="17" y="2"/>
                    <a:pt x="25" y="0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16" y="4"/>
                    <a:pt x="8" y="5"/>
                    <a:pt x="0" y="6"/>
                  </a:cubicBezTo>
                  <a:cubicBezTo>
                    <a:pt x="1" y="5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3" name="Freeform 289">
              <a:extLst>
                <a:ext uri="{FF2B5EF4-FFF2-40B4-BE49-F238E27FC236}">
                  <a16:creationId xmlns:a16="http://schemas.microsoft.com/office/drawing/2014/main" id="{66CE6B9B-B542-401C-9135-7240F33D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6213" y="2767013"/>
              <a:ext cx="39688" cy="7938"/>
            </a:xfrm>
            <a:custGeom>
              <a:avLst/>
              <a:gdLst>
                <a:gd name="T0" fmla="*/ 0 w 15"/>
                <a:gd name="T1" fmla="*/ 1 h 3"/>
                <a:gd name="T2" fmla="*/ 9 w 15"/>
                <a:gd name="T3" fmla="*/ 0 h 3"/>
                <a:gd name="T4" fmla="*/ 15 w 15"/>
                <a:gd name="T5" fmla="*/ 0 h 3"/>
                <a:gd name="T6" fmla="*/ 13 w 15"/>
                <a:gd name="T7" fmla="*/ 2 h 3"/>
                <a:gd name="T8" fmla="*/ 9 w 15"/>
                <a:gd name="T9" fmla="*/ 2 h 3"/>
                <a:gd name="T10" fmla="*/ 1 w 15"/>
                <a:gd name="T11" fmla="*/ 3 h 3"/>
                <a:gd name="T12" fmla="*/ 0 w 15"/>
                <a:gd name="T13" fmla="*/ 2 h 3"/>
                <a:gd name="T14" fmla="*/ 0 w 15"/>
                <a:gd name="T1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3">
                  <a:moveTo>
                    <a:pt x="0" y="1"/>
                  </a:moveTo>
                  <a:cubicBezTo>
                    <a:pt x="3" y="1"/>
                    <a:pt x="6" y="0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4" y="0"/>
                    <a:pt x="14" y="1"/>
                    <a:pt x="13" y="2"/>
                  </a:cubicBezTo>
                  <a:cubicBezTo>
                    <a:pt x="12" y="2"/>
                    <a:pt x="11" y="2"/>
                    <a:pt x="9" y="2"/>
                  </a:cubicBezTo>
                  <a:cubicBezTo>
                    <a:pt x="7" y="2"/>
                    <a:pt x="4" y="2"/>
                    <a:pt x="1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4" name="Freeform 290">
              <a:extLst>
                <a:ext uri="{FF2B5EF4-FFF2-40B4-BE49-F238E27FC236}">
                  <a16:creationId xmlns:a16="http://schemas.microsoft.com/office/drawing/2014/main" id="{318A537E-24ED-4556-A31C-33A29D08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8288" y="2492375"/>
              <a:ext cx="14288" cy="7938"/>
            </a:xfrm>
            <a:custGeom>
              <a:avLst/>
              <a:gdLst>
                <a:gd name="T0" fmla="*/ 3 w 6"/>
                <a:gd name="T1" fmla="*/ 2 h 3"/>
                <a:gd name="T2" fmla="*/ 0 w 6"/>
                <a:gd name="T3" fmla="*/ 1 h 3"/>
                <a:gd name="T4" fmla="*/ 1 w 6"/>
                <a:gd name="T5" fmla="*/ 0 h 3"/>
                <a:gd name="T6" fmla="*/ 6 w 6"/>
                <a:gd name="T7" fmla="*/ 1 h 3"/>
                <a:gd name="T8" fmla="*/ 6 w 6"/>
                <a:gd name="T9" fmla="*/ 3 h 3"/>
                <a:gd name="T10" fmla="*/ 3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3" y="2"/>
                  </a:moveTo>
                  <a:cubicBezTo>
                    <a:pt x="2" y="2"/>
                    <a:pt x="1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6" y="1"/>
                    <a:pt x="6" y="2"/>
                    <a:pt x="6" y="3"/>
                  </a:cubicBezTo>
                  <a:cubicBezTo>
                    <a:pt x="5" y="3"/>
                    <a:pt x="4" y="2"/>
                    <a:pt x="3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5" name="Freeform 291">
              <a:extLst>
                <a:ext uri="{FF2B5EF4-FFF2-40B4-BE49-F238E27FC236}">
                  <a16:creationId xmlns:a16="http://schemas.microsoft.com/office/drawing/2014/main" id="{8D3C0311-B4D6-4911-A58E-35DB3B18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6850" y="2640013"/>
              <a:ext cx="73025" cy="7938"/>
            </a:xfrm>
            <a:custGeom>
              <a:avLst/>
              <a:gdLst>
                <a:gd name="T0" fmla="*/ 9 w 28"/>
                <a:gd name="T1" fmla="*/ 3 h 3"/>
                <a:gd name="T2" fmla="*/ 7 w 28"/>
                <a:gd name="T3" fmla="*/ 3 h 3"/>
                <a:gd name="T4" fmla="*/ 0 w 28"/>
                <a:gd name="T5" fmla="*/ 3 h 3"/>
                <a:gd name="T6" fmla="*/ 1 w 28"/>
                <a:gd name="T7" fmla="*/ 1 h 3"/>
                <a:gd name="T8" fmla="*/ 7 w 28"/>
                <a:gd name="T9" fmla="*/ 1 h 3"/>
                <a:gd name="T10" fmla="*/ 9 w 28"/>
                <a:gd name="T11" fmla="*/ 1 h 3"/>
                <a:gd name="T12" fmla="*/ 12 w 28"/>
                <a:gd name="T13" fmla="*/ 1 h 3"/>
                <a:gd name="T14" fmla="*/ 28 w 28"/>
                <a:gd name="T15" fmla="*/ 0 h 3"/>
                <a:gd name="T16" fmla="*/ 27 w 28"/>
                <a:gd name="T17" fmla="*/ 2 h 3"/>
                <a:gd name="T18" fmla="*/ 12 w 28"/>
                <a:gd name="T19" fmla="*/ 3 h 3"/>
                <a:gd name="T20" fmla="*/ 9 w 28"/>
                <a:gd name="T2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3">
                  <a:moveTo>
                    <a:pt x="9" y="3"/>
                  </a:moveTo>
                  <a:cubicBezTo>
                    <a:pt x="8" y="3"/>
                    <a:pt x="8" y="3"/>
                    <a:pt x="7" y="3"/>
                  </a:cubicBezTo>
                  <a:cubicBezTo>
                    <a:pt x="5" y="3"/>
                    <a:pt x="2" y="3"/>
                    <a:pt x="0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3" y="1"/>
                    <a:pt x="5" y="1"/>
                    <a:pt x="7" y="1"/>
                  </a:cubicBezTo>
                  <a:cubicBezTo>
                    <a:pt x="8" y="1"/>
                    <a:pt x="9" y="1"/>
                    <a:pt x="9" y="1"/>
                  </a:cubicBezTo>
                  <a:cubicBezTo>
                    <a:pt x="10" y="1"/>
                    <a:pt x="11" y="1"/>
                    <a:pt x="12" y="1"/>
                  </a:cubicBezTo>
                  <a:cubicBezTo>
                    <a:pt x="17" y="1"/>
                    <a:pt x="23" y="1"/>
                    <a:pt x="28" y="0"/>
                  </a:cubicBezTo>
                  <a:cubicBezTo>
                    <a:pt x="28" y="1"/>
                    <a:pt x="28" y="1"/>
                    <a:pt x="27" y="2"/>
                  </a:cubicBezTo>
                  <a:cubicBezTo>
                    <a:pt x="22" y="3"/>
                    <a:pt x="17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6" name="Freeform 292">
              <a:extLst>
                <a:ext uri="{FF2B5EF4-FFF2-40B4-BE49-F238E27FC236}">
                  <a16:creationId xmlns:a16="http://schemas.microsoft.com/office/drawing/2014/main" id="{48E2F6F4-0898-4057-A53F-0B4C15C12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4150" y="2700338"/>
              <a:ext cx="65088" cy="7938"/>
            </a:xfrm>
            <a:custGeom>
              <a:avLst/>
              <a:gdLst>
                <a:gd name="T0" fmla="*/ 23 w 25"/>
                <a:gd name="T1" fmla="*/ 2 h 3"/>
                <a:gd name="T2" fmla="*/ 16 w 25"/>
                <a:gd name="T3" fmla="*/ 3 h 3"/>
                <a:gd name="T4" fmla="*/ 16 w 25"/>
                <a:gd name="T5" fmla="*/ 3 h 3"/>
                <a:gd name="T6" fmla="*/ 5 w 25"/>
                <a:gd name="T7" fmla="*/ 3 h 3"/>
                <a:gd name="T8" fmla="*/ 2 w 25"/>
                <a:gd name="T9" fmla="*/ 3 h 3"/>
                <a:gd name="T10" fmla="*/ 0 w 25"/>
                <a:gd name="T11" fmla="*/ 3 h 3"/>
                <a:gd name="T12" fmla="*/ 0 w 25"/>
                <a:gd name="T13" fmla="*/ 1 h 3"/>
                <a:gd name="T14" fmla="*/ 2 w 25"/>
                <a:gd name="T15" fmla="*/ 1 h 3"/>
                <a:gd name="T16" fmla="*/ 5 w 25"/>
                <a:gd name="T17" fmla="*/ 1 h 3"/>
                <a:gd name="T18" fmla="*/ 15 w 25"/>
                <a:gd name="T19" fmla="*/ 1 h 3"/>
                <a:gd name="T20" fmla="*/ 16 w 25"/>
                <a:gd name="T21" fmla="*/ 1 h 3"/>
                <a:gd name="T22" fmla="*/ 23 w 25"/>
                <a:gd name="T23" fmla="*/ 0 h 3"/>
                <a:gd name="T24" fmla="*/ 24 w 25"/>
                <a:gd name="T25" fmla="*/ 0 h 3"/>
                <a:gd name="T26" fmla="*/ 25 w 25"/>
                <a:gd name="T27" fmla="*/ 0 h 3"/>
                <a:gd name="T28" fmla="*/ 24 w 25"/>
                <a:gd name="T29" fmla="*/ 2 h 3"/>
                <a:gd name="T30" fmla="*/ 24 w 25"/>
                <a:gd name="T31" fmla="*/ 2 h 3"/>
                <a:gd name="T32" fmla="*/ 23 w 25"/>
                <a:gd name="T3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">
                  <a:moveTo>
                    <a:pt x="23" y="2"/>
                  </a:moveTo>
                  <a:cubicBezTo>
                    <a:pt x="21" y="2"/>
                    <a:pt x="18" y="2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2" y="3"/>
                    <a:pt x="8" y="3"/>
                    <a:pt x="5" y="3"/>
                  </a:cubicBezTo>
                  <a:cubicBezTo>
                    <a:pt x="4" y="3"/>
                    <a:pt x="3" y="3"/>
                    <a:pt x="2" y="3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3" y="1"/>
                    <a:pt x="4" y="1"/>
                    <a:pt x="5" y="1"/>
                  </a:cubicBezTo>
                  <a:cubicBezTo>
                    <a:pt x="8" y="1"/>
                    <a:pt x="12" y="1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8" y="0"/>
                    <a:pt x="21" y="0"/>
                    <a:pt x="23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1"/>
                    <a:pt x="25" y="1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lnTo>
                    <a:pt x="23" y="2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7" name="Freeform 293">
              <a:extLst>
                <a:ext uri="{FF2B5EF4-FFF2-40B4-BE49-F238E27FC236}">
                  <a16:creationId xmlns:a16="http://schemas.microsoft.com/office/drawing/2014/main" id="{6F1663A3-D598-48E5-B993-2B12F38E1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3200" y="2619375"/>
              <a:ext cx="69850" cy="12700"/>
            </a:xfrm>
            <a:custGeom>
              <a:avLst/>
              <a:gdLst>
                <a:gd name="T0" fmla="*/ 18 w 27"/>
                <a:gd name="T1" fmla="*/ 3 h 5"/>
                <a:gd name="T2" fmla="*/ 16 w 27"/>
                <a:gd name="T3" fmla="*/ 3 h 5"/>
                <a:gd name="T4" fmla="*/ 2 w 27"/>
                <a:gd name="T5" fmla="*/ 4 h 5"/>
                <a:gd name="T6" fmla="*/ 0 w 27"/>
                <a:gd name="T7" fmla="*/ 5 h 5"/>
                <a:gd name="T8" fmla="*/ 1 w 27"/>
                <a:gd name="T9" fmla="*/ 2 h 5"/>
                <a:gd name="T10" fmla="*/ 1 w 27"/>
                <a:gd name="T11" fmla="*/ 2 h 5"/>
                <a:gd name="T12" fmla="*/ 16 w 27"/>
                <a:gd name="T13" fmla="*/ 1 h 5"/>
                <a:gd name="T14" fmla="*/ 19 w 27"/>
                <a:gd name="T15" fmla="*/ 1 h 5"/>
                <a:gd name="T16" fmla="*/ 27 w 27"/>
                <a:gd name="T17" fmla="*/ 2 h 5"/>
                <a:gd name="T18" fmla="*/ 27 w 27"/>
                <a:gd name="T19" fmla="*/ 4 h 5"/>
                <a:gd name="T20" fmla="*/ 18 w 27"/>
                <a:gd name="T21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5">
                  <a:moveTo>
                    <a:pt x="18" y="3"/>
                  </a:moveTo>
                  <a:cubicBezTo>
                    <a:pt x="18" y="3"/>
                    <a:pt x="17" y="3"/>
                    <a:pt x="16" y="3"/>
                  </a:cubicBezTo>
                  <a:cubicBezTo>
                    <a:pt x="11" y="2"/>
                    <a:pt x="6" y="3"/>
                    <a:pt x="2" y="4"/>
                  </a:cubicBezTo>
                  <a:cubicBezTo>
                    <a:pt x="1" y="4"/>
                    <a:pt x="1" y="4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6" y="1"/>
                    <a:pt x="11" y="0"/>
                    <a:pt x="16" y="1"/>
                  </a:cubicBezTo>
                  <a:cubicBezTo>
                    <a:pt x="17" y="1"/>
                    <a:pt x="18" y="1"/>
                    <a:pt x="19" y="1"/>
                  </a:cubicBezTo>
                  <a:cubicBezTo>
                    <a:pt x="21" y="1"/>
                    <a:pt x="25" y="1"/>
                    <a:pt x="27" y="2"/>
                  </a:cubicBezTo>
                  <a:cubicBezTo>
                    <a:pt x="27" y="2"/>
                    <a:pt x="27" y="3"/>
                    <a:pt x="27" y="4"/>
                  </a:cubicBezTo>
                  <a:cubicBezTo>
                    <a:pt x="24" y="3"/>
                    <a:pt x="21" y="3"/>
                    <a:pt x="18" y="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8" name="Freeform 294">
              <a:extLst>
                <a:ext uri="{FF2B5EF4-FFF2-40B4-BE49-F238E27FC236}">
                  <a16:creationId xmlns:a16="http://schemas.microsoft.com/office/drawing/2014/main" id="{2E8C908F-CA5C-420C-AC1F-669551685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388" y="2743200"/>
              <a:ext cx="49213" cy="11113"/>
            </a:xfrm>
            <a:custGeom>
              <a:avLst/>
              <a:gdLst>
                <a:gd name="T0" fmla="*/ 0 w 19"/>
                <a:gd name="T1" fmla="*/ 2 h 4"/>
                <a:gd name="T2" fmla="*/ 19 w 19"/>
                <a:gd name="T3" fmla="*/ 0 h 4"/>
                <a:gd name="T4" fmla="*/ 17 w 19"/>
                <a:gd name="T5" fmla="*/ 2 h 4"/>
                <a:gd name="T6" fmla="*/ 0 w 19"/>
                <a:gd name="T7" fmla="*/ 4 h 4"/>
                <a:gd name="T8" fmla="*/ 0 w 1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">
                  <a:moveTo>
                    <a:pt x="0" y="2"/>
                  </a:moveTo>
                  <a:cubicBezTo>
                    <a:pt x="6" y="2"/>
                    <a:pt x="13" y="1"/>
                    <a:pt x="19" y="0"/>
                  </a:cubicBezTo>
                  <a:cubicBezTo>
                    <a:pt x="18" y="1"/>
                    <a:pt x="18" y="2"/>
                    <a:pt x="17" y="2"/>
                  </a:cubicBezTo>
                  <a:cubicBezTo>
                    <a:pt x="12" y="4"/>
                    <a:pt x="5" y="4"/>
                    <a:pt x="0" y="4"/>
                  </a:cubicBezTo>
                  <a:cubicBezTo>
                    <a:pt x="0" y="3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39" name="Freeform 295">
              <a:extLst>
                <a:ext uri="{FF2B5EF4-FFF2-40B4-BE49-F238E27FC236}">
                  <a16:creationId xmlns:a16="http://schemas.microsoft.com/office/drawing/2014/main" id="{252C9588-DA34-47A7-8438-402F785F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2563" y="2714625"/>
              <a:ext cx="58738" cy="15875"/>
            </a:xfrm>
            <a:custGeom>
              <a:avLst/>
              <a:gdLst>
                <a:gd name="T0" fmla="*/ 23 w 23"/>
                <a:gd name="T1" fmla="*/ 0 h 6"/>
                <a:gd name="T2" fmla="*/ 22 w 23"/>
                <a:gd name="T3" fmla="*/ 3 h 6"/>
                <a:gd name="T4" fmla="*/ 1 w 23"/>
                <a:gd name="T5" fmla="*/ 6 h 6"/>
                <a:gd name="T6" fmla="*/ 0 w 23"/>
                <a:gd name="T7" fmla="*/ 6 h 6"/>
                <a:gd name="T8" fmla="*/ 0 w 23"/>
                <a:gd name="T9" fmla="*/ 4 h 6"/>
                <a:gd name="T10" fmla="*/ 1 w 23"/>
                <a:gd name="T11" fmla="*/ 4 h 6"/>
                <a:gd name="T12" fmla="*/ 23 w 2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6">
                  <a:moveTo>
                    <a:pt x="23" y="0"/>
                  </a:moveTo>
                  <a:cubicBezTo>
                    <a:pt x="23" y="1"/>
                    <a:pt x="22" y="2"/>
                    <a:pt x="22" y="3"/>
                  </a:cubicBezTo>
                  <a:cubicBezTo>
                    <a:pt x="15" y="6"/>
                    <a:pt x="8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8" y="4"/>
                    <a:pt x="16" y="4"/>
                    <a:pt x="23" y="0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0" name="Freeform 296">
              <a:extLst>
                <a:ext uri="{FF2B5EF4-FFF2-40B4-BE49-F238E27FC236}">
                  <a16:creationId xmlns:a16="http://schemas.microsoft.com/office/drawing/2014/main" id="{3717022F-265A-402D-8C27-648CBE3C3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7175" y="2505075"/>
              <a:ext cx="28575" cy="11113"/>
            </a:xfrm>
            <a:custGeom>
              <a:avLst/>
              <a:gdLst>
                <a:gd name="T0" fmla="*/ 10 w 11"/>
                <a:gd name="T1" fmla="*/ 4 h 4"/>
                <a:gd name="T2" fmla="*/ 0 w 11"/>
                <a:gd name="T3" fmla="*/ 2 h 4"/>
                <a:gd name="T4" fmla="*/ 1 w 11"/>
                <a:gd name="T5" fmla="*/ 0 h 4"/>
                <a:gd name="T6" fmla="*/ 10 w 11"/>
                <a:gd name="T7" fmla="*/ 2 h 4"/>
                <a:gd name="T8" fmla="*/ 11 w 11"/>
                <a:gd name="T9" fmla="*/ 4 h 4"/>
                <a:gd name="T10" fmla="*/ 10 w 11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4">
                  <a:moveTo>
                    <a:pt x="10" y="4"/>
                  </a:moveTo>
                  <a:cubicBezTo>
                    <a:pt x="7" y="3"/>
                    <a:pt x="3" y="2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4" y="0"/>
                    <a:pt x="7" y="1"/>
                    <a:pt x="10" y="2"/>
                  </a:cubicBezTo>
                  <a:cubicBezTo>
                    <a:pt x="11" y="3"/>
                    <a:pt x="11" y="3"/>
                    <a:pt x="11" y="4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1" name="Freeform 297">
              <a:extLst>
                <a:ext uri="{FF2B5EF4-FFF2-40B4-BE49-F238E27FC236}">
                  <a16:creationId xmlns:a16="http://schemas.microsoft.com/office/drawing/2014/main" id="{F9EA8905-5ADC-4E87-B2B1-4713AD074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2088" y="2659063"/>
              <a:ext cx="69850" cy="12700"/>
            </a:xfrm>
            <a:custGeom>
              <a:avLst/>
              <a:gdLst>
                <a:gd name="T0" fmla="*/ 26 w 27"/>
                <a:gd name="T1" fmla="*/ 3 h 5"/>
                <a:gd name="T2" fmla="*/ 26 w 27"/>
                <a:gd name="T3" fmla="*/ 3 h 5"/>
                <a:gd name="T4" fmla="*/ 8 w 27"/>
                <a:gd name="T5" fmla="*/ 4 h 5"/>
                <a:gd name="T6" fmla="*/ 2 w 27"/>
                <a:gd name="T7" fmla="*/ 4 h 5"/>
                <a:gd name="T8" fmla="*/ 0 w 27"/>
                <a:gd name="T9" fmla="*/ 5 h 5"/>
                <a:gd name="T10" fmla="*/ 0 w 27"/>
                <a:gd name="T11" fmla="*/ 3 h 5"/>
                <a:gd name="T12" fmla="*/ 2 w 27"/>
                <a:gd name="T13" fmla="*/ 3 h 5"/>
                <a:gd name="T14" fmla="*/ 8 w 27"/>
                <a:gd name="T15" fmla="*/ 2 h 5"/>
                <a:gd name="T16" fmla="*/ 26 w 27"/>
                <a:gd name="T17" fmla="*/ 2 h 5"/>
                <a:gd name="T18" fmla="*/ 26 w 27"/>
                <a:gd name="T19" fmla="*/ 2 h 5"/>
                <a:gd name="T20" fmla="*/ 27 w 27"/>
                <a:gd name="T21" fmla="*/ 2 h 5"/>
                <a:gd name="T22" fmla="*/ 27 w 27"/>
                <a:gd name="T23" fmla="*/ 2 h 5"/>
                <a:gd name="T24" fmla="*/ 27 w 27"/>
                <a:gd name="T25" fmla="*/ 4 h 5"/>
                <a:gd name="T26" fmla="*/ 26 w 27"/>
                <a:gd name="T27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5">
                  <a:moveTo>
                    <a:pt x="26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0" y="2"/>
                    <a:pt x="14" y="3"/>
                    <a:pt x="8" y="4"/>
                  </a:cubicBezTo>
                  <a:cubicBezTo>
                    <a:pt x="6" y="5"/>
                    <a:pt x="4" y="5"/>
                    <a:pt x="2" y="4"/>
                  </a:cubicBezTo>
                  <a:cubicBezTo>
                    <a:pt x="2" y="4"/>
                    <a:pt x="1" y="4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4" y="3"/>
                    <a:pt x="6" y="3"/>
                    <a:pt x="8" y="2"/>
                  </a:cubicBezTo>
                  <a:cubicBezTo>
                    <a:pt x="14" y="1"/>
                    <a:pt x="20" y="0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7" y="2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2"/>
                    <a:pt x="27" y="3"/>
                    <a:pt x="27" y="4"/>
                  </a:cubicBezTo>
                  <a:cubicBezTo>
                    <a:pt x="26" y="4"/>
                    <a:pt x="26" y="3"/>
                    <a:pt x="26" y="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2" name="Freeform 298">
              <a:extLst>
                <a:ext uri="{FF2B5EF4-FFF2-40B4-BE49-F238E27FC236}">
                  <a16:creationId xmlns:a16="http://schemas.microsoft.com/office/drawing/2014/main" id="{C0FFDD46-8473-453E-B4A6-E0D433767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7325" y="2679700"/>
              <a:ext cx="69850" cy="12700"/>
            </a:xfrm>
            <a:custGeom>
              <a:avLst/>
              <a:gdLst>
                <a:gd name="T0" fmla="*/ 24 w 27"/>
                <a:gd name="T1" fmla="*/ 3 h 5"/>
                <a:gd name="T2" fmla="*/ 16 w 27"/>
                <a:gd name="T3" fmla="*/ 3 h 5"/>
                <a:gd name="T4" fmla="*/ 1 w 27"/>
                <a:gd name="T5" fmla="*/ 5 h 5"/>
                <a:gd name="T6" fmla="*/ 0 w 27"/>
                <a:gd name="T7" fmla="*/ 5 h 5"/>
                <a:gd name="T8" fmla="*/ 1 w 27"/>
                <a:gd name="T9" fmla="*/ 3 h 5"/>
                <a:gd name="T10" fmla="*/ 1 w 27"/>
                <a:gd name="T11" fmla="*/ 3 h 5"/>
                <a:gd name="T12" fmla="*/ 16 w 27"/>
                <a:gd name="T13" fmla="*/ 1 h 5"/>
                <a:gd name="T14" fmla="*/ 24 w 27"/>
                <a:gd name="T15" fmla="*/ 1 h 5"/>
                <a:gd name="T16" fmla="*/ 25 w 27"/>
                <a:gd name="T17" fmla="*/ 1 h 5"/>
                <a:gd name="T18" fmla="*/ 27 w 27"/>
                <a:gd name="T19" fmla="*/ 0 h 5"/>
                <a:gd name="T20" fmla="*/ 26 w 27"/>
                <a:gd name="T21" fmla="*/ 2 h 5"/>
                <a:gd name="T22" fmla="*/ 25 w 27"/>
                <a:gd name="T23" fmla="*/ 3 h 5"/>
                <a:gd name="T24" fmla="*/ 24 w 27"/>
                <a:gd name="T2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5">
                  <a:moveTo>
                    <a:pt x="24" y="3"/>
                  </a:moveTo>
                  <a:cubicBezTo>
                    <a:pt x="21" y="3"/>
                    <a:pt x="18" y="3"/>
                    <a:pt x="16" y="3"/>
                  </a:cubicBezTo>
                  <a:cubicBezTo>
                    <a:pt x="11" y="4"/>
                    <a:pt x="6" y="4"/>
                    <a:pt x="1" y="5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4"/>
                    <a:pt x="0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6" y="2"/>
                    <a:pt x="11" y="2"/>
                    <a:pt x="16" y="1"/>
                  </a:cubicBezTo>
                  <a:cubicBezTo>
                    <a:pt x="18" y="1"/>
                    <a:pt x="21" y="1"/>
                    <a:pt x="24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6" y="1"/>
                    <a:pt x="26" y="0"/>
                    <a:pt x="27" y="0"/>
                  </a:cubicBezTo>
                  <a:cubicBezTo>
                    <a:pt x="27" y="1"/>
                    <a:pt x="27" y="2"/>
                    <a:pt x="26" y="2"/>
                  </a:cubicBezTo>
                  <a:cubicBezTo>
                    <a:pt x="26" y="2"/>
                    <a:pt x="25" y="2"/>
                    <a:pt x="25" y="3"/>
                  </a:cubicBezTo>
                  <a:lnTo>
                    <a:pt x="24" y="3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3" name="Freeform 299">
              <a:extLst>
                <a:ext uri="{FF2B5EF4-FFF2-40B4-BE49-F238E27FC236}">
                  <a16:creationId xmlns:a16="http://schemas.microsoft.com/office/drawing/2014/main" id="{F0BAE663-29E9-4F24-B2C6-78D1BC3BB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8400" y="2541588"/>
              <a:ext cx="141288" cy="209550"/>
            </a:xfrm>
            <a:custGeom>
              <a:avLst/>
              <a:gdLst>
                <a:gd name="T0" fmla="*/ 0 w 54"/>
                <a:gd name="T1" fmla="*/ 0 h 81"/>
                <a:gd name="T2" fmla="*/ 54 w 54"/>
                <a:gd name="T3" fmla="*/ 76 h 81"/>
                <a:gd name="T4" fmla="*/ 47 w 54"/>
                <a:gd name="T5" fmla="*/ 81 h 81"/>
                <a:gd name="T6" fmla="*/ 0 w 54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81">
                  <a:moveTo>
                    <a:pt x="0" y="0"/>
                  </a:moveTo>
                  <a:cubicBezTo>
                    <a:pt x="0" y="0"/>
                    <a:pt x="40" y="23"/>
                    <a:pt x="54" y="76"/>
                  </a:cubicBezTo>
                  <a:cubicBezTo>
                    <a:pt x="47" y="81"/>
                    <a:pt x="47" y="81"/>
                    <a:pt x="47" y="81"/>
                  </a:cubicBezTo>
                  <a:cubicBezTo>
                    <a:pt x="47" y="81"/>
                    <a:pt x="10" y="48"/>
                    <a:pt x="0" y="0"/>
                  </a:cubicBezTo>
                </a:path>
              </a:pathLst>
            </a:custGeom>
            <a:solidFill>
              <a:srgbClr val="4E7C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4" name="Freeform 300">
              <a:extLst>
                <a:ext uri="{FF2B5EF4-FFF2-40B4-BE49-F238E27FC236}">
                  <a16:creationId xmlns:a16="http://schemas.microsoft.com/office/drawing/2014/main" id="{85737FBA-5A70-445F-882A-43E721E7A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2213" y="2578100"/>
              <a:ext cx="25400" cy="36513"/>
            </a:xfrm>
            <a:custGeom>
              <a:avLst/>
              <a:gdLst>
                <a:gd name="T0" fmla="*/ 7 w 10"/>
                <a:gd name="T1" fmla="*/ 2 h 14"/>
                <a:gd name="T2" fmla="*/ 9 w 10"/>
                <a:gd name="T3" fmla="*/ 0 h 14"/>
                <a:gd name="T4" fmla="*/ 10 w 10"/>
                <a:gd name="T5" fmla="*/ 1 h 14"/>
                <a:gd name="T6" fmla="*/ 8 w 10"/>
                <a:gd name="T7" fmla="*/ 3 h 14"/>
                <a:gd name="T8" fmla="*/ 6 w 10"/>
                <a:gd name="T9" fmla="*/ 6 h 14"/>
                <a:gd name="T10" fmla="*/ 0 w 10"/>
                <a:gd name="T11" fmla="*/ 14 h 14"/>
                <a:gd name="T12" fmla="*/ 0 w 10"/>
                <a:gd name="T13" fmla="*/ 12 h 14"/>
                <a:gd name="T14" fmla="*/ 5 w 10"/>
                <a:gd name="T15" fmla="*/ 5 h 14"/>
                <a:gd name="T16" fmla="*/ 7 w 10"/>
                <a:gd name="T17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4">
                  <a:moveTo>
                    <a:pt x="7" y="2"/>
                  </a:moveTo>
                  <a:cubicBezTo>
                    <a:pt x="8" y="2"/>
                    <a:pt x="8" y="1"/>
                    <a:pt x="9" y="0"/>
                  </a:cubicBezTo>
                  <a:cubicBezTo>
                    <a:pt x="9" y="0"/>
                    <a:pt x="10" y="1"/>
                    <a:pt x="10" y="1"/>
                  </a:cubicBezTo>
                  <a:cubicBezTo>
                    <a:pt x="9" y="2"/>
                    <a:pt x="9" y="3"/>
                    <a:pt x="8" y="3"/>
                  </a:cubicBezTo>
                  <a:cubicBezTo>
                    <a:pt x="8" y="4"/>
                    <a:pt x="7" y="5"/>
                    <a:pt x="6" y="6"/>
                  </a:cubicBezTo>
                  <a:cubicBezTo>
                    <a:pt x="5" y="8"/>
                    <a:pt x="3" y="11"/>
                    <a:pt x="0" y="14"/>
                  </a:cubicBezTo>
                  <a:cubicBezTo>
                    <a:pt x="0" y="13"/>
                    <a:pt x="0" y="13"/>
                    <a:pt x="0" y="12"/>
                  </a:cubicBezTo>
                  <a:cubicBezTo>
                    <a:pt x="2" y="10"/>
                    <a:pt x="4" y="7"/>
                    <a:pt x="5" y="5"/>
                  </a:cubicBezTo>
                  <a:cubicBezTo>
                    <a:pt x="6" y="4"/>
                    <a:pt x="7" y="3"/>
                    <a:pt x="7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5" name="Freeform 301">
              <a:extLst>
                <a:ext uri="{FF2B5EF4-FFF2-40B4-BE49-F238E27FC236}">
                  <a16:creationId xmlns:a16="http://schemas.microsoft.com/office/drawing/2014/main" id="{7900D2E4-FE1C-4BD2-803B-4131FE16A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8088" y="2606675"/>
              <a:ext cx="36513" cy="41275"/>
            </a:xfrm>
            <a:custGeom>
              <a:avLst/>
              <a:gdLst>
                <a:gd name="T0" fmla="*/ 9 w 14"/>
                <a:gd name="T1" fmla="*/ 5 h 16"/>
                <a:gd name="T2" fmla="*/ 6 w 14"/>
                <a:gd name="T3" fmla="*/ 7 h 16"/>
                <a:gd name="T4" fmla="*/ 2 w 14"/>
                <a:gd name="T5" fmla="*/ 14 h 16"/>
                <a:gd name="T6" fmla="*/ 1 w 14"/>
                <a:gd name="T7" fmla="*/ 15 h 16"/>
                <a:gd name="T8" fmla="*/ 1 w 14"/>
                <a:gd name="T9" fmla="*/ 16 h 16"/>
                <a:gd name="T10" fmla="*/ 0 w 14"/>
                <a:gd name="T11" fmla="*/ 15 h 16"/>
                <a:gd name="T12" fmla="*/ 0 w 14"/>
                <a:gd name="T13" fmla="*/ 14 h 16"/>
                <a:gd name="T14" fmla="*/ 0 w 14"/>
                <a:gd name="T15" fmla="*/ 13 h 16"/>
                <a:gd name="T16" fmla="*/ 5 w 14"/>
                <a:gd name="T17" fmla="*/ 6 h 16"/>
                <a:gd name="T18" fmla="*/ 8 w 14"/>
                <a:gd name="T19" fmla="*/ 3 h 16"/>
                <a:gd name="T20" fmla="*/ 13 w 14"/>
                <a:gd name="T21" fmla="*/ 0 h 16"/>
                <a:gd name="T22" fmla="*/ 14 w 14"/>
                <a:gd name="T23" fmla="*/ 1 h 16"/>
                <a:gd name="T24" fmla="*/ 9 w 14"/>
                <a:gd name="T25" fmla="*/ 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16">
                  <a:moveTo>
                    <a:pt x="9" y="5"/>
                  </a:moveTo>
                  <a:cubicBezTo>
                    <a:pt x="8" y="5"/>
                    <a:pt x="6" y="6"/>
                    <a:pt x="6" y="7"/>
                  </a:cubicBezTo>
                  <a:cubicBezTo>
                    <a:pt x="3" y="10"/>
                    <a:pt x="2" y="11"/>
                    <a:pt x="2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6"/>
                    <a:pt x="1" y="16"/>
                  </a:cubicBezTo>
                  <a:cubicBezTo>
                    <a:pt x="1" y="16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0"/>
                    <a:pt x="2" y="8"/>
                    <a:pt x="5" y="6"/>
                  </a:cubicBezTo>
                  <a:cubicBezTo>
                    <a:pt x="5" y="5"/>
                    <a:pt x="7" y="4"/>
                    <a:pt x="8" y="3"/>
                  </a:cubicBezTo>
                  <a:cubicBezTo>
                    <a:pt x="10" y="2"/>
                    <a:pt x="12" y="1"/>
                    <a:pt x="13" y="0"/>
                  </a:cubicBezTo>
                  <a:cubicBezTo>
                    <a:pt x="13" y="0"/>
                    <a:pt x="13" y="1"/>
                    <a:pt x="14" y="1"/>
                  </a:cubicBezTo>
                  <a:cubicBezTo>
                    <a:pt x="12" y="2"/>
                    <a:pt x="11" y="3"/>
                    <a:pt x="9" y="5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6" name="Freeform 302">
              <a:extLst>
                <a:ext uri="{FF2B5EF4-FFF2-40B4-BE49-F238E27FC236}">
                  <a16:creationId xmlns:a16="http://schemas.microsoft.com/office/drawing/2014/main" id="{AC5406D6-9457-4B10-BEEE-6C8163639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2688" y="2566988"/>
              <a:ext cx="25400" cy="20638"/>
            </a:xfrm>
            <a:custGeom>
              <a:avLst/>
              <a:gdLst>
                <a:gd name="T0" fmla="*/ 10 w 10"/>
                <a:gd name="T1" fmla="*/ 1 h 8"/>
                <a:gd name="T2" fmla="*/ 1 w 10"/>
                <a:gd name="T3" fmla="*/ 8 h 8"/>
                <a:gd name="T4" fmla="*/ 0 w 10"/>
                <a:gd name="T5" fmla="*/ 8 h 8"/>
                <a:gd name="T6" fmla="*/ 0 w 10"/>
                <a:gd name="T7" fmla="*/ 7 h 8"/>
                <a:gd name="T8" fmla="*/ 0 w 10"/>
                <a:gd name="T9" fmla="*/ 6 h 8"/>
                <a:gd name="T10" fmla="*/ 9 w 10"/>
                <a:gd name="T11" fmla="*/ 0 h 8"/>
                <a:gd name="T12" fmla="*/ 10 w 10"/>
                <a:gd name="T13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8">
                  <a:moveTo>
                    <a:pt x="10" y="1"/>
                  </a:moveTo>
                  <a:cubicBezTo>
                    <a:pt x="7" y="3"/>
                    <a:pt x="4" y="6"/>
                    <a:pt x="1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4"/>
                    <a:pt x="6" y="2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7" name="Freeform 303">
              <a:extLst>
                <a:ext uri="{FF2B5EF4-FFF2-40B4-BE49-F238E27FC236}">
                  <a16:creationId xmlns:a16="http://schemas.microsoft.com/office/drawing/2014/main" id="{34EDF78A-82D7-484A-A698-92138D45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0150" y="2587625"/>
              <a:ext cx="28575" cy="44450"/>
            </a:xfrm>
            <a:custGeom>
              <a:avLst/>
              <a:gdLst>
                <a:gd name="T0" fmla="*/ 0 w 11"/>
                <a:gd name="T1" fmla="*/ 16 h 17"/>
                <a:gd name="T2" fmla="*/ 10 w 11"/>
                <a:gd name="T3" fmla="*/ 0 h 17"/>
                <a:gd name="T4" fmla="*/ 11 w 11"/>
                <a:gd name="T5" fmla="*/ 1 h 17"/>
                <a:gd name="T6" fmla="*/ 1 w 11"/>
                <a:gd name="T7" fmla="*/ 17 h 17"/>
                <a:gd name="T8" fmla="*/ 0 w 11"/>
                <a:gd name="T9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7">
                  <a:moveTo>
                    <a:pt x="0" y="16"/>
                  </a:moveTo>
                  <a:cubicBezTo>
                    <a:pt x="3" y="11"/>
                    <a:pt x="7" y="6"/>
                    <a:pt x="10" y="0"/>
                  </a:cubicBezTo>
                  <a:cubicBezTo>
                    <a:pt x="10" y="0"/>
                    <a:pt x="10" y="1"/>
                    <a:pt x="11" y="1"/>
                  </a:cubicBezTo>
                  <a:cubicBezTo>
                    <a:pt x="8" y="7"/>
                    <a:pt x="4" y="12"/>
                    <a:pt x="1" y="17"/>
                  </a:cubicBezTo>
                  <a:cubicBezTo>
                    <a:pt x="0" y="17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8" name="Freeform 304">
              <a:extLst>
                <a:ext uri="{FF2B5EF4-FFF2-40B4-BE49-F238E27FC236}">
                  <a16:creationId xmlns:a16="http://schemas.microsoft.com/office/drawing/2014/main" id="{C95A56BC-F467-4CB0-A1F1-40F27C6F7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9050" y="2725738"/>
              <a:ext cx="17463" cy="25400"/>
            </a:xfrm>
            <a:custGeom>
              <a:avLst/>
              <a:gdLst>
                <a:gd name="T0" fmla="*/ 0 w 7"/>
                <a:gd name="T1" fmla="*/ 9 h 10"/>
                <a:gd name="T2" fmla="*/ 4 w 7"/>
                <a:gd name="T3" fmla="*/ 4 h 10"/>
                <a:gd name="T4" fmla="*/ 7 w 7"/>
                <a:gd name="T5" fmla="*/ 0 h 10"/>
                <a:gd name="T6" fmla="*/ 7 w 7"/>
                <a:gd name="T7" fmla="*/ 2 h 10"/>
                <a:gd name="T8" fmla="*/ 5 w 7"/>
                <a:gd name="T9" fmla="*/ 5 h 10"/>
                <a:gd name="T10" fmla="*/ 1 w 7"/>
                <a:gd name="T11" fmla="*/ 10 h 10"/>
                <a:gd name="T12" fmla="*/ 1 w 7"/>
                <a:gd name="T13" fmla="*/ 10 h 10"/>
                <a:gd name="T14" fmla="*/ 0 w 7"/>
                <a:gd name="T15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0">
                  <a:moveTo>
                    <a:pt x="0" y="9"/>
                  </a:moveTo>
                  <a:cubicBezTo>
                    <a:pt x="1" y="8"/>
                    <a:pt x="3" y="6"/>
                    <a:pt x="4" y="4"/>
                  </a:cubicBezTo>
                  <a:cubicBezTo>
                    <a:pt x="5" y="3"/>
                    <a:pt x="6" y="2"/>
                    <a:pt x="7" y="0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3" y="8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0" y="9"/>
                  </a:cubicBezTo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49" name="Freeform 305">
              <a:extLst>
                <a:ext uri="{FF2B5EF4-FFF2-40B4-BE49-F238E27FC236}">
                  <a16:creationId xmlns:a16="http://schemas.microsoft.com/office/drawing/2014/main" id="{1FE6E076-5217-4733-960B-DF1CEA195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1575" y="2549525"/>
              <a:ext cx="12700" cy="9525"/>
            </a:xfrm>
            <a:custGeom>
              <a:avLst/>
              <a:gdLst>
                <a:gd name="T0" fmla="*/ 3 w 5"/>
                <a:gd name="T1" fmla="*/ 2 h 4"/>
                <a:gd name="T2" fmla="*/ 1 w 5"/>
                <a:gd name="T3" fmla="*/ 4 h 4"/>
                <a:gd name="T4" fmla="*/ 0 w 5"/>
                <a:gd name="T5" fmla="*/ 2 h 4"/>
                <a:gd name="T6" fmla="*/ 4 w 5"/>
                <a:gd name="T7" fmla="*/ 0 h 4"/>
                <a:gd name="T8" fmla="*/ 5 w 5"/>
                <a:gd name="T9" fmla="*/ 1 h 4"/>
                <a:gd name="T10" fmla="*/ 3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3" y="2"/>
                  </a:moveTo>
                  <a:cubicBezTo>
                    <a:pt x="2" y="3"/>
                    <a:pt x="2" y="3"/>
                    <a:pt x="1" y="4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4" y="0"/>
                    <a:pt x="4" y="0"/>
                    <a:pt x="5" y="1"/>
                  </a:cubicBezTo>
                  <a:cubicBezTo>
                    <a:pt x="4" y="1"/>
                    <a:pt x="4" y="2"/>
                    <a:pt x="3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0" name="Freeform 306">
              <a:extLst>
                <a:ext uri="{FF2B5EF4-FFF2-40B4-BE49-F238E27FC236}">
                  <a16:creationId xmlns:a16="http://schemas.microsoft.com/office/drawing/2014/main" id="{A6252C1C-423E-4237-8EEC-EBD18BBD5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5550" y="2630488"/>
              <a:ext cx="36513" cy="46038"/>
            </a:xfrm>
            <a:custGeom>
              <a:avLst/>
              <a:gdLst>
                <a:gd name="T0" fmla="*/ 5 w 14"/>
                <a:gd name="T1" fmla="*/ 13 h 18"/>
                <a:gd name="T2" fmla="*/ 4 w 14"/>
                <a:gd name="T3" fmla="*/ 14 h 18"/>
                <a:gd name="T4" fmla="*/ 1 w 14"/>
                <a:gd name="T5" fmla="*/ 18 h 18"/>
                <a:gd name="T6" fmla="*/ 0 w 14"/>
                <a:gd name="T7" fmla="*/ 17 h 18"/>
                <a:gd name="T8" fmla="*/ 3 w 14"/>
                <a:gd name="T9" fmla="*/ 13 h 18"/>
                <a:gd name="T10" fmla="*/ 4 w 14"/>
                <a:gd name="T11" fmla="*/ 12 h 18"/>
                <a:gd name="T12" fmla="*/ 6 w 14"/>
                <a:gd name="T13" fmla="*/ 10 h 18"/>
                <a:gd name="T14" fmla="*/ 13 w 14"/>
                <a:gd name="T15" fmla="*/ 0 h 18"/>
                <a:gd name="T16" fmla="*/ 14 w 14"/>
                <a:gd name="T17" fmla="*/ 2 h 18"/>
                <a:gd name="T18" fmla="*/ 7 w 14"/>
                <a:gd name="T19" fmla="*/ 11 h 18"/>
                <a:gd name="T20" fmla="*/ 5 w 14"/>
                <a:gd name="T21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8">
                  <a:moveTo>
                    <a:pt x="5" y="13"/>
                  </a:moveTo>
                  <a:cubicBezTo>
                    <a:pt x="5" y="13"/>
                    <a:pt x="5" y="14"/>
                    <a:pt x="4" y="14"/>
                  </a:cubicBezTo>
                  <a:cubicBezTo>
                    <a:pt x="3" y="16"/>
                    <a:pt x="2" y="17"/>
                    <a:pt x="1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1" y="16"/>
                    <a:pt x="2" y="15"/>
                    <a:pt x="3" y="13"/>
                  </a:cubicBezTo>
                  <a:cubicBezTo>
                    <a:pt x="3" y="13"/>
                    <a:pt x="4" y="12"/>
                    <a:pt x="4" y="12"/>
                  </a:cubicBezTo>
                  <a:cubicBezTo>
                    <a:pt x="5" y="11"/>
                    <a:pt x="5" y="11"/>
                    <a:pt x="6" y="10"/>
                  </a:cubicBezTo>
                  <a:cubicBezTo>
                    <a:pt x="8" y="7"/>
                    <a:pt x="11" y="4"/>
                    <a:pt x="13" y="0"/>
                  </a:cubicBezTo>
                  <a:cubicBezTo>
                    <a:pt x="13" y="1"/>
                    <a:pt x="14" y="1"/>
                    <a:pt x="14" y="2"/>
                  </a:cubicBezTo>
                  <a:cubicBezTo>
                    <a:pt x="12" y="5"/>
                    <a:pt x="9" y="8"/>
                    <a:pt x="7" y="11"/>
                  </a:cubicBezTo>
                  <a:cubicBezTo>
                    <a:pt x="6" y="12"/>
                    <a:pt x="6" y="12"/>
                    <a:pt x="5" y="1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1" name="Freeform 307">
              <a:extLst>
                <a:ext uri="{FF2B5EF4-FFF2-40B4-BE49-F238E27FC236}">
                  <a16:creationId xmlns:a16="http://schemas.microsoft.com/office/drawing/2014/main" id="{D2FF99BD-EE10-4850-9E6E-5BC40B07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4125" y="2673350"/>
              <a:ext cx="31750" cy="41275"/>
            </a:xfrm>
            <a:custGeom>
              <a:avLst/>
              <a:gdLst>
                <a:gd name="T0" fmla="*/ 12 w 12"/>
                <a:gd name="T1" fmla="*/ 2 h 16"/>
                <a:gd name="T2" fmla="*/ 8 w 12"/>
                <a:gd name="T3" fmla="*/ 6 h 16"/>
                <a:gd name="T4" fmla="*/ 8 w 12"/>
                <a:gd name="T5" fmla="*/ 7 h 16"/>
                <a:gd name="T6" fmla="*/ 3 w 12"/>
                <a:gd name="T7" fmla="*/ 13 h 16"/>
                <a:gd name="T8" fmla="*/ 1 w 12"/>
                <a:gd name="T9" fmla="*/ 15 h 16"/>
                <a:gd name="T10" fmla="*/ 1 w 12"/>
                <a:gd name="T11" fmla="*/ 16 h 16"/>
                <a:gd name="T12" fmla="*/ 0 w 12"/>
                <a:gd name="T13" fmla="*/ 15 h 16"/>
                <a:gd name="T14" fmla="*/ 0 w 12"/>
                <a:gd name="T15" fmla="*/ 14 h 16"/>
                <a:gd name="T16" fmla="*/ 2 w 12"/>
                <a:gd name="T17" fmla="*/ 12 h 16"/>
                <a:gd name="T18" fmla="*/ 7 w 12"/>
                <a:gd name="T19" fmla="*/ 6 h 16"/>
                <a:gd name="T20" fmla="*/ 7 w 12"/>
                <a:gd name="T21" fmla="*/ 5 h 16"/>
                <a:gd name="T22" fmla="*/ 10 w 12"/>
                <a:gd name="T23" fmla="*/ 1 h 16"/>
                <a:gd name="T24" fmla="*/ 11 w 12"/>
                <a:gd name="T25" fmla="*/ 0 h 16"/>
                <a:gd name="T26" fmla="*/ 11 w 12"/>
                <a:gd name="T27" fmla="*/ 0 h 16"/>
                <a:gd name="T28" fmla="*/ 12 w 12"/>
                <a:gd name="T29" fmla="*/ 1 h 16"/>
                <a:gd name="T30" fmla="*/ 12 w 12"/>
                <a:gd name="T31" fmla="*/ 1 h 16"/>
                <a:gd name="T32" fmla="*/ 12 w 12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6">
                  <a:moveTo>
                    <a:pt x="12" y="2"/>
                  </a:moveTo>
                  <a:cubicBezTo>
                    <a:pt x="10" y="3"/>
                    <a:pt x="9" y="5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9"/>
                    <a:pt x="5" y="11"/>
                    <a:pt x="3" y="13"/>
                  </a:cubicBezTo>
                  <a:cubicBezTo>
                    <a:pt x="2" y="14"/>
                    <a:pt x="2" y="14"/>
                    <a:pt x="1" y="15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2" y="12"/>
                  </a:cubicBezTo>
                  <a:cubicBezTo>
                    <a:pt x="4" y="10"/>
                    <a:pt x="6" y="8"/>
                    <a:pt x="7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9" y="2"/>
                    <a:pt x="10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2" name="Freeform 308">
              <a:extLst>
                <a:ext uri="{FF2B5EF4-FFF2-40B4-BE49-F238E27FC236}">
                  <a16:creationId xmlns:a16="http://schemas.microsoft.com/office/drawing/2014/main" id="{7EC8B8E8-686B-4C50-973F-691A7041C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7613" y="2619375"/>
              <a:ext cx="36513" cy="46038"/>
            </a:xfrm>
            <a:custGeom>
              <a:avLst/>
              <a:gdLst>
                <a:gd name="T0" fmla="*/ 9 w 14"/>
                <a:gd name="T1" fmla="*/ 6 h 18"/>
                <a:gd name="T2" fmla="*/ 8 w 14"/>
                <a:gd name="T3" fmla="*/ 7 h 18"/>
                <a:gd name="T4" fmla="*/ 1 w 14"/>
                <a:gd name="T5" fmla="*/ 17 h 18"/>
                <a:gd name="T6" fmla="*/ 1 w 14"/>
                <a:gd name="T7" fmla="*/ 18 h 18"/>
                <a:gd name="T8" fmla="*/ 0 w 14"/>
                <a:gd name="T9" fmla="*/ 16 h 18"/>
                <a:gd name="T10" fmla="*/ 0 w 14"/>
                <a:gd name="T11" fmla="*/ 16 h 18"/>
                <a:gd name="T12" fmla="*/ 7 w 14"/>
                <a:gd name="T13" fmla="*/ 6 h 18"/>
                <a:gd name="T14" fmla="*/ 8 w 14"/>
                <a:gd name="T15" fmla="*/ 5 h 18"/>
                <a:gd name="T16" fmla="*/ 13 w 14"/>
                <a:gd name="T17" fmla="*/ 0 h 18"/>
                <a:gd name="T18" fmla="*/ 14 w 14"/>
                <a:gd name="T19" fmla="*/ 1 h 18"/>
                <a:gd name="T20" fmla="*/ 9 w 14"/>
                <a:gd name="T21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8">
                  <a:moveTo>
                    <a:pt x="9" y="6"/>
                  </a:moveTo>
                  <a:cubicBezTo>
                    <a:pt x="9" y="7"/>
                    <a:pt x="8" y="7"/>
                    <a:pt x="8" y="7"/>
                  </a:cubicBezTo>
                  <a:cubicBezTo>
                    <a:pt x="5" y="10"/>
                    <a:pt x="3" y="13"/>
                    <a:pt x="1" y="17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1" y="17"/>
                    <a:pt x="0" y="1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2"/>
                    <a:pt x="4" y="9"/>
                    <a:pt x="7" y="6"/>
                  </a:cubicBezTo>
                  <a:cubicBezTo>
                    <a:pt x="7" y="6"/>
                    <a:pt x="8" y="6"/>
                    <a:pt x="8" y="5"/>
                  </a:cubicBezTo>
                  <a:cubicBezTo>
                    <a:pt x="9" y="4"/>
                    <a:pt x="11" y="2"/>
                    <a:pt x="13" y="0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2" y="3"/>
                    <a:pt x="10" y="5"/>
                    <a:pt x="9" y="6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3" name="Freeform 309">
              <a:extLst>
                <a:ext uri="{FF2B5EF4-FFF2-40B4-BE49-F238E27FC236}">
                  <a16:creationId xmlns:a16="http://schemas.microsoft.com/office/drawing/2014/main" id="{3FD06315-E03F-4C12-8F26-070BDBFF6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7938" y="2708275"/>
              <a:ext cx="23813" cy="33338"/>
            </a:xfrm>
            <a:custGeom>
              <a:avLst/>
              <a:gdLst>
                <a:gd name="T0" fmla="*/ 0 w 9"/>
                <a:gd name="T1" fmla="*/ 12 h 13"/>
                <a:gd name="T2" fmla="*/ 8 w 9"/>
                <a:gd name="T3" fmla="*/ 0 h 13"/>
                <a:gd name="T4" fmla="*/ 9 w 9"/>
                <a:gd name="T5" fmla="*/ 2 h 13"/>
                <a:gd name="T6" fmla="*/ 1 w 9"/>
                <a:gd name="T7" fmla="*/ 13 h 13"/>
                <a:gd name="T8" fmla="*/ 0 w 9"/>
                <a:gd name="T9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3">
                  <a:moveTo>
                    <a:pt x="0" y="12"/>
                  </a:moveTo>
                  <a:cubicBezTo>
                    <a:pt x="3" y="9"/>
                    <a:pt x="6" y="4"/>
                    <a:pt x="8" y="0"/>
                  </a:cubicBezTo>
                  <a:cubicBezTo>
                    <a:pt x="8" y="1"/>
                    <a:pt x="9" y="1"/>
                    <a:pt x="9" y="2"/>
                  </a:cubicBezTo>
                  <a:cubicBezTo>
                    <a:pt x="7" y="6"/>
                    <a:pt x="4" y="10"/>
                    <a:pt x="1" y="13"/>
                  </a:cubicBezTo>
                  <a:cubicBezTo>
                    <a:pt x="0" y="13"/>
                    <a:pt x="0" y="12"/>
                    <a:pt x="0" y="12"/>
                  </a:cubicBezTo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4" name="Freeform 310">
              <a:extLst>
                <a:ext uri="{FF2B5EF4-FFF2-40B4-BE49-F238E27FC236}">
                  <a16:creationId xmlns:a16="http://schemas.microsoft.com/office/drawing/2014/main" id="{8D4B6128-2018-4A6A-8EC4-1294D9871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5238" y="2687638"/>
              <a:ext cx="28575" cy="41275"/>
            </a:xfrm>
            <a:custGeom>
              <a:avLst/>
              <a:gdLst>
                <a:gd name="T0" fmla="*/ 10 w 11"/>
                <a:gd name="T1" fmla="*/ 0 h 16"/>
                <a:gd name="T2" fmla="*/ 11 w 11"/>
                <a:gd name="T3" fmla="*/ 2 h 16"/>
                <a:gd name="T4" fmla="*/ 1 w 11"/>
                <a:gd name="T5" fmla="*/ 16 h 16"/>
                <a:gd name="T6" fmla="*/ 1 w 11"/>
                <a:gd name="T7" fmla="*/ 16 h 16"/>
                <a:gd name="T8" fmla="*/ 0 w 11"/>
                <a:gd name="T9" fmla="*/ 15 h 16"/>
                <a:gd name="T10" fmla="*/ 0 w 11"/>
                <a:gd name="T11" fmla="*/ 15 h 16"/>
                <a:gd name="T12" fmla="*/ 10 w 1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6">
                  <a:moveTo>
                    <a:pt x="10" y="0"/>
                  </a:moveTo>
                  <a:cubicBezTo>
                    <a:pt x="10" y="0"/>
                    <a:pt x="10" y="1"/>
                    <a:pt x="11" y="2"/>
                  </a:cubicBezTo>
                  <a:cubicBezTo>
                    <a:pt x="9" y="7"/>
                    <a:pt x="5" y="11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0"/>
                    <a:pt x="9" y="5"/>
                    <a:pt x="10" y="0"/>
                  </a:cubicBezTo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5" name="Freeform 311">
              <a:extLst>
                <a:ext uri="{FF2B5EF4-FFF2-40B4-BE49-F238E27FC236}">
                  <a16:creationId xmlns:a16="http://schemas.microsoft.com/office/drawing/2014/main" id="{5A14115B-B933-4FBE-BE7D-14992A9DD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6338" y="2557463"/>
              <a:ext cx="19050" cy="15875"/>
            </a:xfrm>
            <a:custGeom>
              <a:avLst/>
              <a:gdLst>
                <a:gd name="T0" fmla="*/ 7 w 7"/>
                <a:gd name="T1" fmla="*/ 1 h 6"/>
                <a:gd name="T2" fmla="*/ 0 w 7"/>
                <a:gd name="T3" fmla="*/ 6 h 6"/>
                <a:gd name="T4" fmla="*/ 0 w 7"/>
                <a:gd name="T5" fmla="*/ 4 h 6"/>
                <a:gd name="T6" fmla="*/ 6 w 7"/>
                <a:gd name="T7" fmla="*/ 0 h 6"/>
                <a:gd name="T8" fmla="*/ 7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4" y="3"/>
                    <a:pt x="2" y="4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  <a:cubicBezTo>
                    <a:pt x="1" y="3"/>
                    <a:pt x="3" y="1"/>
                    <a:pt x="6" y="0"/>
                  </a:cubicBezTo>
                  <a:cubicBezTo>
                    <a:pt x="6" y="0"/>
                    <a:pt x="6" y="0"/>
                    <a:pt x="7" y="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6" name="Freeform 312">
              <a:extLst>
                <a:ext uri="{FF2B5EF4-FFF2-40B4-BE49-F238E27FC236}">
                  <a16:creationId xmlns:a16="http://schemas.microsoft.com/office/drawing/2014/main" id="{7E23B6DE-76EF-4B9E-B346-F0C27E158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663" y="2644775"/>
              <a:ext cx="36513" cy="47625"/>
            </a:xfrm>
            <a:custGeom>
              <a:avLst/>
              <a:gdLst>
                <a:gd name="T0" fmla="*/ 13 w 14"/>
                <a:gd name="T1" fmla="*/ 2 h 18"/>
                <a:gd name="T2" fmla="*/ 13 w 14"/>
                <a:gd name="T3" fmla="*/ 2 h 18"/>
                <a:gd name="T4" fmla="*/ 4 w 14"/>
                <a:gd name="T5" fmla="*/ 13 h 18"/>
                <a:gd name="T6" fmla="*/ 2 w 14"/>
                <a:gd name="T7" fmla="*/ 16 h 18"/>
                <a:gd name="T8" fmla="*/ 1 w 14"/>
                <a:gd name="T9" fmla="*/ 18 h 18"/>
                <a:gd name="T10" fmla="*/ 0 w 14"/>
                <a:gd name="T11" fmla="*/ 16 h 18"/>
                <a:gd name="T12" fmla="*/ 1 w 14"/>
                <a:gd name="T13" fmla="*/ 15 h 18"/>
                <a:gd name="T14" fmla="*/ 3 w 14"/>
                <a:gd name="T15" fmla="*/ 12 h 18"/>
                <a:gd name="T16" fmla="*/ 12 w 14"/>
                <a:gd name="T17" fmla="*/ 1 h 18"/>
                <a:gd name="T18" fmla="*/ 12 w 14"/>
                <a:gd name="T19" fmla="*/ 1 h 18"/>
                <a:gd name="T20" fmla="*/ 13 w 14"/>
                <a:gd name="T21" fmla="*/ 0 h 18"/>
                <a:gd name="T22" fmla="*/ 13 w 14"/>
                <a:gd name="T23" fmla="*/ 0 h 18"/>
                <a:gd name="T24" fmla="*/ 14 w 14"/>
                <a:gd name="T25" fmla="*/ 2 h 18"/>
                <a:gd name="T26" fmla="*/ 13 w 14"/>
                <a:gd name="T2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8">
                  <a:moveTo>
                    <a:pt x="13" y="2"/>
                  </a:moveTo>
                  <a:cubicBezTo>
                    <a:pt x="13" y="2"/>
                    <a:pt x="13" y="2"/>
                    <a:pt x="13" y="2"/>
                  </a:cubicBezTo>
                  <a:cubicBezTo>
                    <a:pt x="9" y="5"/>
                    <a:pt x="7" y="9"/>
                    <a:pt x="4" y="13"/>
                  </a:cubicBezTo>
                  <a:cubicBezTo>
                    <a:pt x="3" y="14"/>
                    <a:pt x="3" y="15"/>
                    <a:pt x="2" y="16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0" y="17"/>
                    <a:pt x="0" y="17"/>
                    <a:pt x="0" y="16"/>
                  </a:cubicBezTo>
                  <a:cubicBezTo>
                    <a:pt x="0" y="16"/>
                    <a:pt x="0" y="16"/>
                    <a:pt x="1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6" y="8"/>
                    <a:pt x="8" y="4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"/>
                    <a:pt x="13" y="1"/>
                    <a:pt x="14" y="2"/>
                  </a:cubicBezTo>
                  <a:lnTo>
                    <a:pt x="13" y="2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7" name="Freeform 313">
              <a:extLst>
                <a:ext uri="{FF2B5EF4-FFF2-40B4-BE49-F238E27FC236}">
                  <a16:creationId xmlns:a16="http://schemas.microsoft.com/office/drawing/2014/main" id="{C8601D89-6E08-4C82-BC16-C2A18EC47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6188" y="2659063"/>
              <a:ext cx="31750" cy="46038"/>
            </a:xfrm>
            <a:custGeom>
              <a:avLst/>
              <a:gdLst>
                <a:gd name="T0" fmla="*/ 11 w 12"/>
                <a:gd name="T1" fmla="*/ 3 h 18"/>
                <a:gd name="T2" fmla="*/ 7 w 12"/>
                <a:gd name="T3" fmla="*/ 8 h 18"/>
                <a:gd name="T4" fmla="*/ 1 w 12"/>
                <a:gd name="T5" fmla="*/ 17 h 18"/>
                <a:gd name="T6" fmla="*/ 1 w 12"/>
                <a:gd name="T7" fmla="*/ 18 h 18"/>
                <a:gd name="T8" fmla="*/ 0 w 12"/>
                <a:gd name="T9" fmla="*/ 17 h 18"/>
                <a:gd name="T10" fmla="*/ 0 w 12"/>
                <a:gd name="T11" fmla="*/ 16 h 18"/>
                <a:gd name="T12" fmla="*/ 6 w 12"/>
                <a:gd name="T13" fmla="*/ 7 h 18"/>
                <a:gd name="T14" fmla="*/ 10 w 12"/>
                <a:gd name="T15" fmla="*/ 2 h 18"/>
                <a:gd name="T16" fmla="*/ 10 w 12"/>
                <a:gd name="T17" fmla="*/ 2 h 18"/>
                <a:gd name="T18" fmla="*/ 11 w 12"/>
                <a:gd name="T19" fmla="*/ 0 h 18"/>
                <a:gd name="T20" fmla="*/ 12 w 12"/>
                <a:gd name="T21" fmla="*/ 1 h 18"/>
                <a:gd name="T22" fmla="*/ 12 w 12"/>
                <a:gd name="T23" fmla="*/ 3 h 18"/>
                <a:gd name="T24" fmla="*/ 11 w 12"/>
                <a:gd name="T25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8">
                  <a:moveTo>
                    <a:pt x="11" y="3"/>
                  </a:moveTo>
                  <a:cubicBezTo>
                    <a:pt x="10" y="5"/>
                    <a:pt x="9" y="7"/>
                    <a:pt x="7" y="8"/>
                  </a:cubicBezTo>
                  <a:cubicBezTo>
                    <a:pt x="5" y="11"/>
                    <a:pt x="3" y="14"/>
                    <a:pt x="1" y="17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3"/>
                    <a:pt x="4" y="10"/>
                    <a:pt x="6" y="7"/>
                  </a:cubicBezTo>
                  <a:cubicBezTo>
                    <a:pt x="8" y="6"/>
                    <a:pt x="9" y="4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1"/>
                    <a:pt x="11" y="0"/>
                    <a:pt x="11" y="0"/>
                  </a:cubicBezTo>
                  <a:cubicBezTo>
                    <a:pt x="12" y="0"/>
                    <a:pt x="12" y="1"/>
                    <a:pt x="12" y="1"/>
                  </a:cubicBezTo>
                  <a:cubicBezTo>
                    <a:pt x="12" y="2"/>
                    <a:pt x="12" y="2"/>
                    <a:pt x="12" y="3"/>
                  </a:cubicBezTo>
                  <a:lnTo>
                    <a:pt x="11" y="3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8" name="Freeform 314">
              <a:extLst>
                <a:ext uri="{FF2B5EF4-FFF2-40B4-BE49-F238E27FC236}">
                  <a16:creationId xmlns:a16="http://schemas.microsoft.com/office/drawing/2014/main" id="{0B3FDD5D-E795-4D2E-87B3-335A99CA1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3813" y="2517775"/>
              <a:ext cx="155575" cy="231775"/>
            </a:xfrm>
            <a:custGeom>
              <a:avLst/>
              <a:gdLst>
                <a:gd name="T0" fmla="*/ 29 w 60"/>
                <a:gd name="T1" fmla="*/ 0 h 89"/>
                <a:gd name="T2" fmla="*/ 32 w 60"/>
                <a:gd name="T3" fmla="*/ 89 h 89"/>
                <a:gd name="T4" fmla="*/ 19 w 60"/>
                <a:gd name="T5" fmla="*/ 89 h 89"/>
                <a:gd name="T6" fmla="*/ 29 w 60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89">
                  <a:moveTo>
                    <a:pt x="29" y="0"/>
                  </a:moveTo>
                  <a:cubicBezTo>
                    <a:pt x="29" y="0"/>
                    <a:pt x="60" y="40"/>
                    <a:pt x="32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0" y="43"/>
                    <a:pt x="29" y="0"/>
                  </a:cubicBezTo>
                </a:path>
              </a:pathLst>
            </a:custGeom>
            <a:solidFill>
              <a:srgbClr val="4E7C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59" name="Freeform 315">
              <a:extLst>
                <a:ext uri="{FF2B5EF4-FFF2-40B4-BE49-F238E27FC236}">
                  <a16:creationId xmlns:a16="http://schemas.microsoft.com/office/drawing/2014/main" id="{70C045D9-8681-46E0-940A-EDC4DCD65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8263" y="2573338"/>
              <a:ext cx="58738" cy="14288"/>
            </a:xfrm>
            <a:custGeom>
              <a:avLst/>
              <a:gdLst>
                <a:gd name="T0" fmla="*/ 18 w 23"/>
                <a:gd name="T1" fmla="*/ 1 h 6"/>
                <a:gd name="T2" fmla="*/ 23 w 23"/>
                <a:gd name="T3" fmla="*/ 0 h 6"/>
                <a:gd name="T4" fmla="*/ 23 w 23"/>
                <a:gd name="T5" fmla="*/ 1 h 6"/>
                <a:gd name="T6" fmla="*/ 19 w 23"/>
                <a:gd name="T7" fmla="*/ 2 h 6"/>
                <a:gd name="T8" fmla="*/ 14 w 23"/>
                <a:gd name="T9" fmla="*/ 3 h 6"/>
                <a:gd name="T10" fmla="*/ 0 w 23"/>
                <a:gd name="T11" fmla="*/ 6 h 6"/>
                <a:gd name="T12" fmla="*/ 0 w 23"/>
                <a:gd name="T13" fmla="*/ 4 h 6"/>
                <a:gd name="T14" fmla="*/ 14 w 23"/>
                <a:gd name="T15" fmla="*/ 2 h 6"/>
                <a:gd name="T16" fmla="*/ 18 w 23"/>
                <a:gd name="T1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">
                  <a:moveTo>
                    <a:pt x="18" y="1"/>
                  </a:moveTo>
                  <a:cubicBezTo>
                    <a:pt x="20" y="0"/>
                    <a:pt x="21" y="0"/>
                    <a:pt x="23" y="0"/>
                  </a:cubicBezTo>
                  <a:cubicBezTo>
                    <a:pt x="23" y="0"/>
                    <a:pt x="23" y="1"/>
                    <a:pt x="23" y="1"/>
                  </a:cubicBezTo>
                  <a:cubicBezTo>
                    <a:pt x="22" y="2"/>
                    <a:pt x="20" y="2"/>
                    <a:pt x="19" y="2"/>
                  </a:cubicBezTo>
                  <a:cubicBezTo>
                    <a:pt x="18" y="2"/>
                    <a:pt x="16" y="3"/>
                    <a:pt x="14" y="3"/>
                  </a:cubicBezTo>
                  <a:cubicBezTo>
                    <a:pt x="10" y="4"/>
                    <a:pt x="5" y="5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  <a:cubicBezTo>
                    <a:pt x="5" y="3"/>
                    <a:pt x="10" y="2"/>
                    <a:pt x="14" y="2"/>
                  </a:cubicBezTo>
                  <a:cubicBezTo>
                    <a:pt x="15" y="1"/>
                    <a:pt x="17" y="1"/>
                    <a:pt x="18" y="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0" name="Freeform 316">
              <a:extLst>
                <a:ext uri="{FF2B5EF4-FFF2-40B4-BE49-F238E27FC236}">
                  <a16:creationId xmlns:a16="http://schemas.microsoft.com/office/drawing/2014/main" id="{6282C8FE-442C-425D-BD09-3C6AAA190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0325" y="2608263"/>
              <a:ext cx="74613" cy="15875"/>
            </a:xfrm>
            <a:custGeom>
              <a:avLst/>
              <a:gdLst>
                <a:gd name="T0" fmla="*/ 20 w 29"/>
                <a:gd name="T1" fmla="*/ 1 h 6"/>
                <a:gd name="T2" fmla="*/ 13 w 29"/>
                <a:gd name="T3" fmla="*/ 1 h 6"/>
                <a:gd name="T4" fmla="*/ 3 w 29"/>
                <a:gd name="T5" fmla="*/ 4 h 6"/>
                <a:gd name="T6" fmla="*/ 2 w 29"/>
                <a:gd name="T7" fmla="*/ 5 h 6"/>
                <a:gd name="T8" fmla="*/ 0 w 29"/>
                <a:gd name="T9" fmla="*/ 6 h 6"/>
                <a:gd name="T10" fmla="*/ 0 w 29"/>
                <a:gd name="T11" fmla="*/ 4 h 6"/>
                <a:gd name="T12" fmla="*/ 1 w 29"/>
                <a:gd name="T13" fmla="*/ 4 h 6"/>
                <a:gd name="T14" fmla="*/ 2 w 29"/>
                <a:gd name="T15" fmla="*/ 3 h 6"/>
                <a:gd name="T16" fmla="*/ 13 w 29"/>
                <a:gd name="T17" fmla="*/ 0 h 6"/>
                <a:gd name="T18" fmla="*/ 20 w 29"/>
                <a:gd name="T19" fmla="*/ 0 h 6"/>
                <a:gd name="T20" fmla="*/ 29 w 29"/>
                <a:gd name="T21" fmla="*/ 0 h 6"/>
                <a:gd name="T22" fmla="*/ 29 w 29"/>
                <a:gd name="T23" fmla="*/ 1 h 6"/>
                <a:gd name="T24" fmla="*/ 20 w 29"/>
                <a:gd name="T2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6">
                  <a:moveTo>
                    <a:pt x="20" y="1"/>
                  </a:moveTo>
                  <a:cubicBezTo>
                    <a:pt x="18" y="1"/>
                    <a:pt x="15" y="1"/>
                    <a:pt x="13" y="1"/>
                  </a:cubicBezTo>
                  <a:cubicBezTo>
                    <a:pt x="8" y="2"/>
                    <a:pt x="6" y="3"/>
                    <a:pt x="3" y="4"/>
                  </a:cubicBezTo>
                  <a:cubicBezTo>
                    <a:pt x="3" y="4"/>
                    <a:pt x="2" y="5"/>
                    <a:pt x="2" y="5"/>
                  </a:cubicBezTo>
                  <a:cubicBezTo>
                    <a:pt x="1" y="5"/>
                    <a:pt x="1" y="6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2" y="3"/>
                  </a:cubicBezTo>
                  <a:cubicBezTo>
                    <a:pt x="5" y="1"/>
                    <a:pt x="8" y="0"/>
                    <a:pt x="13" y="0"/>
                  </a:cubicBezTo>
                  <a:cubicBezTo>
                    <a:pt x="15" y="0"/>
                    <a:pt x="18" y="0"/>
                    <a:pt x="20" y="0"/>
                  </a:cubicBezTo>
                  <a:cubicBezTo>
                    <a:pt x="23" y="0"/>
                    <a:pt x="26" y="0"/>
                    <a:pt x="29" y="0"/>
                  </a:cubicBezTo>
                  <a:cubicBezTo>
                    <a:pt x="29" y="0"/>
                    <a:pt x="29" y="1"/>
                    <a:pt x="29" y="1"/>
                  </a:cubicBezTo>
                  <a:cubicBezTo>
                    <a:pt x="26" y="1"/>
                    <a:pt x="23" y="1"/>
                    <a:pt x="20" y="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1" name="Freeform 317">
              <a:extLst>
                <a:ext uri="{FF2B5EF4-FFF2-40B4-BE49-F238E27FC236}">
                  <a16:creationId xmlns:a16="http://schemas.microsoft.com/office/drawing/2014/main" id="{592F9587-3EAD-42A6-B48B-9B4BE851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6200" y="2557463"/>
              <a:ext cx="46038" cy="4763"/>
            </a:xfrm>
            <a:custGeom>
              <a:avLst/>
              <a:gdLst>
                <a:gd name="T0" fmla="*/ 18 w 18"/>
                <a:gd name="T1" fmla="*/ 2 h 2"/>
                <a:gd name="T2" fmla="*/ 1 w 18"/>
                <a:gd name="T3" fmla="*/ 2 h 2"/>
                <a:gd name="T4" fmla="*/ 0 w 18"/>
                <a:gd name="T5" fmla="*/ 2 h 2"/>
                <a:gd name="T6" fmla="*/ 1 w 18"/>
                <a:gd name="T7" fmla="*/ 0 h 2"/>
                <a:gd name="T8" fmla="*/ 1 w 18"/>
                <a:gd name="T9" fmla="*/ 0 h 2"/>
                <a:gd name="T10" fmla="*/ 18 w 18"/>
                <a:gd name="T11" fmla="*/ 0 h 2"/>
                <a:gd name="T12" fmla="*/ 18 w 18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2">
                  <a:moveTo>
                    <a:pt x="18" y="2"/>
                  </a:moveTo>
                  <a:cubicBezTo>
                    <a:pt x="13" y="2"/>
                    <a:pt x="7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0"/>
                    <a:pt x="12" y="0"/>
                    <a:pt x="18" y="0"/>
                  </a:cubicBezTo>
                  <a:cubicBezTo>
                    <a:pt x="18" y="1"/>
                    <a:pt x="18" y="1"/>
                    <a:pt x="18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2" name="Freeform 318">
              <a:extLst>
                <a:ext uri="{FF2B5EF4-FFF2-40B4-BE49-F238E27FC236}">
                  <a16:creationId xmlns:a16="http://schemas.microsoft.com/office/drawing/2014/main" id="{C9128FCB-B026-44CA-A3E9-B5269838D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1913" y="2586038"/>
              <a:ext cx="71438" cy="20638"/>
            </a:xfrm>
            <a:custGeom>
              <a:avLst/>
              <a:gdLst>
                <a:gd name="T0" fmla="*/ 0 w 27"/>
                <a:gd name="T1" fmla="*/ 6 h 8"/>
                <a:gd name="T2" fmla="*/ 26 w 27"/>
                <a:gd name="T3" fmla="*/ 0 h 8"/>
                <a:gd name="T4" fmla="*/ 27 w 27"/>
                <a:gd name="T5" fmla="*/ 2 h 8"/>
                <a:gd name="T6" fmla="*/ 0 w 27"/>
                <a:gd name="T7" fmla="*/ 8 h 8"/>
                <a:gd name="T8" fmla="*/ 0 w 27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8">
                  <a:moveTo>
                    <a:pt x="0" y="6"/>
                  </a:moveTo>
                  <a:cubicBezTo>
                    <a:pt x="9" y="5"/>
                    <a:pt x="18" y="3"/>
                    <a:pt x="26" y="0"/>
                  </a:cubicBezTo>
                  <a:cubicBezTo>
                    <a:pt x="26" y="1"/>
                    <a:pt x="26" y="1"/>
                    <a:pt x="27" y="2"/>
                  </a:cubicBezTo>
                  <a:cubicBezTo>
                    <a:pt x="18" y="4"/>
                    <a:pt x="9" y="6"/>
                    <a:pt x="0" y="8"/>
                  </a:cubicBezTo>
                  <a:cubicBezTo>
                    <a:pt x="0" y="8"/>
                    <a:pt x="0" y="7"/>
                    <a:pt x="0" y="6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3" name="Freeform 319">
              <a:extLst>
                <a:ext uri="{FF2B5EF4-FFF2-40B4-BE49-F238E27FC236}">
                  <a16:creationId xmlns:a16="http://schemas.microsoft.com/office/drawing/2014/main" id="{2BE9FBF8-EEAF-4F49-9497-C28A8C4E8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3025" y="2738438"/>
              <a:ext cx="38100" cy="11113"/>
            </a:xfrm>
            <a:custGeom>
              <a:avLst/>
              <a:gdLst>
                <a:gd name="T0" fmla="*/ 0 w 15"/>
                <a:gd name="T1" fmla="*/ 3 h 4"/>
                <a:gd name="T2" fmla="*/ 10 w 15"/>
                <a:gd name="T3" fmla="*/ 1 h 4"/>
                <a:gd name="T4" fmla="*/ 15 w 15"/>
                <a:gd name="T5" fmla="*/ 0 h 4"/>
                <a:gd name="T6" fmla="*/ 14 w 15"/>
                <a:gd name="T7" fmla="*/ 2 h 4"/>
                <a:gd name="T8" fmla="*/ 10 w 15"/>
                <a:gd name="T9" fmla="*/ 3 h 4"/>
                <a:gd name="T10" fmla="*/ 1 w 15"/>
                <a:gd name="T11" fmla="*/ 4 h 4"/>
                <a:gd name="T12" fmla="*/ 0 w 15"/>
                <a:gd name="T13" fmla="*/ 4 h 4"/>
                <a:gd name="T14" fmla="*/ 0 w 15"/>
                <a:gd name="T1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cubicBezTo>
                    <a:pt x="3" y="3"/>
                    <a:pt x="6" y="2"/>
                    <a:pt x="10" y="1"/>
                  </a:cubicBezTo>
                  <a:cubicBezTo>
                    <a:pt x="11" y="1"/>
                    <a:pt x="13" y="0"/>
                    <a:pt x="15" y="0"/>
                  </a:cubicBezTo>
                  <a:cubicBezTo>
                    <a:pt x="15" y="1"/>
                    <a:pt x="15" y="1"/>
                    <a:pt x="14" y="2"/>
                  </a:cubicBezTo>
                  <a:cubicBezTo>
                    <a:pt x="13" y="2"/>
                    <a:pt x="12" y="2"/>
                    <a:pt x="10" y="3"/>
                  </a:cubicBezTo>
                  <a:cubicBezTo>
                    <a:pt x="7" y="3"/>
                    <a:pt x="4" y="4"/>
                    <a:pt x="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4" name="Freeform 320">
              <a:extLst>
                <a:ext uri="{FF2B5EF4-FFF2-40B4-BE49-F238E27FC236}">
                  <a16:creationId xmlns:a16="http://schemas.microsoft.com/office/drawing/2014/main" id="{21BC82D8-D855-43C7-97C8-1AEB47638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8900" y="2530475"/>
              <a:ext cx="20638" cy="3175"/>
            </a:xfrm>
            <a:custGeom>
              <a:avLst/>
              <a:gdLst>
                <a:gd name="T0" fmla="*/ 5 w 8"/>
                <a:gd name="T1" fmla="*/ 1 h 1"/>
                <a:gd name="T2" fmla="*/ 0 w 8"/>
                <a:gd name="T3" fmla="*/ 1 h 1"/>
                <a:gd name="T4" fmla="*/ 1 w 8"/>
                <a:gd name="T5" fmla="*/ 0 h 1"/>
                <a:gd name="T6" fmla="*/ 7 w 8"/>
                <a:gd name="T7" fmla="*/ 0 h 1"/>
                <a:gd name="T8" fmla="*/ 8 w 8"/>
                <a:gd name="T9" fmla="*/ 1 h 1"/>
                <a:gd name="T10" fmla="*/ 5 w 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">
                  <a:moveTo>
                    <a:pt x="5" y="1"/>
                  </a:moveTo>
                  <a:cubicBezTo>
                    <a:pt x="3" y="1"/>
                    <a:pt x="2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8" y="0"/>
                    <a:pt x="8" y="1"/>
                    <a:pt x="8" y="1"/>
                  </a:cubicBezTo>
                  <a:cubicBezTo>
                    <a:pt x="7" y="1"/>
                    <a:pt x="6" y="1"/>
                    <a:pt x="5" y="1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5" name="Freeform 321">
              <a:extLst>
                <a:ext uri="{FF2B5EF4-FFF2-40B4-BE49-F238E27FC236}">
                  <a16:creationId xmlns:a16="http://schemas.microsoft.com/office/drawing/2014/main" id="{092B32C0-49C3-4A9A-BB66-EE450BCDC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0" y="2636838"/>
              <a:ext cx="80963" cy="19050"/>
            </a:xfrm>
            <a:custGeom>
              <a:avLst/>
              <a:gdLst>
                <a:gd name="T0" fmla="*/ 10 w 31"/>
                <a:gd name="T1" fmla="*/ 6 h 7"/>
                <a:gd name="T2" fmla="*/ 8 w 31"/>
                <a:gd name="T3" fmla="*/ 6 h 7"/>
                <a:gd name="T4" fmla="*/ 0 w 31"/>
                <a:gd name="T5" fmla="*/ 7 h 7"/>
                <a:gd name="T6" fmla="*/ 0 w 31"/>
                <a:gd name="T7" fmla="*/ 6 h 7"/>
                <a:gd name="T8" fmla="*/ 7 w 31"/>
                <a:gd name="T9" fmla="*/ 5 h 7"/>
                <a:gd name="T10" fmla="*/ 10 w 31"/>
                <a:gd name="T11" fmla="*/ 4 h 7"/>
                <a:gd name="T12" fmla="*/ 13 w 31"/>
                <a:gd name="T13" fmla="*/ 4 h 7"/>
                <a:gd name="T14" fmla="*/ 31 w 31"/>
                <a:gd name="T15" fmla="*/ 0 h 7"/>
                <a:gd name="T16" fmla="*/ 31 w 31"/>
                <a:gd name="T17" fmla="*/ 2 h 7"/>
                <a:gd name="T18" fmla="*/ 14 w 31"/>
                <a:gd name="T19" fmla="*/ 5 h 7"/>
                <a:gd name="T20" fmla="*/ 10 w 31"/>
                <a:gd name="T21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7">
                  <a:moveTo>
                    <a:pt x="10" y="6"/>
                  </a:moveTo>
                  <a:cubicBezTo>
                    <a:pt x="10" y="6"/>
                    <a:pt x="9" y="6"/>
                    <a:pt x="8" y="6"/>
                  </a:cubicBezTo>
                  <a:cubicBezTo>
                    <a:pt x="5" y="6"/>
                    <a:pt x="3" y="7"/>
                    <a:pt x="0" y="7"/>
                  </a:cubicBezTo>
                  <a:cubicBezTo>
                    <a:pt x="0" y="7"/>
                    <a:pt x="0" y="6"/>
                    <a:pt x="0" y="6"/>
                  </a:cubicBezTo>
                  <a:cubicBezTo>
                    <a:pt x="3" y="5"/>
                    <a:pt x="5" y="5"/>
                    <a:pt x="7" y="5"/>
                  </a:cubicBezTo>
                  <a:cubicBezTo>
                    <a:pt x="8" y="5"/>
                    <a:pt x="9" y="4"/>
                    <a:pt x="10" y="4"/>
                  </a:cubicBezTo>
                  <a:cubicBezTo>
                    <a:pt x="11" y="4"/>
                    <a:pt x="12" y="4"/>
                    <a:pt x="13" y="4"/>
                  </a:cubicBezTo>
                  <a:cubicBezTo>
                    <a:pt x="19" y="3"/>
                    <a:pt x="26" y="2"/>
                    <a:pt x="31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6" y="3"/>
                    <a:pt x="19" y="4"/>
                    <a:pt x="14" y="5"/>
                  </a:cubicBezTo>
                  <a:cubicBezTo>
                    <a:pt x="13" y="5"/>
                    <a:pt x="11" y="6"/>
                    <a:pt x="10" y="6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6" name="Freeform 322">
              <a:extLst>
                <a:ext uri="{FF2B5EF4-FFF2-40B4-BE49-F238E27FC236}">
                  <a16:creationId xmlns:a16="http://schemas.microsoft.com/office/drawing/2014/main" id="{68976A83-E4F6-4C6B-91BB-84C160757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0325" y="2684463"/>
              <a:ext cx="73025" cy="17463"/>
            </a:xfrm>
            <a:custGeom>
              <a:avLst/>
              <a:gdLst>
                <a:gd name="T0" fmla="*/ 26 w 28"/>
                <a:gd name="T1" fmla="*/ 2 h 7"/>
                <a:gd name="T2" fmla="*/ 18 w 28"/>
                <a:gd name="T3" fmla="*/ 4 h 7"/>
                <a:gd name="T4" fmla="*/ 18 w 28"/>
                <a:gd name="T5" fmla="*/ 4 h 7"/>
                <a:gd name="T6" fmla="*/ 6 w 28"/>
                <a:gd name="T7" fmla="*/ 6 h 7"/>
                <a:gd name="T8" fmla="*/ 2 w 28"/>
                <a:gd name="T9" fmla="*/ 6 h 7"/>
                <a:gd name="T10" fmla="*/ 0 w 28"/>
                <a:gd name="T11" fmla="*/ 7 h 7"/>
                <a:gd name="T12" fmla="*/ 0 w 28"/>
                <a:gd name="T13" fmla="*/ 5 h 7"/>
                <a:gd name="T14" fmla="*/ 2 w 28"/>
                <a:gd name="T15" fmla="*/ 5 h 7"/>
                <a:gd name="T16" fmla="*/ 5 w 28"/>
                <a:gd name="T17" fmla="*/ 4 h 7"/>
                <a:gd name="T18" fmla="*/ 17 w 28"/>
                <a:gd name="T19" fmla="*/ 2 h 7"/>
                <a:gd name="T20" fmla="*/ 17 w 28"/>
                <a:gd name="T21" fmla="*/ 2 h 7"/>
                <a:gd name="T22" fmla="*/ 26 w 28"/>
                <a:gd name="T23" fmla="*/ 0 h 7"/>
                <a:gd name="T24" fmla="*/ 27 w 28"/>
                <a:gd name="T25" fmla="*/ 0 h 7"/>
                <a:gd name="T26" fmla="*/ 28 w 28"/>
                <a:gd name="T27" fmla="*/ 0 h 7"/>
                <a:gd name="T28" fmla="*/ 28 w 28"/>
                <a:gd name="T29" fmla="*/ 2 h 7"/>
                <a:gd name="T30" fmla="*/ 27 w 28"/>
                <a:gd name="T31" fmla="*/ 2 h 7"/>
                <a:gd name="T32" fmla="*/ 26 w 28"/>
                <a:gd name="T3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7">
                  <a:moveTo>
                    <a:pt x="26" y="2"/>
                  </a:moveTo>
                  <a:cubicBezTo>
                    <a:pt x="24" y="2"/>
                    <a:pt x="21" y="3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5"/>
                    <a:pt x="10" y="5"/>
                    <a:pt x="6" y="6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2" y="6"/>
                    <a:pt x="1" y="6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3" y="5"/>
                    <a:pt x="4" y="5"/>
                    <a:pt x="5" y="4"/>
                  </a:cubicBezTo>
                  <a:cubicBezTo>
                    <a:pt x="9" y="4"/>
                    <a:pt x="14" y="3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0" y="2"/>
                    <a:pt x="23" y="1"/>
                    <a:pt x="26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8" y="1"/>
                    <a:pt x="28" y="2"/>
                  </a:cubicBezTo>
                  <a:cubicBezTo>
                    <a:pt x="27" y="2"/>
                    <a:pt x="27" y="2"/>
                    <a:pt x="27" y="2"/>
                  </a:cubicBezTo>
                  <a:lnTo>
                    <a:pt x="26" y="2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7" name="Freeform 323">
              <a:extLst>
                <a:ext uri="{FF2B5EF4-FFF2-40B4-BE49-F238E27FC236}">
                  <a16:creationId xmlns:a16="http://schemas.microsoft.com/office/drawing/2014/main" id="{63C1E6A4-304B-433D-9DB4-9F7DBBA45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0" y="2624138"/>
              <a:ext cx="80963" cy="19050"/>
            </a:xfrm>
            <a:custGeom>
              <a:avLst/>
              <a:gdLst>
                <a:gd name="T0" fmla="*/ 21 w 31"/>
                <a:gd name="T1" fmla="*/ 3 h 7"/>
                <a:gd name="T2" fmla="*/ 18 w 31"/>
                <a:gd name="T3" fmla="*/ 3 h 7"/>
                <a:gd name="T4" fmla="*/ 2 w 31"/>
                <a:gd name="T5" fmla="*/ 6 h 7"/>
                <a:gd name="T6" fmla="*/ 0 w 31"/>
                <a:gd name="T7" fmla="*/ 7 h 7"/>
                <a:gd name="T8" fmla="*/ 0 w 31"/>
                <a:gd name="T9" fmla="*/ 5 h 7"/>
                <a:gd name="T10" fmla="*/ 1 w 31"/>
                <a:gd name="T11" fmla="*/ 5 h 7"/>
                <a:gd name="T12" fmla="*/ 18 w 31"/>
                <a:gd name="T13" fmla="*/ 2 h 7"/>
                <a:gd name="T14" fmla="*/ 20 w 31"/>
                <a:gd name="T15" fmla="*/ 1 h 7"/>
                <a:gd name="T16" fmla="*/ 31 w 31"/>
                <a:gd name="T17" fmla="*/ 0 h 7"/>
                <a:gd name="T18" fmla="*/ 31 w 31"/>
                <a:gd name="T19" fmla="*/ 2 h 7"/>
                <a:gd name="T20" fmla="*/ 21 w 31"/>
                <a:gd name="T2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7">
                  <a:moveTo>
                    <a:pt x="21" y="3"/>
                  </a:moveTo>
                  <a:cubicBezTo>
                    <a:pt x="20" y="3"/>
                    <a:pt x="19" y="3"/>
                    <a:pt x="18" y="3"/>
                  </a:cubicBezTo>
                  <a:cubicBezTo>
                    <a:pt x="12" y="4"/>
                    <a:pt x="7" y="5"/>
                    <a:pt x="2" y="6"/>
                  </a:cubicBezTo>
                  <a:cubicBezTo>
                    <a:pt x="1" y="7"/>
                    <a:pt x="1" y="7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6" y="3"/>
                    <a:pt x="12" y="2"/>
                    <a:pt x="18" y="2"/>
                  </a:cubicBezTo>
                  <a:cubicBezTo>
                    <a:pt x="18" y="2"/>
                    <a:pt x="19" y="1"/>
                    <a:pt x="20" y="1"/>
                  </a:cubicBezTo>
                  <a:cubicBezTo>
                    <a:pt x="23" y="1"/>
                    <a:pt x="27" y="0"/>
                    <a:pt x="31" y="0"/>
                  </a:cubicBezTo>
                  <a:cubicBezTo>
                    <a:pt x="31" y="1"/>
                    <a:pt x="31" y="1"/>
                    <a:pt x="31" y="2"/>
                  </a:cubicBezTo>
                  <a:cubicBezTo>
                    <a:pt x="27" y="2"/>
                    <a:pt x="24" y="2"/>
                    <a:pt x="21" y="3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8" name="Freeform 324">
              <a:extLst>
                <a:ext uri="{FF2B5EF4-FFF2-40B4-BE49-F238E27FC236}">
                  <a16:creationId xmlns:a16="http://schemas.microsoft.com/office/drawing/2014/main" id="{739578F8-8D93-44CE-B3D7-A65B5DB43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8263" y="2720975"/>
              <a:ext cx="50800" cy="15875"/>
            </a:xfrm>
            <a:custGeom>
              <a:avLst/>
              <a:gdLst>
                <a:gd name="T0" fmla="*/ 0 w 20"/>
                <a:gd name="T1" fmla="*/ 4 h 6"/>
                <a:gd name="T2" fmla="*/ 20 w 20"/>
                <a:gd name="T3" fmla="*/ 0 h 6"/>
                <a:gd name="T4" fmla="*/ 20 w 20"/>
                <a:gd name="T5" fmla="*/ 2 h 6"/>
                <a:gd name="T6" fmla="*/ 0 w 20"/>
                <a:gd name="T7" fmla="*/ 6 h 6"/>
                <a:gd name="T8" fmla="*/ 0 w 20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">
                  <a:moveTo>
                    <a:pt x="0" y="4"/>
                  </a:moveTo>
                  <a:cubicBezTo>
                    <a:pt x="7" y="4"/>
                    <a:pt x="14" y="2"/>
                    <a:pt x="20" y="0"/>
                  </a:cubicBezTo>
                  <a:cubicBezTo>
                    <a:pt x="20" y="1"/>
                    <a:pt x="20" y="1"/>
                    <a:pt x="20" y="2"/>
                  </a:cubicBezTo>
                  <a:cubicBezTo>
                    <a:pt x="14" y="4"/>
                    <a:pt x="7" y="5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69" name="Freeform 325">
              <a:extLst>
                <a:ext uri="{FF2B5EF4-FFF2-40B4-BE49-F238E27FC236}">
                  <a16:creationId xmlns:a16="http://schemas.microsoft.com/office/drawing/2014/main" id="{75B572BC-9FBD-4AED-B8E5-8A9197337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1913" y="2697163"/>
              <a:ext cx="68263" cy="20638"/>
            </a:xfrm>
            <a:custGeom>
              <a:avLst/>
              <a:gdLst>
                <a:gd name="T0" fmla="*/ 26 w 26"/>
                <a:gd name="T1" fmla="*/ 0 h 8"/>
                <a:gd name="T2" fmla="*/ 25 w 26"/>
                <a:gd name="T3" fmla="*/ 3 h 8"/>
                <a:gd name="T4" fmla="*/ 1 w 26"/>
                <a:gd name="T5" fmla="*/ 8 h 8"/>
                <a:gd name="T6" fmla="*/ 1 w 26"/>
                <a:gd name="T7" fmla="*/ 8 h 8"/>
                <a:gd name="T8" fmla="*/ 0 w 26"/>
                <a:gd name="T9" fmla="*/ 7 h 8"/>
                <a:gd name="T10" fmla="*/ 1 w 26"/>
                <a:gd name="T11" fmla="*/ 7 h 8"/>
                <a:gd name="T12" fmla="*/ 26 w 26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8">
                  <a:moveTo>
                    <a:pt x="26" y="0"/>
                  </a:moveTo>
                  <a:cubicBezTo>
                    <a:pt x="25" y="1"/>
                    <a:pt x="25" y="2"/>
                    <a:pt x="25" y="3"/>
                  </a:cubicBezTo>
                  <a:cubicBezTo>
                    <a:pt x="18" y="6"/>
                    <a:pt x="10" y="7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0" y="5"/>
                    <a:pt x="19" y="4"/>
                    <a:pt x="26" y="0"/>
                  </a:cubicBezTo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0" name="Freeform 326">
              <a:extLst>
                <a:ext uri="{FF2B5EF4-FFF2-40B4-BE49-F238E27FC236}">
                  <a16:creationId xmlns:a16="http://schemas.microsoft.com/office/drawing/2014/main" id="{984FD30D-0034-4D46-BD58-9B6CB398C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4138" y="2541588"/>
              <a:ext cx="33338" cy="4763"/>
            </a:xfrm>
            <a:custGeom>
              <a:avLst/>
              <a:gdLst>
                <a:gd name="T0" fmla="*/ 12 w 13"/>
                <a:gd name="T1" fmla="*/ 2 h 2"/>
                <a:gd name="T2" fmla="*/ 0 w 13"/>
                <a:gd name="T3" fmla="*/ 2 h 2"/>
                <a:gd name="T4" fmla="*/ 1 w 13"/>
                <a:gd name="T5" fmla="*/ 0 h 2"/>
                <a:gd name="T6" fmla="*/ 12 w 13"/>
                <a:gd name="T7" fmla="*/ 0 h 2"/>
                <a:gd name="T8" fmla="*/ 13 w 13"/>
                <a:gd name="T9" fmla="*/ 2 h 2"/>
                <a:gd name="T10" fmla="*/ 12 w 13"/>
                <a:gd name="T1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2">
                  <a:moveTo>
                    <a:pt x="12" y="2"/>
                  </a:moveTo>
                  <a:cubicBezTo>
                    <a:pt x="8" y="1"/>
                    <a:pt x="4" y="1"/>
                    <a:pt x="0" y="2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12" y="1"/>
                    <a:pt x="12" y="1"/>
                    <a:pt x="13" y="2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1" name="Freeform 327">
              <a:extLst>
                <a:ext uri="{FF2B5EF4-FFF2-40B4-BE49-F238E27FC236}">
                  <a16:creationId xmlns:a16="http://schemas.microsoft.com/office/drawing/2014/main" id="{729CF82E-DD09-44BD-A72D-A61894B9F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0" y="2655888"/>
              <a:ext cx="80963" cy="17463"/>
            </a:xfrm>
            <a:custGeom>
              <a:avLst/>
              <a:gdLst>
                <a:gd name="T0" fmla="*/ 29 w 31"/>
                <a:gd name="T1" fmla="*/ 2 h 7"/>
                <a:gd name="T2" fmla="*/ 29 w 31"/>
                <a:gd name="T3" fmla="*/ 2 h 7"/>
                <a:gd name="T4" fmla="*/ 9 w 31"/>
                <a:gd name="T5" fmla="*/ 5 h 7"/>
                <a:gd name="T6" fmla="*/ 3 w 31"/>
                <a:gd name="T7" fmla="*/ 6 h 7"/>
                <a:gd name="T8" fmla="*/ 0 w 31"/>
                <a:gd name="T9" fmla="*/ 7 h 7"/>
                <a:gd name="T10" fmla="*/ 0 w 31"/>
                <a:gd name="T11" fmla="*/ 5 h 7"/>
                <a:gd name="T12" fmla="*/ 2 w 31"/>
                <a:gd name="T13" fmla="*/ 5 h 7"/>
                <a:gd name="T14" fmla="*/ 8 w 31"/>
                <a:gd name="T15" fmla="*/ 4 h 7"/>
                <a:gd name="T16" fmla="*/ 29 w 31"/>
                <a:gd name="T17" fmla="*/ 0 h 7"/>
                <a:gd name="T18" fmla="*/ 29 w 31"/>
                <a:gd name="T19" fmla="*/ 0 h 7"/>
                <a:gd name="T20" fmla="*/ 31 w 31"/>
                <a:gd name="T21" fmla="*/ 0 h 7"/>
                <a:gd name="T22" fmla="*/ 31 w 31"/>
                <a:gd name="T23" fmla="*/ 0 h 7"/>
                <a:gd name="T24" fmla="*/ 30 w 31"/>
                <a:gd name="T25" fmla="*/ 1 h 7"/>
                <a:gd name="T26" fmla="*/ 29 w 31"/>
                <a:gd name="T2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" h="7">
                  <a:moveTo>
                    <a:pt x="29" y="2"/>
                  </a:moveTo>
                  <a:cubicBezTo>
                    <a:pt x="29" y="2"/>
                    <a:pt x="29" y="2"/>
                    <a:pt x="29" y="2"/>
                  </a:cubicBezTo>
                  <a:cubicBezTo>
                    <a:pt x="22" y="2"/>
                    <a:pt x="16" y="3"/>
                    <a:pt x="9" y="5"/>
                  </a:cubicBezTo>
                  <a:cubicBezTo>
                    <a:pt x="7" y="6"/>
                    <a:pt x="5" y="6"/>
                    <a:pt x="3" y="6"/>
                  </a:cubicBezTo>
                  <a:cubicBezTo>
                    <a:pt x="2" y="6"/>
                    <a:pt x="1" y="6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1" y="5"/>
                    <a:pt x="2" y="5"/>
                    <a:pt x="2" y="5"/>
                  </a:cubicBezTo>
                  <a:cubicBezTo>
                    <a:pt x="4" y="4"/>
                    <a:pt x="6" y="4"/>
                    <a:pt x="8" y="4"/>
                  </a:cubicBezTo>
                  <a:cubicBezTo>
                    <a:pt x="15" y="2"/>
                    <a:pt x="21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30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1"/>
                    <a:pt x="30" y="1"/>
                    <a:pt x="30" y="1"/>
                  </a:cubicBezTo>
                  <a:cubicBezTo>
                    <a:pt x="30" y="2"/>
                    <a:pt x="30" y="2"/>
                    <a:pt x="29" y="2"/>
                  </a:cubicBez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2" name="Freeform 328">
              <a:extLst>
                <a:ext uri="{FF2B5EF4-FFF2-40B4-BE49-F238E27FC236}">
                  <a16:creationId xmlns:a16="http://schemas.microsoft.com/office/drawing/2014/main" id="{B9180464-9870-40CD-8828-A13F38B7A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0325" y="2668588"/>
              <a:ext cx="74613" cy="20638"/>
            </a:xfrm>
            <a:custGeom>
              <a:avLst/>
              <a:gdLst>
                <a:gd name="T0" fmla="*/ 26 w 29"/>
                <a:gd name="T1" fmla="*/ 2 h 8"/>
                <a:gd name="T2" fmla="*/ 17 w 29"/>
                <a:gd name="T3" fmla="*/ 4 h 8"/>
                <a:gd name="T4" fmla="*/ 1 w 29"/>
                <a:gd name="T5" fmla="*/ 8 h 8"/>
                <a:gd name="T6" fmla="*/ 0 w 29"/>
                <a:gd name="T7" fmla="*/ 8 h 8"/>
                <a:gd name="T8" fmla="*/ 0 w 29"/>
                <a:gd name="T9" fmla="*/ 6 h 8"/>
                <a:gd name="T10" fmla="*/ 0 w 29"/>
                <a:gd name="T11" fmla="*/ 6 h 8"/>
                <a:gd name="T12" fmla="*/ 16 w 29"/>
                <a:gd name="T13" fmla="*/ 3 h 8"/>
                <a:gd name="T14" fmla="*/ 25 w 29"/>
                <a:gd name="T15" fmla="*/ 1 h 8"/>
                <a:gd name="T16" fmla="*/ 26 w 29"/>
                <a:gd name="T17" fmla="*/ 1 h 8"/>
                <a:gd name="T18" fmla="*/ 29 w 29"/>
                <a:gd name="T19" fmla="*/ 0 h 8"/>
                <a:gd name="T20" fmla="*/ 29 w 29"/>
                <a:gd name="T21" fmla="*/ 2 h 8"/>
                <a:gd name="T22" fmla="*/ 27 w 29"/>
                <a:gd name="T23" fmla="*/ 2 h 8"/>
                <a:gd name="T24" fmla="*/ 26 w 29"/>
                <a:gd name="T2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8">
                  <a:moveTo>
                    <a:pt x="26" y="2"/>
                  </a:moveTo>
                  <a:cubicBezTo>
                    <a:pt x="23" y="3"/>
                    <a:pt x="20" y="4"/>
                    <a:pt x="17" y="4"/>
                  </a:cubicBezTo>
                  <a:cubicBezTo>
                    <a:pt x="11" y="5"/>
                    <a:pt x="6" y="6"/>
                    <a:pt x="1" y="8"/>
                  </a:cubicBezTo>
                  <a:cubicBezTo>
                    <a:pt x="1" y="8"/>
                    <a:pt x="0" y="8"/>
                    <a:pt x="0" y="8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5"/>
                    <a:pt x="11" y="4"/>
                    <a:pt x="16" y="3"/>
                  </a:cubicBezTo>
                  <a:cubicBezTo>
                    <a:pt x="19" y="2"/>
                    <a:pt x="22" y="2"/>
                    <a:pt x="25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1"/>
                    <a:pt x="28" y="0"/>
                    <a:pt x="29" y="0"/>
                  </a:cubicBezTo>
                  <a:cubicBezTo>
                    <a:pt x="29" y="1"/>
                    <a:pt x="29" y="1"/>
                    <a:pt x="29" y="2"/>
                  </a:cubicBezTo>
                  <a:cubicBezTo>
                    <a:pt x="28" y="2"/>
                    <a:pt x="27" y="2"/>
                    <a:pt x="27" y="2"/>
                  </a:cubicBezTo>
                  <a:lnTo>
                    <a:pt x="26" y="2"/>
                  </a:lnTo>
                  <a:close/>
                </a:path>
              </a:pathLst>
            </a:custGeom>
            <a:solidFill>
              <a:srgbClr val="DCF3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3" name="Freeform 329">
              <a:extLst>
                <a:ext uri="{FF2B5EF4-FFF2-40B4-BE49-F238E27FC236}">
                  <a16:creationId xmlns:a16="http://schemas.microsoft.com/office/drawing/2014/main" id="{55ABBFC3-1B4C-4D71-A4FA-9AFEC89B7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7475" y="2587625"/>
              <a:ext cx="115888" cy="174625"/>
            </a:xfrm>
            <a:custGeom>
              <a:avLst/>
              <a:gdLst>
                <a:gd name="T0" fmla="*/ 31 w 45"/>
                <a:gd name="T1" fmla="*/ 0 h 67"/>
                <a:gd name="T2" fmla="*/ 15 w 45"/>
                <a:gd name="T3" fmla="*/ 67 h 67"/>
                <a:gd name="T4" fmla="*/ 5 w 45"/>
                <a:gd name="T5" fmla="*/ 65 h 67"/>
                <a:gd name="T6" fmla="*/ 31 w 45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" h="67">
                  <a:moveTo>
                    <a:pt x="31" y="0"/>
                  </a:moveTo>
                  <a:cubicBezTo>
                    <a:pt x="31" y="0"/>
                    <a:pt x="45" y="37"/>
                    <a:pt x="15" y="67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0" y="26"/>
                    <a:pt x="31" y="0"/>
                  </a:cubicBezTo>
                  <a:close/>
                </a:path>
              </a:pathLst>
            </a:custGeom>
            <a:solidFill>
              <a:srgbClr val="8EBB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4" name="Freeform 330">
              <a:extLst>
                <a:ext uri="{FF2B5EF4-FFF2-40B4-BE49-F238E27FC236}">
                  <a16:creationId xmlns:a16="http://schemas.microsoft.com/office/drawing/2014/main" id="{4FF518FB-DD23-4646-9CE8-52035555A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8750" y="2632075"/>
              <a:ext cx="46038" cy="4763"/>
            </a:xfrm>
            <a:custGeom>
              <a:avLst/>
              <a:gdLst>
                <a:gd name="T0" fmla="*/ 15 w 18"/>
                <a:gd name="T1" fmla="*/ 1 h 2"/>
                <a:gd name="T2" fmla="*/ 18 w 18"/>
                <a:gd name="T3" fmla="*/ 1 h 2"/>
                <a:gd name="T4" fmla="*/ 18 w 18"/>
                <a:gd name="T5" fmla="*/ 2 h 2"/>
                <a:gd name="T6" fmla="*/ 15 w 18"/>
                <a:gd name="T7" fmla="*/ 2 h 2"/>
                <a:gd name="T8" fmla="*/ 11 w 18"/>
                <a:gd name="T9" fmla="*/ 2 h 2"/>
                <a:gd name="T10" fmla="*/ 0 w 18"/>
                <a:gd name="T11" fmla="*/ 1 h 2"/>
                <a:gd name="T12" fmla="*/ 1 w 18"/>
                <a:gd name="T13" fmla="*/ 0 h 2"/>
                <a:gd name="T14" fmla="*/ 11 w 18"/>
                <a:gd name="T15" fmla="*/ 1 h 2"/>
                <a:gd name="T16" fmla="*/ 15 w 18"/>
                <a:gd name="T1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">
                  <a:moveTo>
                    <a:pt x="15" y="1"/>
                  </a:moveTo>
                  <a:cubicBezTo>
                    <a:pt x="16" y="1"/>
                    <a:pt x="17" y="1"/>
                    <a:pt x="18" y="1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4" y="2"/>
                    <a:pt x="12" y="2"/>
                    <a:pt x="11" y="2"/>
                  </a:cubicBezTo>
                  <a:cubicBezTo>
                    <a:pt x="8" y="2"/>
                    <a:pt x="4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0"/>
                    <a:pt x="8" y="1"/>
                    <a:pt x="11" y="1"/>
                  </a:cubicBezTo>
                  <a:cubicBezTo>
                    <a:pt x="12" y="1"/>
                    <a:pt x="13" y="1"/>
                    <a:pt x="15" y="1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5" name="Freeform 331">
              <a:extLst>
                <a:ext uri="{FF2B5EF4-FFF2-40B4-BE49-F238E27FC236}">
                  <a16:creationId xmlns:a16="http://schemas.microsoft.com/office/drawing/2014/main" id="{273048D1-8CB3-4BCD-8636-9015A2F2B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050" y="2652713"/>
              <a:ext cx="58738" cy="12700"/>
            </a:xfrm>
            <a:custGeom>
              <a:avLst/>
              <a:gdLst>
                <a:gd name="T0" fmla="*/ 16 w 23"/>
                <a:gd name="T1" fmla="*/ 4 h 5"/>
                <a:gd name="T2" fmla="*/ 11 w 23"/>
                <a:gd name="T3" fmla="*/ 2 h 5"/>
                <a:gd name="T4" fmla="*/ 2 w 23"/>
                <a:gd name="T5" fmla="*/ 2 h 5"/>
                <a:gd name="T6" fmla="*/ 2 w 23"/>
                <a:gd name="T7" fmla="*/ 3 h 5"/>
                <a:gd name="T8" fmla="*/ 0 w 23"/>
                <a:gd name="T9" fmla="*/ 3 h 5"/>
                <a:gd name="T10" fmla="*/ 0 w 23"/>
                <a:gd name="T11" fmla="*/ 2 h 5"/>
                <a:gd name="T12" fmla="*/ 1 w 23"/>
                <a:gd name="T13" fmla="*/ 1 h 5"/>
                <a:gd name="T14" fmla="*/ 2 w 23"/>
                <a:gd name="T15" fmla="*/ 1 h 5"/>
                <a:gd name="T16" fmla="*/ 11 w 23"/>
                <a:gd name="T17" fmla="*/ 1 h 5"/>
                <a:gd name="T18" fmla="*/ 16 w 23"/>
                <a:gd name="T19" fmla="*/ 3 h 5"/>
                <a:gd name="T20" fmla="*/ 23 w 23"/>
                <a:gd name="T21" fmla="*/ 4 h 5"/>
                <a:gd name="T22" fmla="*/ 23 w 23"/>
                <a:gd name="T23" fmla="*/ 5 h 5"/>
                <a:gd name="T24" fmla="*/ 16 w 2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5">
                  <a:moveTo>
                    <a:pt x="16" y="4"/>
                  </a:moveTo>
                  <a:cubicBezTo>
                    <a:pt x="14" y="3"/>
                    <a:pt x="12" y="3"/>
                    <a:pt x="11" y="2"/>
                  </a:cubicBezTo>
                  <a:cubicBezTo>
                    <a:pt x="7" y="2"/>
                    <a:pt x="5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0"/>
                    <a:pt x="7" y="1"/>
                    <a:pt x="11" y="1"/>
                  </a:cubicBezTo>
                  <a:cubicBezTo>
                    <a:pt x="12" y="1"/>
                    <a:pt x="14" y="2"/>
                    <a:pt x="16" y="3"/>
                  </a:cubicBezTo>
                  <a:cubicBezTo>
                    <a:pt x="18" y="3"/>
                    <a:pt x="21" y="4"/>
                    <a:pt x="23" y="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0" y="5"/>
                    <a:pt x="18" y="4"/>
                    <a:pt x="16" y="4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6" name="Freeform 332">
              <a:extLst>
                <a:ext uri="{FF2B5EF4-FFF2-40B4-BE49-F238E27FC236}">
                  <a16:creationId xmlns:a16="http://schemas.microsoft.com/office/drawing/2014/main" id="{0F9CCEC4-8051-49C0-8654-50743614B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8275" y="2614613"/>
              <a:ext cx="36513" cy="12700"/>
            </a:xfrm>
            <a:custGeom>
              <a:avLst/>
              <a:gdLst>
                <a:gd name="T0" fmla="*/ 14 w 14"/>
                <a:gd name="T1" fmla="*/ 5 h 5"/>
                <a:gd name="T2" fmla="*/ 1 w 14"/>
                <a:gd name="T3" fmla="*/ 2 h 5"/>
                <a:gd name="T4" fmla="*/ 0 w 14"/>
                <a:gd name="T5" fmla="*/ 1 h 5"/>
                <a:gd name="T6" fmla="*/ 1 w 14"/>
                <a:gd name="T7" fmla="*/ 0 h 5"/>
                <a:gd name="T8" fmla="*/ 1 w 14"/>
                <a:gd name="T9" fmla="*/ 0 h 5"/>
                <a:gd name="T10" fmla="*/ 14 w 14"/>
                <a:gd name="T11" fmla="*/ 4 h 5"/>
                <a:gd name="T12" fmla="*/ 14 w 14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">
                  <a:moveTo>
                    <a:pt x="14" y="5"/>
                  </a:moveTo>
                  <a:cubicBezTo>
                    <a:pt x="10" y="4"/>
                    <a:pt x="5" y="3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6" y="2"/>
                    <a:pt x="10" y="3"/>
                    <a:pt x="14" y="4"/>
                  </a:cubicBezTo>
                  <a:cubicBezTo>
                    <a:pt x="14" y="4"/>
                    <a:pt x="14" y="5"/>
                    <a:pt x="14" y="5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7" name="Freeform 333">
              <a:extLst>
                <a:ext uri="{FF2B5EF4-FFF2-40B4-BE49-F238E27FC236}">
                  <a16:creationId xmlns:a16="http://schemas.microsoft.com/office/drawing/2014/main" id="{AA3AE0B5-4D4C-4C84-ACB0-7E15CE730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0813" y="2644775"/>
              <a:ext cx="53975" cy="6350"/>
            </a:xfrm>
            <a:custGeom>
              <a:avLst/>
              <a:gdLst>
                <a:gd name="T0" fmla="*/ 1 w 21"/>
                <a:gd name="T1" fmla="*/ 0 h 2"/>
                <a:gd name="T2" fmla="*/ 21 w 21"/>
                <a:gd name="T3" fmla="*/ 0 h 2"/>
                <a:gd name="T4" fmla="*/ 21 w 21"/>
                <a:gd name="T5" fmla="*/ 2 h 2"/>
                <a:gd name="T6" fmla="*/ 0 w 21"/>
                <a:gd name="T7" fmla="*/ 1 h 2"/>
                <a:gd name="T8" fmla="*/ 1 w 2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">
                  <a:moveTo>
                    <a:pt x="1" y="0"/>
                  </a:moveTo>
                  <a:cubicBezTo>
                    <a:pt x="7" y="0"/>
                    <a:pt x="14" y="1"/>
                    <a:pt x="21" y="0"/>
                  </a:cubicBezTo>
                  <a:cubicBezTo>
                    <a:pt x="21" y="1"/>
                    <a:pt x="21" y="1"/>
                    <a:pt x="21" y="2"/>
                  </a:cubicBezTo>
                  <a:cubicBezTo>
                    <a:pt x="14" y="2"/>
                    <a:pt x="7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8" name="Freeform 334">
              <a:extLst>
                <a:ext uri="{FF2B5EF4-FFF2-40B4-BE49-F238E27FC236}">
                  <a16:creationId xmlns:a16="http://schemas.microsoft.com/office/drawing/2014/main" id="{63CDC031-704B-4D3F-9969-DB388D8F8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0175" y="2754313"/>
              <a:ext cx="31750" cy="4763"/>
            </a:xfrm>
            <a:custGeom>
              <a:avLst/>
              <a:gdLst>
                <a:gd name="T0" fmla="*/ 0 w 12"/>
                <a:gd name="T1" fmla="*/ 0 h 2"/>
                <a:gd name="T2" fmla="*/ 8 w 12"/>
                <a:gd name="T3" fmla="*/ 1 h 2"/>
                <a:gd name="T4" fmla="*/ 12 w 12"/>
                <a:gd name="T5" fmla="*/ 1 h 2"/>
                <a:gd name="T6" fmla="*/ 11 w 12"/>
                <a:gd name="T7" fmla="*/ 2 h 2"/>
                <a:gd name="T8" fmla="*/ 8 w 12"/>
                <a:gd name="T9" fmla="*/ 2 h 2"/>
                <a:gd name="T10" fmla="*/ 0 w 12"/>
                <a:gd name="T11" fmla="*/ 1 h 2"/>
                <a:gd name="T12" fmla="*/ 0 w 12"/>
                <a:gd name="T13" fmla="*/ 1 h 2"/>
                <a:gd name="T14" fmla="*/ 0 w 12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">
                  <a:moveTo>
                    <a:pt x="0" y="0"/>
                  </a:moveTo>
                  <a:cubicBezTo>
                    <a:pt x="2" y="0"/>
                    <a:pt x="5" y="0"/>
                    <a:pt x="8" y="1"/>
                  </a:cubicBezTo>
                  <a:cubicBezTo>
                    <a:pt x="9" y="1"/>
                    <a:pt x="11" y="1"/>
                    <a:pt x="12" y="1"/>
                  </a:cubicBezTo>
                  <a:cubicBezTo>
                    <a:pt x="12" y="1"/>
                    <a:pt x="12" y="2"/>
                    <a:pt x="11" y="2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5" y="2"/>
                    <a:pt x="3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79" name="Freeform 335">
              <a:extLst>
                <a:ext uri="{FF2B5EF4-FFF2-40B4-BE49-F238E27FC236}">
                  <a16:creationId xmlns:a16="http://schemas.microsoft.com/office/drawing/2014/main" id="{96D78EC2-DCF3-412C-886A-26DB18667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4150" y="2598738"/>
              <a:ext cx="15875" cy="4763"/>
            </a:xfrm>
            <a:custGeom>
              <a:avLst/>
              <a:gdLst>
                <a:gd name="T0" fmla="*/ 4 w 6"/>
                <a:gd name="T1" fmla="*/ 1 h 2"/>
                <a:gd name="T2" fmla="*/ 0 w 6"/>
                <a:gd name="T3" fmla="*/ 1 h 2"/>
                <a:gd name="T4" fmla="*/ 1 w 6"/>
                <a:gd name="T5" fmla="*/ 0 h 2"/>
                <a:gd name="T6" fmla="*/ 6 w 6"/>
                <a:gd name="T7" fmla="*/ 1 h 2"/>
                <a:gd name="T8" fmla="*/ 6 w 6"/>
                <a:gd name="T9" fmla="*/ 2 h 2"/>
                <a:gd name="T10" fmla="*/ 4 w 6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2">
                  <a:moveTo>
                    <a:pt x="4" y="1"/>
                  </a:moveTo>
                  <a:cubicBezTo>
                    <a:pt x="3" y="1"/>
                    <a:pt x="1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0"/>
                    <a:pt x="4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5" y="2"/>
                    <a:pt x="4" y="1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0" name="Freeform 336">
              <a:extLst>
                <a:ext uri="{FF2B5EF4-FFF2-40B4-BE49-F238E27FC236}">
                  <a16:creationId xmlns:a16="http://schemas.microsoft.com/office/drawing/2014/main" id="{69C96D0F-74DC-403D-88FC-EA16D93CB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8113" y="2681288"/>
              <a:ext cx="61913" cy="7938"/>
            </a:xfrm>
            <a:custGeom>
              <a:avLst/>
              <a:gdLst>
                <a:gd name="T0" fmla="*/ 8 w 24"/>
                <a:gd name="T1" fmla="*/ 2 h 3"/>
                <a:gd name="T2" fmla="*/ 6 w 24"/>
                <a:gd name="T3" fmla="*/ 2 h 3"/>
                <a:gd name="T4" fmla="*/ 0 w 24"/>
                <a:gd name="T5" fmla="*/ 1 h 3"/>
                <a:gd name="T6" fmla="*/ 0 w 24"/>
                <a:gd name="T7" fmla="*/ 0 h 3"/>
                <a:gd name="T8" fmla="*/ 6 w 24"/>
                <a:gd name="T9" fmla="*/ 1 h 3"/>
                <a:gd name="T10" fmla="*/ 8 w 24"/>
                <a:gd name="T11" fmla="*/ 1 h 3"/>
                <a:gd name="T12" fmla="*/ 10 w 24"/>
                <a:gd name="T13" fmla="*/ 1 h 3"/>
                <a:gd name="T14" fmla="*/ 24 w 24"/>
                <a:gd name="T15" fmla="*/ 2 h 3"/>
                <a:gd name="T16" fmla="*/ 24 w 24"/>
                <a:gd name="T17" fmla="*/ 3 h 3"/>
                <a:gd name="T18" fmla="*/ 10 w 24"/>
                <a:gd name="T19" fmla="*/ 2 h 3"/>
                <a:gd name="T20" fmla="*/ 8 w 24"/>
                <a:gd name="T2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">
                  <a:moveTo>
                    <a:pt x="8" y="2"/>
                  </a:moveTo>
                  <a:cubicBezTo>
                    <a:pt x="7" y="2"/>
                    <a:pt x="6" y="2"/>
                    <a:pt x="6" y="2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6" y="1"/>
                    <a:pt x="7" y="1"/>
                    <a:pt x="8" y="1"/>
                  </a:cubicBezTo>
                  <a:cubicBezTo>
                    <a:pt x="9" y="1"/>
                    <a:pt x="9" y="1"/>
                    <a:pt x="10" y="1"/>
                  </a:cubicBezTo>
                  <a:cubicBezTo>
                    <a:pt x="15" y="2"/>
                    <a:pt x="20" y="2"/>
                    <a:pt x="24" y="2"/>
                  </a:cubicBezTo>
                  <a:cubicBezTo>
                    <a:pt x="24" y="2"/>
                    <a:pt x="24" y="3"/>
                    <a:pt x="24" y="3"/>
                  </a:cubicBezTo>
                  <a:cubicBezTo>
                    <a:pt x="19" y="3"/>
                    <a:pt x="15" y="3"/>
                    <a:pt x="10" y="2"/>
                  </a:cubicBezTo>
                  <a:cubicBezTo>
                    <a:pt x="9" y="2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1" name="Freeform 337">
              <a:extLst>
                <a:ext uri="{FF2B5EF4-FFF2-40B4-BE49-F238E27FC236}">
                  <a16:creationId xmlns:a16="http://schemas.microsoft.com/office/drawing/2014/main" id="{262A0555-1383-46A2-8F0D-01A1DBCED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0175" y="2714625"/>
              <a:ext cx="57150" cy="7938"/>
            </a:xfrm>
            <a:custGeom>
              <a:avLst/>
              <a:gdLst>
                <a:gd name="T0" fmla="*/ 21 w 22"/>
                <a:gd name="T1" fmla="*/ 3 h 3"/>
                <a:gd name="T2" fmla="*/ 14 w 22"/>
                <a:gd name="T3" fmla="*/ 3 h 3"/>
                <a:gd name="T4" fmla="*/ 14 w 22"/>
                <a:gd name="T5" fmla="*/ 3 h 3"/>
                <a:gd name="T6" fmla="*/ 4 w 22"/>
                <a:gd name="T7" fmla="*/ 2 h 3"/>
                <a:gd name="T8" fmla="*/ 2 w 22"/>
                <a:gd name="T9" fmla="*/ 1 h 3"/>
                <a:gd name="T10" fmla="*/ 0 w 22"/>
                <a:gd name="T11" fmla="*/ 1 h 3"/>
                <a:gd name="T12" fmla="*/ 0 w 22"/>
                <a:gd name="T13" fmla="*/ 0 h 3"/>
                <a:gd name="T14" fmla="*/ 2 w 22"/>
                <a:gd name="T15" fmla="*/ 0 h 3"/>
                <a:gd name="T16" fmla="*/ 4 w 22"/>
                <a:gd name="T17" fmla="*/ 0 h 3"/>
                <a:gd name="T18" fmla="*/ 14 w 22"/>
                <a:gd name="T19" fmla="*/ 1 h 3"/>
                <a:gd name="T20" fmla="*/ 14 w 22"/>
                <a:gd name="T21" fmla="*/ 1 h 3"/>
                <a:gd name="T22" fmla="*/ 20 w 22"/>
                <a:gd name="T23" fmla="*/ 2 h 3"/>
                <a:gd name="T24" fmla="*/ 21 w 22"/>
                <a:gd name="T25" fmla="*/ 2 h 3"/>
                <a:gd name="T26" fmla="*/ 22 w 22"/>
                <a:gd name="T27" fmla="*/ 2 h 3"/>
                <a:gd name="T28" fmla="*/ 21 w 22"/>
                <a:gd name="T29" fmla="*/ 3 h 3"/>
                <a:gd name="T30" fmla="*/ 21 w 22"/>
                <a:gd name="T3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" h="3">
                  <a:moveTo>
                    <a:pt x="21" y="3"/>
                  </a:moveTo>
                  <a:cubicBezTo>
                    <a:pt x="18" y="3"/>
                    <a:pt x="16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1" y="3"/>
                    <a:pt x="8" y="2"/>
                    <a:pt x="4" y="2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8" y="1"/>
                    <a:pt x="11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6" y="1"/>
                    <a:pt x="18" y="1"/>
                    <a:pt x="2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2" name="Freeform 338">
              <a:extLst>
                <a:ext uri="{FF2B5EF4-FFF2-40B4-BE49-F238E27FC236}">
                  <a16:creationId xmlns:a16="http://schemas.microsoft.com/office/drawing/2014/main" id="{4F816A2D-0930-4BA2-BC50-881EB654A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9700" y="2671763"/>
              <a:ext cx="63500" cy="7938"/>
            </a:xfrm>
            <a:custGeom>
              <a:avLst/>
              <a:gdLst>
                <a:gd name="T0" fmla="*/ 16 w 24"/>
                <a:gd name="T1" fmla="*/ 2 h 3"/>
                <a:gd name="T2" fmla="*/ 14 w 24"/>
                <a:gd name="T3" fmla="*/ 2 h 3"/>
                <a:gd name="T4" fmla="*/ 1 w 24"/>
                <a:gd name="T5" fmla="*/ 1 h 3"/>
                <a:gd name="T6" fmla="*/ 0 w 24"/>
                <a:gd name="T7" fmla="*/ 1 h 3"/>
                <a:gd name="T8" fmla="*/ 0 w 24"/>
                <a:gd name="T9" fmla="*/ 0 h 3"/>
                <a:gd name="T10" fmla="*/ 1 w 24"/>
                <a:gd name="T11" fmla="*/ 0 h 3"/>
                <a:gd name="T12" fmla="*/ 14 w 24"/>
                <a:gd name="T13" fmla="*/ 1 h 3"/>
                <a:gd name="T14" fmla="*/ 16 w 24"/>
                <a:gd name="T15" fmla="*/ 1 h 3"/>
                <a:gd name="T16" fmla="*/ 24 w 24"/>
                <a:gd name="T17" fmla="*/ 2 h 3"/>
                <a:gd name="T18" fmla="*/ 24 w 24"/>
                <a:gd name="T19" fmla="*/ 3 h 3"/>
                <a:gd name="T20" fmla="*/ 16 w 24"/>
                <a:gd name="T2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">
                  <a:moveTo>
                    <a:pt x="16" y="2"/>
                  </a:moveTo>
                  <a:cubicBezTo>
                    <a:pt x="15" y="2"/>
                    <a:pt x="15" y="2"/>
                    <a:pt x="14" y="2"/>
                  </a:cubicBezTo>
                  <a:cubicBezTo>
                    <a:pt x="9" y="1"/>
                    <a:pt x="5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9" y="0"/>
                    <a:pt x="14" y="1"/>
                  </a:cubicBezTo>
                  <a:cubicBezTo>
                    <a:pt x="15" y="1"/>
                    <a:pt x="15" y="1"/>
                    <a:pt x="16" y="1"/>
                  </a:cubicBezTo>
                  <a:cubicBezTo>
                    <a:pt x="18" y="1"/>
                    <a:pt x="21" y="2"/>
                    <a:pt x="24" y="2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1" y="3"/>
                    <a:pt x="18" y="2"/>
                    <a:pt x="16" y="2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3" name="Freeform 339">
              <a:extLst>
                <a:ext uri="{FF2B5EF4-FFF2-40B4-BE49-F238E27FC236}">
                  <a16:creationId xmlns:a16="http://schemas.microsoft.com/office/drawing/2014/main" id="{C8921C61-C8EA-4CD0-A994-79B81E8A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0175" y="2741613"/>
              <a:ext cx="41275" cy="7938"/>
            </a:xfrm>
            <a:custGeom>
              <a:avLst/>
              <a:gdLst>
                <a:gd name="T0" fmla="*/ 0 w 16"/>
                <a:gd name="T1" fmla="*/ 0 h 3"/>
                <a:gd name="T2" fmla="*/ 16 w 16"/>
                <a:gd name="T3" fmla="*/ 1 h 3"/>
                <a:gd name="T4" fmla="*/ 15 w 16"/>
                <a:gd name="T5" fmla="*/ 2 h 3"/>
                <a:gd name="T6" fmla="*/ 0 w 16"/>
                <a:gd name="T7" fmla="*/ 1 h 3"/>
                <a:gd name="T8" fmla="*/ 0 w 16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3">
                  <a:moveTo>
                    <a:pt x="0" y="0"/>
                  </a:moveTo>
                  <a:cubicBezTo>
                    <a:pt x="5" y="1"/>
                    <a:pt x="11" y="1"/>
                    <a:pt x="16" y="1"/>
                  </a:cubicBezTo>
                  <a:cubicBezTo>
                    <a:pt x="16" y="2"/>
                    <a:pt x="15" y="2"/>
                    <a:pt x="15" y="2"/>
                  </a:cubicBezTo>
                  <a:cubicBezTo>
                    <a:pt x="10" y="3"/>
                    <a:pt x="5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4" name="Freeform 340">
              <a:extLst>
                <a:ext uri="{FF2B5EF4-FFF2-40B4-BE49-F238E27FC236}">
                  <a16:creationId xmlns:a16="http://schemas.microsoft.com/office/drawing/2014/main" id="{94BC05D1-DC64-424F-A771-0DDCDC0F0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0175" y="2728913"/>
              <a:ext cx="52388" cy="7938"/>
            </a:xfrm>
            <a:custGeom>
              <a:avLst/>
              <a:gdLst>
                <a:gd name="T0" fmla="*/ 20 w 20"/>
                <a:gd name="T1" fmla="*/ 1 h 3"/>
                <a:gd name="T2" fmla="*/ 19 w 20"/>
                <a:gd name="T3" fmla="*/ 2 h 3"/>
                <a:gd name="T4" fmla="*/ 0 w 20"/>
                <a:gd name="T5" fmla="*/ 1 h 3"/>
                <a:gd name="T6" fmla="*/ 0 w 20"/>
                <a:gd name="T7" fmla="*/ 1 h 3"/>
                <a:gd name="T8" fmla="*/ 0 w 20"/>
                <a:gd name="T9" fmla="*/ 0 h 3"/>
                <a:gd name="T10" fmla="*/ 0 w 20"/>
                <a:gd name="T11" fmla="*/ 0 h 3"/>
                <a:gd name="T12" fmla="*/ 20 w 20"/>
                <a:gd name="T1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">
                  <a:moveTo>
                    <a:pt x="20" y="1"/>
                  </a:moveTo>
                  <a:cubicBezTo>
                    <a:pt x="20" y="1"/>
                    <a:pt x="19" y="2"/>
                    <a:pt x="19" y="2"/>
                  </a:cubicBezTo>
                  <a:cubicBezTo>
                    <a:pt x="13" y="3"/>
                    <a:pt x="7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"/>
                    <a:pt x="14" y="2"/>
                    <a:pt x="20" y="1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5" name="Freeform 341">
              <a:extLst>
                <a:ext uri="{FF2B5EF4-FFF2-40B4-BE49-F238E27FC236}">
                  <a16:creationId xmlns:a16="http://schemas.microsoft.com/office/drawing/2014/main" id="{5D70A5EC-CD0F-462D-A8D9-D7A887596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388" y="2603500"/>
              <a:ext cx="23813" cy="11113"/>
            </a:xfrm>
            <a:custGeom>
              <a:avLst/>
              <a:gdLst>
                <a:gd name="T0" fmla="*/ 9 w 9"/>
                <a:gd name="T1" fmla="*/ 4 h 4"/>
                <a:gd name="T2" fmla="*/ 0 w 9"/>
                <a:gd name="T3" fmla="*/ 1 h 4"/>
                <a:gd name="T4" fmla="*/ 0 w 9"/>
                <a:gd name="T5" fmla="*/ 0 h 4"/>
                <a:gd name="T6" fmla="*/ 9 w 9"/>
                <a:gd name="T7" fmla="*/ 3 h 4"/>
                <a:gd name="T8" fmla="*/ 9 w 9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4">
                  <a:moveTo>
                    <a:pt x="9" y="4"/>
                  </a:moveTo>
                  <a:cubicBezTo>
                    <a:pt x="5" y="3"/>
                    <a:pt x="2" y="2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1"/>
                    <a:pt x="6" y="2"/>
                    <a:pt x="9" y="3"/>
                  </a:cubicBezTo>
                  <a:cubicBezTo>
                    <a:pt x="9" y="3"/>
                    <a:pt x="9" y="3"/>
                    <a:pt x="9" y="4"/>
                  </a:cubicBez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6" name="Freeform 342">
              <a:extLst>
                <a:ext uri="{FF2B5EF4-FFF2-40B4-BE49-F238E27FC236}">
                  <a16:creationId xmlns:a16="http://schemas.microsoft.com/office/drawing/2014/main" id="{0997FA5F-C52F-4EAE-9456-F240E3B91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4938" y="2693988"/>
              <a:ext cx="60325" cy="7938"/>
            </a:xfrm>
            <a:custGeom>
              <a:avLst/>
              <a:gdLst>
                <a:gd name="T0" fmla="*/ 22 w 23"/>
                <a:gd name="T1" fmla="*/ 3 h 3"/>
                <a:gd name="T2" fmla="*/ 22 w 23"/>
                <a:gd name="T3" fmla="*/ 3 h 3"/>
                <a:gd name="T4" fmla="*/ 6 w 23"/>
                <a:gd name="T5" fmla="*/ 1 h 3"/>
                <a:gd name="T6" fmla="*/ 2 w 23"/>
                <a:gd name="T7" fmla="*/ 1 h 3"/>
                <a:gd name="T8" fmla="*/ 0 w 23"/>
                <a:gd name="T9" fmla="*/ 1 h 3"/>
                <a:gd name="T10" fmla="*/ 0 w 23"/>
                <a:gd name="T11" fmla="*/ 0 h 3"/>
                <a:gd name="T12" fmla="*/ 2 w 23"/>
                <a:gd name="T13" fmla="*/ 0 h 3"/>
                <a:gd name="T14" fmla="*/ 6 w 23"/>
                <a:gd name="T15" fmla="*/ 0 h 3"/>
                <a:gd name="T16" fmla="*/ 22 w 23"/>
                <a:gd name="T17" fmla="*/ 2 h 3"/>
                <a:gd name="T18" fmla="*/ 22 w 23"/>
                <a:gd name="T19" fmla="*/ 2 h 3"/>
                <a:gd name="T20" fmla="*/ 23 w 23"/>
                <a:gd name="T21" fmla="*/ 2 h 3"/>
                <a:gd name="T22" fmla="*/ 23 w 23"/>
                <a:gd name="T23" fmla="*/ 2 h 3"/>
                <a:gd name="T24" fmla="*/ 23 w 23"/>
                <a:gd name="T25" fmla="*/ 3 h 3"/>
                <a:gd name="T26" fmla="*/ 22 w 23"/>
                <a:gd name="T2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3">
                  <a:moveTo>
                    <a:pt x="22" y="3"/>
                  </a:moveTo>
                  <a:cubicBezTo>
                    <a:pt x="22" y="3"/>
                    <a:pt x="22" y="3"/>
                    <a:pt x="22" y="3"/>
                  </a:cubicBezTo>
                  <a:cubicBezTo>
                    <a:pt x="17" y="1"/>
                    <a:pt x="12" y="1"/>
                    <a:pt x="6" y="1"/>
                  </a:cubicBezTo>
                  <a:cubicBezTo>
                    <a:pt x="5" y="1"/>
                    <a:pt x="3" y="1"/>
                    <a:pt x="2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2" y="0"/>
                    <a:pt x="17" y="0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lnTo>
                    <a:pt x="22" y="3"/>
                  </a:ln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7" name="Freeform 343">
              <a:extLst>
                <a:ext uri="{FF2B5EF4-FFF2-40B4-BE49-F238E27FC236}">
                  <a16:creationId xmlns:a16="http://schemas.microsoft.com/office/drawing/2014/main" id="{D2DCA50F-52CF-4E9D-A73E-FDED9B5C5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3350" y="2705100"/>
              <a:ext cx="58738" cy="7938"/>
            </a:xfrm>
            <a:custGeom>
              <a:avLst/>
              <a:gdLst>
                <a:gd name="T0" fmla="*/ 20 w 23"/>
                <a:gd name="T1" fmla="*/ 3 h 3"/>
                <a:gd name="T2" fmla="*/ 13 w 23"/>
                <a:gd name="T3" fmla="*/ 2 h 3"/>
                <a:gd name="T4" fmla="*/ 1 w 23"/>
                <a:gd name="T5" fmla="*/ 2 h 3"/>
                <a:gd name="T6" fmla="*/ 0 w 23"/>
                <a:gd name="T7" fmla="*/ 2 h 3"/>
                <a:gd name="T8" fmla="*/ 0 w 23"/>
                <a:gd name="T9" fmla="*/ 0 h 3"/>
                <a:gd name="T10" fmla="*/ 0 w 23"/>
                <a:gd name="T11" fmla="*/ 0 h 3"/>
                <a:gd name="T12" fmla="*/ 13 w 23"/>
                <a:gd name="T13" fmla="*/ 1 h 3"/>
                <a:gd name="T14" fmla="*/ 20 w 23"/>
                <a:gd name="T15" fmla="*/ 2 h 3"/>
                <a:gd name="T16" fmla="*/ 21 w 23"/>
                <a:gd name="T17" fmla="*/ 2 h 3"/>
                <a:gd name="T18" fmla="*/ 23 w 23"/>
                <a:gd name="T19" fmla="*/ 2 h 3"/>
                <a:gd name="T20" fmla="*/ 23 w 23"/>
                <a:gd name="T21" fmla="*/ 3 h 3"/>
                <a:gd name="T22" fmla="*/ 21 w 23"/>
                <a:gd name="T23" fmla="*/ 3 h 3"/>
                <a:gd name="T24" fmla="*/ 20 w 23"/>
                <a:gd name="T2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3">
                  <a:moveTo>
                    <a:pt x="20" y="3"/>
                  </a:moveTo>
                  <a:cubicBezTo>
                    <a:pt x="18" y="3"/>
                    <a:pt x="16" y="2"/>
                    <a:pt x="13" y="2"/>
                  </a:cubicBezTo>
                  <a:cubicBezTo>
                    <a:pt x="9" y="2"/>
                    <a:pt x="5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9" y="1"/>
                    <a:pt x="13" y="1"/>
                  </a:cubicBezTo>
                  <a:cubicBezTo>
                    <a:pt x="15" y="1"/>
                    <a:pt x="18" y="1"/>
                    <a:pt x="2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2" y="2"/>
                    <a:pt x="22" y="2"/>
                    <a:pt x="23" y="2"/>
                  </a:cubicBezTo>
                  <a:cubicBezTo>
                    <a:pt x="23" y="2"/>
                    <a:pt x="23" y="2"/>
                    <a:pt x="23" y="3"/>
                  </a:cubicBezTo>
                  <a:cubicBezTo>
                    <a:pt x="22" y="3"/>
                    <a:pt x="22" y="3"/>
                    <a:pt x="21" y="3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B3D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8" name="Freeform 344">
              <a:extLst>
                <a:ext uri="{FF2B5EF4-FFF2-40B4-BE49-F238E27FC236}">
                  <a16:creationId xmlns:a16="http://schemas.microsoft.com/office/drawing/2014/main" id="{25016965-C538-40BC-9EE6-D9A7152A9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900" y="2725738"/>
              <a:ext cx="303213" cy="244475"/>
            </a:xfrm>
            <a:custGeom>
              <a:avLst/>
              <a:gdLst>
                <a:gd name="T0" fmla="*/ 12 w 117"/>
                <a:gd name="T1" fmla="*/ 0 h 94"/>
                <a:gd name="T2" fmla="*/ 0 w 117"/>
                <a:gd name="T3" fmla="*/ 35 h 94"/>
                <a:gd name="T4" fmla="*/ 59 w 117"/>
                <a:gd name="T5" fmla="*/ 94 h 94"/>
                <a:gd name="T6" fmla="*/ 117 w 117"/>
                <a:gd name="T7" fmla="*/ 35 h 94"/>
                <a:gd name="T8" fmla="*/ 106 w 117"/>
                <a:gd name="T9" fmla="*/ 0 h 94"/>
                <a:gd name="T10" fmla="*/ 12 w 117"/>
                <a:gd name="T11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" h="94">
                  <a:moveTo>
                    <a:pt x="12" y="0"/>
                  </a:moveTo>
                  <a:cubicBezTo>
                    <a:pt x="5" y="10"/>
                    <a:pt x="0" y="22"/>
                    <a:pt x="0" y="35"/>
                  </a:cubicBezTo>
                  <a:cubicBezTo>
                    <a:pt x="0" y="68"/>
                    <a:pt x="26" y="94"/>
                    <a:pt x="59" y="94"/>
                  </a:cubicBezTo>
                  <a:cubicBezTo>
                    <a:pt x="91" y="94"/>
                    <a:pt x="117" y="68"/>
                    <a:pt x="117" y="35"/>
                  </a:cubicBezTo>
                  <a:cubicBezTo>
                    <a:pt x="117" y="22"/>
                    <a:pt x="113" y="10"/>
                    <a:pt x="106" y="0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solidFill>
              <a:srgbClr val="E172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89" name="Oval 345">
              <a:extLst>
                <a:ext uri="{FF2B5EF4-FFF2-40B4-BE49-F238E27FC236}">
                  <a16:creationId xmlns:a16="http://schemas.microsoft.com/office/drawing/2014/main" id="{2F9B1FF0-39C8-4C42-8B61-942F9128B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2743200"/>
              <a:ext cx="7938" cy="1111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0" name="Oval 346">
              <a:extLst>
                <a:ext uri="{FF2B5EF4-FFF2-40B4-BE49-F238E27FC236}">
                  <a16:creationId xmlns:a16="http://schemas.microsoft.com/office/drawing/2014/main" id="{F28E31B8-D9B7-4418-A2D4-B72F1CAB5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9713" y="2824163"/>
              <a:ext cx="9525" cy="1111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1" name="Oval 347">
              <a:extLst>
                <a:ext uri="{FF2B5EF4-FFF2-40B4-BE49-F238E27FC236}">
                  <a16:creationId xmlns:a16="http://schemas.microsoft.com/office/drawing/2014/main" id="{97E19119-2EEA-4470-87FC-DFA7A58DF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2700" y="2914650"/>
              <a:ext cx="11113" cy="1111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2" name="Oval 348">
              <a:extLst>
                <a:ext uri="{FF2B5EF4-FFF2-40B4-BE49-F238E27FC236}">
                  <a16:creationId xmlns:a16="http://schemas.microsoft.com/office/drawing/2014/main" id="{2B68F36D-7BC3-467E-8A65-213016FD7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6213" y="2925763"/>
              <a:ext cx="11113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3" name="Oval 349">
              <a:extLst>
                <a:ext uri="{FF2B5EF4-FFF2-40B4-BE49-F238E27FC236}">
                  <a16:creationId xmlns:a16="http://schemas.microsoft.com/office/drawing/2014/main" id="{AADC6A5C-A5F7-43AC-B8FE-0EF5AAFB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5" y="2765425"/>
              <a:ext cx="7938" cy="6350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4" name="Oval 350">
              <a:extLst>
                <a:ext uri="{FF2B5EF4-FFF2-40B4-BE49-F238E27FC236}">
                  <a16:creationId xmlns:a16="http://schemas.microsoft.com/office/drawing/2014/main" id="{07FD88BC-7EE1-4EBC-A2B0-6436C7A9F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25" y="2881313"/>
              <a:ext cx="11113" cy="1111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5" name="Oval 351">
              <a:extLst>
                <a:ext uri="{FF2B5EF4-FFF2-40B4-BE49-F238E27FC236}">
                  <a16:creationId xmlns:a16="http://schemas.microsoft.com/office/drawing/2014/main" id="{22695626-B5C1-4776-AEF6-503B1D9AE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9363" y="2819400"/>
              <a:ext cx="7938" cy="9525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6" name="Oval 352">
              <a:extLst>
                <a:ext uri="{FF2B5EF4-FFF2-40B4-BE49-F238E27FC236}">
                  <a16:creationId xmlns:a16="http://schemas.microsoft.com/office/drawing/2014/main" id="{DF84D818-073B-41C3-B6A0-E1B91F5B0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8263" y="2840038"/>
              <a:ext cx="7938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7" name="Oval 353">
              <a:extLst>
                <a:ext uri="{FF2B5EF4-FFF2-40B4-BE49-F238E27FC236}">
                  <a16:creationId xmlns:a16="http://schemas.microsoft.com/office/drawing/2014/main" id="{4E08B89D-6EBB-47D8-9697-89FA985E1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1275" y="2881313"/>
              <a:ext cx="7938" cy="1111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8" name="Oval 354">
              <a:extLst>
                <a:ext uri="{FF2B5EF4-FFF2-40B4-BE49-F238E27FC236}">
                  <a16:creationId xmlns:a16="http://schemas.microsoft.com/office/drawing/2014/main" id="{88BD86A2-9ACA-4798-983C-35C3C7C52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2765425"/>
              <a:ext cx="11113" cy="6350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599" name="Oval 355">
              <a:extLst>
                <a:ext uri="{FF2B5EF4-FFF2-40B4-BE49-F238E27FC236}">
                  <a16:creationId xmlns:a16="http://schemas.microsoft.com/office/drawing/2014/main" id="{D5519B8E-69E4-4141-BDD0-463CC47D2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3988" y="2836863"/>
              <a:ext cx="7938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0" name="Oval 356">
              <a:extLst>
                <a:ext uri="{FF2B5EF4-FFF2-40B4-BE49-F238E27FC236}">
                  <a16:creationId xmlns:a16="http://schemas.microsoft.com/office/drawing/2014/main" id="{1A32874E-C1E9-414F-BBFC-6491FE0CD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1775" y="2794000"/>
              <a:ext cx="7938" cy="6350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1" name="Oval 357">
              <a:extLst>
                <a:ext uri="{FF2B5EF4-FFF2-40B4-BE49-F238E27FC236}">
                  <a16:creationId xmlns:a16="http://schemas.microsoft.com/office/drawing/2014/main" id="{2FC7BD9C-DEC4-4DDE-8F17-6DA97BFFE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2759075"/>
              <a:ext cx="7938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2" name="Oval 358">
              <a:extLst>
                <a:ext uri="{FF2B5EF4-FFF2-40B4-BE49-F238E27FC236}">
                  <a16:creationId xmlns:a16="http://schemas.microsoft.com/office/drawing/2014/main" id="{273FF19A-9050-40BF-99E3-A022B4BF1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2088" y="2889250"/>
              <a:ext cx="7938" cy="476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3" name="Oval 359">
              <a:extLst>
                <a:ext uri="{FF2B5EF4-FFF2-40B4-BE49-F238E27FC236}">
                  <a16:creationId xmlns:a16="http://schemas.microsoft.com/office/drawing/2014/main" id="{8CD0B781-9934-4A8C-A33B-D5B096DC2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2794000"/>
              <a:ext cx="4763" cy="6350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4" name="Oval 360">
              <a:extLst>
                <a:ext uri="{FF2B5EF4-FFF2-40B4-BE49-F238E27FC236}">
                  <a16:creationId xmlns:a16="http://schemas.microsoft.com/office/drawing/2014/main" id="{A4F51AB7-D2AA-44EF-9DDB-396B437F2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3663" y="2795588"/>
              <a:ext cx="7938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5" name="Oval 361">
              <a:extLst>
                <a:ext uri="{FF2B5EF4-FFF2-40B4-BE49-F238E27FC236}">
                  <a16:creationId xmlns:a16="http://schemas.microsoft.com/office/drawing/2014/main" id="{D9FA1844-DF6D-4727-93B3-D0658C445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4763" y="2847975"/>
              <a:ext cx="7938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6" name="Oval 362">
              <a:extLst>
                <a:ext uri="{FF2B5EF4-FFF2-40B4-BE49-F238E27FC236}">
                  <a16:creationId xmlns:a16="http://schemas.microsoft.com/office/drawing/2014/main" id="{2A458552-09B7-44F4-9027-A317BE9A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6838" y="2930525"/>
              <a:ext cx="4763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7" name="Oval 363">
              <a:extLst>
                <a:ext uri="{FF2B5EF4-FFF2-40B4-BE49-F238E27FC236}">
                  <a16:creationId xmlns:a16="http://schemas.microsoft.com/office/drawing/2014/main" id="{209ECE6F-DB39-4EB6-A97D-9E95ED3E0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7000" y="2822575"/>
              <a:ext cx="7938" cy="476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8" name="Oval 364">
              <a:extLst>
                <a:ext uri="{FF2B5EF4-FFF2-40B4-BE49-F238E27FC236}">
                  <a16:creationId xmlns:a16="http://schemas.microsoft.com/office/drawing/2014/main" id="{7F68FF12-B3FD-4752-89ED-9F81BCFA9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8" y="2925763"/>
              <a:ext cx="6350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09" name="Oval 365">
              <a:extLst>
                <a:ext uri="{FF2B5EF4-FFF2-40B4-BE49-F238E27FC236}">
                  <a16:creationId xmlns:a16="http://schemas.microsoft.com/office/drawing/2014/main" id="{031149AE-8FBD-4FEF-9600-84DBF9AD0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5" y="2835275"/>
              <a:ext cx="7938" cy="4763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0" name="Oval 366">
              <a:extLst>
                <a:ext uri="{FF2B5EF4-FFF2-40B4-BE49-F238E27FC236}">
                  <a16:creationId xmlns:a16="http://schemas.microsoft.com/office/drawing/2014/main" id="{77C00140-135F-4806-88AE-1ADB52995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4125" y="2765425"/>
              <a:ext cx="7938" cy="6350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1" name="Oval 367">
              <a:extLst>
                <a:ext uri="{FF2B5EF4-FFF2-40B4-BE49-F238E27FC236}">
                  <a16:creationId xmlns:a16="http://schemas.microsoft.com/office/drawing/2014/main" id="{3635204B-282A-4DC9-9CE5-097295534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2933700"/>
              <a:ext cx="7938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2" name="Oval 368">
              <a:extLst>
                <a:ext uri="{FF2B5EF4-FFF2-40B4-BE49-F238E27FC236}">
                  <a16:creationId xmlns:a16="http://schemas.microsoft.com/office/drawing/2014/main" id="{5B9EA759-6F78-453B-810D-46235C424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9388" y="2730500"/>
              <a:ext cx="4763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3" name="Oval 369">
              <a:extLst>
                <a:ext uri="{FF2B5EF4-FFF2-40B4-BE49-F238E27FC236}">
                  <a16:creationId xmlns:a16="http://schemas.microsoft.com/office/drawing/2014/main" id="{3B181377-CC36-42FC-9FF2-202103107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8900" y="2743200"/>
              <a:ext cx="7938" cy="7938"/>
            </a:xfrm>
            <a:prstGeom prst="ellipse">
              <a:avLst/>
            </a:prstGeom>
            <a:solidFill>
              <a:srgbClr val="C35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4" name="Freeform 370">
              <a:extLst>
                <a:ext uri="{FF2B5EF4-FFF2-40B4-BE49-F238E27FC236}">
                  <a16:creationId xmlns:a16="http://schemas.microsoft.com/office/drawing/2014/main" id="{032E97DC-4075-4D5A-A2B1-289D80AAA6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1900" y="2725738"/>
              <a:ext cx="185738" cy="244475"/>
            </a:xfrm>
            <a:custGeom>
              <a:avLst/>
              <a:gdLst>
                <a:gd name="T0" fmla="*/ 34 w 72"/>
                <a:gd name="T1" fmla="*/ 83 h 94"/>
                <a:gd name="T2" fmla="*/ 32 w 72"/>
                <a:gd name="T3" fmla="*/ 82 h 94"/>
                <a:gd name="T4" fmla="*/ 34 w 72"/>
                <a:gd name="T5" fmla="*/ 80 h 94"/>
                <a:gd name="T6" fmla="*/ 35 w 72"/>
                <a:gd name="T7" fmla="*/ 82 h 94"/>
                <a:gd name="T8" fmla="*/ 34 w 72"/>
                <a:gd name="T9" fmla="*/ 83 h 94"/>
                <a:gd name="T10" fmla="*/ 22 w 72"/>
                <a:gd name="T11" fmla="*/ 77 h 94"/>
                <a:gd name="T12" fmla="*/ 20 w 72"/>
                <a:gd name="T13" fmla="*/ 75 h 94"/>
                <a:gd name="T14" fmla="*/ 22 w 72"/>
                <a:gd name="T15" fmla="*/ 73 h 94"/>
                <a:gd name="T16" fmla="*/ 24 w 72"/>
                <a:gd name="T17" fmla="*/ 75 h 94"/>
                <a:gd name="T18" fmla="*/ 22 w 72"/>
                <a:gd name="T19" fmla="*/ 77 h 94"/>
                <a:gd name="T20" fmla="*/ 18 w 72"/>
                <a:gd name="T21" fmla="*/ 50 h 94"/>
                <a:gd name="T22" fmla="*/ 17 w 72"/>
                <a:gd name="T23" fmla="*/ 49 h 94"/>
                <a:gd name="T24" fmla="*/ 18 w 72"/>
                <a:gd name="T25" fmla="*/ 47 h 94"/>
                <a:gd name="T26" fmla="*/ 20 w 72"/>
                <a:gd name="T27" fmla="*/ 49 h 94"/>
                <a:gd name="T28" fmla="*/ 18 w 72"/>
                <a:gd name="T29" fmla="*/ 50 h 94"/>
                <a:gd name="T30" fmla="*/ 8 w 72"/>
                <a:gd name="T31" fmla="*/ 40 h 94"/>
                <a:gd name="T32" fmla="*/ 7 w 72"/>
                <a:gd name="T33" fmla="*/ 38 h 94"/>
                <a:gd name="T34" fmla="*/ 8 w 72"/>
                <a:gd name="T35" fmla="*/ 36 h 94"/>
                <a:gd name="T36" fmla="*/ 10 w 72"/>
                <a:gd name="T37" fmla="*/ 38 h 94"/>
                <a:gd name="T38" fmla="*/ 8 w 72"/>
                <a:gd name="T39" fmla="*/ 40 h 94"/>
                <a:gd name="T40" fmla="*/ 19 w 72"/>
                <a:gd name="T41" fmla="*/ 29 h 94"/>
                <a:gd name="T42" fmla="*/ 18 w 72"/>
                <a:gd name="T43" fmla="*/ 27 h 94"/>
                <a:gd name="T44" fmla="*/ 19 w 72"/>
                <a:gd name="T45" fmla="*/ 26 h 94"/>
                <a:gd name="T46" fmla="*/ 20 w 72"/>
                <a:gd name="T47" fmla="*/ 27 h 94"/>
                <a:gd name="T48" fmla="*/ 19 w 72"/>
                <a:gd name="T49" fmla="*/ 29 h 94"/>
                <a:gd name="T50" fmla="*/ 10 w 72"/>
                <a:gd name="T51" fmla="*/ 18 h 94"/>
                <a:gd name="T52" fmla="*/ 9 w 72"/>
                <a:gd name="T53" fmla="*/ 16 h 94"/>
                <a:gd name="T54" fmla="*/ 10 w 72"/>
                <a:gd name="T55" fmla="*/ 15 h 94"/>
                <a:gd name="T56" fmla="*/ 12 w 72"/>
                <a:gd name="T57" fmla="*/ 16 h 94"/>
                <a:gd name="T58" fmla="*/ 10 w 72"/>
                <a:gd name="T59" fmla="*/ 18 h 94"/>
                <a:gd name="T60" fmla="*/ 16 w 72"/>
                <a:gd name="T61" fmla="*/ 11 h 94"/>
                <a:gd name="T62" fmla="*/ 15 w 72"/>
                <a:gd name="T63" fmla="*/ 9 h 94"/>
                <a:gd name="T64" fmla="*/ 16 w 72"/>
                <a:gd name="T65" fmla="*/ 7 h 94"/>
                <a:gd name="T66" fmla="*/ 18 w 72"/>
                <a:gd name="T67" fmla="*/ 9 h 94"/>
                <a:gd name="T68" fmla="*/ 16 w 72"/>
                <a:gd name="T69" fmla="*/ 11 h 94"/>
                <a:gd name="T70" fmla="*/ 38 w 72"/>
                <a:gd name="T71" fmla="*/ 0 h 94"/>
                <a:gd name="T72" fmla="*/ 29 w 72"/>
                <a:gd name="T73" fmla="*/ 0 h 94"/>
                <a:gd name="T74" fmla="*/ 29 w 72"/>
                <a:gd name="T75" fmla="*/ 0 h 94"/>
                <a:gd name="T76" fmla="*/ 23 w 72"/>
                <a:gd name="T77" fmla="*/ 0 h 94"/>
                <a:gd name="T78" fmla="*/ 22 w 72"/>
                <a:gd name="T79" fmla="*/ 0 h 94"/>
                <a:gd name="T80" fmla="*/ 14 w 72"/>
                <a:gd name="T81" fmla="*/ 0 h 94"/>
                <a:gd name="T82" fmla="*/ 14 w 72"/>
                <a:gd name="T83" fmla="*/ 0 h 94"/>
                <a:gd name="T84" fmla="*/ 12 w 72"/>
                <a:gd name="T85" fmla="*/ 0 h 94"/>
                <a:gd name="T86" fmla="*/ 0 w 72"/>
                <a:gd name="T87" fmla="*/ 35 h 94"/>
                <a:gd name="T88" fmla="*/ 59 w 72"/>
                <a:gd name="T89" fmla="*/ 94 h 94"/>
                <a:gd name="T90" fmla="*/ 72 w 72"/>
                <a:gd name="T91" fmla="*/ 92 h 94"/>
                <a:gd name="T92" fmla="*/ 34 w 72"/>
                <a:gd name="T93" fmla="*/ 63 h 94"/>
                <a:gd name="T94" fmla="*/ 33 w 72"/>
                <a:gd name="T95" fmla="*/ 64 h 94"/>
                <a:gd name="T96" fmla="*/ 31 w 72"/>
                <a:gd name="T97" fmla="*/ 62 h 94"/>
                <a:gd name="T98" fmla="*/ 32 w 72"/>
                <a:gd name="T99" fmla="*/ 60 h 94"/>
                <a:gd name="T100" fmla="*/ 27 w 72"/>
                <a:gd name="T101" fmla="*/ 35 h 94"/>
                <a:gd name="T102" fmla="*/ 38 w 72"/>
                <a:gd name="T103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" h="94">
                  <a:moveTo>
                    <a:pt x="34" y="83"/>
                  </a:moveTo>
                  <a:cubicBezTo>
                    <a:pt x="33" y="83"/>
                    <a:pt x="32" y="82"/>
                    <a:pt x="32" y="82"/>
                  </a:cubicBezTo>
                  <a:cubicBezTo>
                    <a:pt x="32" y="81"/>
                    <a:pt x="33" y="80"/>
                    <a:pt x="34" y="80"/>
                  </a:cubicBezTo>
                  <a:cubicBezTo>
                    <a:pt x="35" y="80"/>
                    <a:pt x="35" y="81"/>
                    <a:pt x="35" y="82"/>
                  </a:cubicBezTo>
                  <a:cubicBezTo>
                    <a:pt x="35" y="82"/>
                    <a:pt x="35" y="83"/>
                    <a:pt x="34" y="83"/>
                  </a:cubicBezTo>
                  <a:moveTo>
                    <a:pt x="22" y="77"/>
                  </a:moveTo>
                  <a:cubicBezTo>
                    <a:pt x="21" y="77"/>
                    <a:pt x="20" y="76"/>
                    <a:pt x="20" y="75"/>
                  </a:cubicBezTo>
                  <a:cubicBezTo>
                    <a:pt x="20" y="74"/>
                    <a:pt x="21" y="73"/>
                    <a:pt x="22" y="73"/>
                  </a:cubicBezTo>
                  <a:cubicBezTo>
                    <a:pt x="23" y="73"/>
                    <a:pt x="24" y="74"/>
                    <a:pt x="24" y="75"/>
                  </a:cubicBezTo>
                  <a:cubicBezTo>
                    <a:pt x="24" y="76"/>
                    <a:pt x="23" y="77"/>
                    <a:pt x="22" y="77"/>
                  </a:cubicBezTo>
                  <a:moveTo>
                    <a:pt x="18" y="50"/>
                  </a:moveTo>
                  <a:cubicBezTo>
                    <a:pt x="18" y="50"/>
                    <a:pt x="17" y="49"/>
                    <a:pt x="17" y="49"/>
                  </a:cubicBezTo>
                  <a:cubicBezTo>
                    <a:pt x="17" y="48"/>
                    <a:pt x="18" y="47"/>
                    <a:pt x="18" y="47"/>
                  </a:cubicBezTo>
                  <a:cubicBezTo>
                    <a:pt x="19" y="47"/>
                    <a:pt x="20" y="48"/>
                    <a:pt x="20" y="49"/>
                  </a:cubicBezTo>
                  <a:cubicBezTo>
                    <a:pt x="20" y="49"/>
                    <a:pt x="19" y="50"/>
                    <a:pt x="18" y="50"/>
                  </a:cubicBezTo>
                  <a:moveTo>
                    <a:pt x="8" y="40"/>
                  </a:moveTo>
                  <a:cubicBezTo>
                    <a:pt x="7" y="40"/>
                    <a:pt x="7" y="39"/>
                    <a:pt x="7" y="38"/>
                  </a:cubicBezTo>
                  <a:cubicBezTo>
                    <a:pt x="7" y="37"/>
                    <a:pt x="7" y="36"/>
                    <a:pt x="8" y="36"/>
                  </a:cubicBezTo>
                  <a:cubicBezTo>
                    <a:pt x="9" y="36"/>
                    <a:pt x="10" y="37"/>
                    <a:pt x="10" y="38"/>
                  </a:cubicBezTo>
                  <a:cubicBezTo>
                    <a:pt x="10" y="39"/>
                    <a:pt x="9" y="40"/>
                    <a:pt x="8" y="40"/>
                  </a:cubicBezTo>
                  <a:moveTo>
                    <a:pt x="19" y="29"/>
                  </a:moveTo>
                  <a:cubicBezTo>
                    <a:pt x="18" y="29"/>
                    <a:pt x="18" y="28"/>
                    <a:pt x="18" y="27"/>
                  </a:cubicBezTo>
                  <a:cubicBezTo>
                    <a:pt x="18" y="27"/>
                    <a:pt x="18" y="26"/>
                    <a:pt x="19" y="26"/>
                  </a:cubicBezTo>
                  <a:cubicBezTo>
                    <a:pt x="20" y="26"/>
                    <a:pt x="20" y="27"/>
                    <a:pt x="20" y="27"/>
                  </a:cubicBezTo>
                  <a:cubicBezTo>
                    <a:pt x="20" y="28"/>
                    <a:pt x="20" y="29"/>
                    <a:pt x="19" y="29"/>
                  </a:cubicBezTo>
                  <a:moveTo>
                    <a:pt x="10" y="18"/>
                  </a:moveTo>
                  <a:cubicBezTo>
                    <a:pt x="10" y="18"/>
                    <a:pt x="9" y="17"/>
                    <a:pt x="9" y="16"/>
                  </a:cubicBezTo>
                  <a:cubicBezTo>
                    <a:pt x="9" y="16"/>
                    <a:pt x="10" y="15"/>
                    <a:pt x="10" y="15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12" y="17"/>
                    <a:pt x="11" y="18"/>
                    <a:pt x="10" y="18"/>
                  </a:cubicBezTo>
                  <a:moveTo>
                    <a:pt x="16" y="11"/>
                  </a:moveTo>
                  <a:cubicBezTo>
                    <a:pt x="15" y="11"/>
                    <a:pt x="15" y="10"/>
                    <a:pt x="15" y="9"/>
                  </a:cubicBezTo>
                  <a:cubicBezTo>
                    <a:pt x="15" y="8"/>
                    <a:pt x="15" y="7"/>
                    <a:pt x="16" y="7"/>
                  </a:cubicBezTo>
                  <a:cubicBezTo>
                    <a:pt x="17" y="7"/>
                    <a:pt x="18" y="8"/>
                    <a:pt x="18" y="9"/>
                  </a:cubicBezTo>
                  <a:cubicBezTo>
                    <a:pt x="18" y="10"/>
                    <a:pt x="17" y="11"/>
                    <a:pt x="16" y="11"/>
                  </a:cubicBezTo>
                  <a:moveTo>
                    <a:pt x="38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0"/>
                    <a:pt x="0" y="22"/>
                    <a:pt x="0" y="35"/>
                  </a:cubicBezTo>
                  <a:cubicBezTo>
                    <a:pt x="0" y="68"/>
                    <a:pt x="26" y="94"/>
                    <a:pt x="59" y="94"/>
                  </a:cubicBezTo>
                  <a:cubicBezTo>
                    <a:pt x="63" y="94"/>
                    <a:pt x="68" y="93"/>
                    <a:pt x="72" y="92"/>
                  </a:cubicBezTo>
                  <a:cubicBezTo>
                    <a:pt x="56" y="89"/>
                    <a:pt x="42" y="78"/>
                    <a:pt x="34" y="63"/>
                  </a:cubicBezTo>
                  <a:cubicBezTo>
                    <a:pt x="34" y="64"/>
                    <a:pt x="33" y="64"/>
                    <a:pt x="33" y="64"/>
                  </a:cubicBezTo>
                  <a:cubicBezTo>
                    <a:pt x="32" y="64"/>
                    <a:pt x="31" y="63"/>
                    <a:pt x="31" y="62"/>
                  </a:cubicBezTo>
                  <a:cubicBezTo>
                    <a:pt x="31" y="61"/>
                    <a:pt x="31" y="60"/>
                    <a:pt x="32" y="60"/>
                  </a:cubicBezTo>
                  <a:cubicBezTo>
                    <a:pt x="29" y="53"/>
                    <a:pt x="27" y="44"/>
                    <a:pt x="27" y="35"/>
                  </a:cubicBezTo>
                  <a:cubicBezTo>
                    <a:pt x="27" y="22"/>
                    <a:pt x="31" y="10"/>
                    <a:pt x="38" y="0"/>
                  </a:cubicBezTo>
                </a:path>
              </a:pathLst>
            </a:custGeom>
            <a:solidFill>
              <a:srgbClr val="B55F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5" name="Oval 371">
              <a:extLst>
                <a:ext uri="{FF2B5EF4-FFF2-40B4-BE49-F238E27FC236}">
                  <a16:creationId xmlns:a16="http://schemas.microsoft.com/office/drawing/2014/main" id="{8B2D0270-AE3B-4F36-8BC4-F2279EC66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2743200"/>
              <a:ext cx="7938" cy="11113"/>
            </a:xfrm>
            <a:prstGeom prst="ellipse">
              <a:avLst/>
            </a:pr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6" name="Oval 372">
              <a:extLst>
                <a:ext uri="{FF2B5EF4-FFF2-40B4-BE49-F238E27FC236}">
                  <a16:creationId xmlns:a16="http://schemas.microsoft.com/office/drawing/2014/main" id="{397380C3-CD6E-424A-B7B6-E5D28482B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2700" y="2914650"/>
              <a:ext cx="11113" cy="11113"/>
            </a:xfrm>
            <a:prstGeom prst="ellipse">
              <a:avLst/>
            </a:pr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7" name="Oval 373">
              <a:extLst>
                <a:ext uri="{FF2B5EF4-FFF2-40B4-BE49-F238E27FC236}">
                  <a16:creationId xmlns:a16="http://schemas.microsoft.com/office/drawing/2014/main" id="{E893B395-5E68-4C87-A918-D0DBDAB86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9363" y="2819400"/>
              <a:ext cx="7938" cy="9525"/>
            </a:xfrm>
            <a:prstGeom prst="ellipse">
              <a:avLst/>
            </a:pr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8" name="Freeform 374">
              <a:extLst>
                <a:ext uri="{FF2B5EF4-FFF2-40B4-BE49-F238E27FC236}">
                  <a16:creationId xmlns:a16="http://schemas.microsoft.com/office/drawing/2014/main" id="{CC5AE314-4E8F-4B09-8B26-E29600A11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1275" y="2881313"/>
              <a:ext cx="7938" cy="11113"/>
            </a:xfrm>
            <a:custGeom>
              <a:avLst/>
              <a:gdLst>
                <a:gd name="T0" fmla="*/ 1 w 3"/>
                <a:gd name="T1" fmla="*/ 0 h 4"/>
                <a:gd name="T2" fmla="*/ 0 w 3"/>
                <a:gd name="T3" fmla="*/ 2 h 4"/>
                <a:gd name="T4" fmla="*/ 2 w 3"/>
                <a:gd name="T5" fmla="*/ 4 h 4"/>
                <a:gd name="T6" fmla="*/ 3 w 3"/>
                <a:gd name="T7" fmla="*/ 3 h 4"/>
                <a:gd name="T8" fmla="*/ 1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2" y="4"/>
                    <a:pt x="3" y="4"/>
                    <a:pt x="3" y="3"/>
                  </a:cubicBezTo>
                  <a:cubicBezTo>
                    <a:pt x="2" y="2"/>
                    <a:pt x="2" y="1"/>
                    <a:pt x="1" y="0"/>
                  </a:cubicBezTo>
                </a:path>
              </a:pathLst>
            </a:cu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19" name="Oval 375">
              <a:extLst>
                <a:ext uri="{FF2B5EF4-FFF2-40B4-BE49-F238E27FC236}">
                  <a16:creationId xmlns:a16="http://schemas.microsoft.com/office/drawing/2014/main" id="{EFE95453-DB6A-4467-8BB1-7B6AA444A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2794000"/>
              <a:ext cx="4763" cy="6350"/>
            </a:xfrm>
            <a:prstGeom prst="ellipse">
              <a:avLst/>
            </a:pr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0" name="Oval 376">
              <a:extLst>
                <a:ext uri="{FF2B5EF4-FFF2-40B4-BE49-F238E27FC236}">
                  <a16:creationId xmlns:a16="http://schemas.microsoft.com/office/drawing/2014/main" id="{89154FC4-BC8B-4DD9-A831-37DEBF5E8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4763" y="2847975"/>
              <a:ext cx="7938" cy="7938"/>
            </a:xfrm>
            <a:prstGeom prst="ellipse">
              <a:avLst/>
            </a:pr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1" name="Oval 377">
              <a:extLst>
                <a:ext uri="{FF2B5EF4-FFF2-40B4-BE49-F238E27FC236}">
                  <a16:creationId xmlns:a16="http://schemas.microsoft.com/office/drawing/2014/main" id="{1C15AC85-65DF-448E-8541-96B25E77D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4125" y="2765425"/>
              <a:ext cx="7938" cy="6350"/>
            </a:xfrm>
            <a:prstGeom prst="ellipse">
              <a:avLst/>
            </a:pr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2" name="Oval 378">
              <a:extLst>
                <a:ext uri="{FF2B5EF4-FFF2-40B4-BE49-F238E27FC236}">
                  <a16:creationId xmlns:a16="http://schemas.microsoft.com/office/drawing/2014/main" id="{C7BC2A07-A6D0-4B48-A7F4-6C818C65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2933700"/>
              <a:ext cx="7938" cy="7938"/>
            </a:xfrm>
            <a:prstGeom prst="ellipse">
              <a:avLst/>
            </a:prstGeom>
            <a:solidFill>
              <a:srgbClr val="9D4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1853" name="Group 1852">
            <a:extLst>
              <a:ext uri="{FF2B5EF4-FFF2-40B4-BE49-F238E27FC236}">
                <a16:creationId xmlns:a16="http://schemas.microsoft.com/office/drawing/2014/main" id="{BA919FB1-6F09-4CA5-835B-303176180401}"/>
              </a:ext>
            </a:extLst>
          </p:cNvPr>
          <p:cNvGrpSpPr/>
          <p:nvPr/>
        </p:nvGrpSpPr>
        <p:grpSpPr>
          <a:xfrm>
            <a:off x="4600575" y="962250"/>
            <a:ext cx="1495425" cy="661988"/>
            <a:chOff x="7877175" y="1539875"/>
            <a:chExt cx="1495425" cy="661988"/>
          </a:xfrm>
        </p:grpSpPr>
        <p:sp>
          <p:nvSpPr>
            <p:cNvPr id="1623" name="Rectangle 379">
              <a:extLst>
                <a:ext uri="{FF2B5EF4-FFF2-40B4-BE49-F238E27FC236}">
                  <a16:creationId xmlns:a16="http://schemas.microsoft.com/office/drawing/2014/main" id="{00AF00D3-A0ED-4AEA-9028-337245F50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7175" y="2011363"/>
              <a:ext cx="1495425" cy="73025"/>
            </a:xfrm>
            <a:prstGeom prst="rect">
              <a:avLst/>
            </a:prstGeom>
            <a:solidFill>
              <a:srgbClr val="135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4" name="Rectangle 380">
              <a:extLst>
                <a:ext uri="{FF2B5EF4-FFF2-40B4-BE49-F238E27FC236}">
                  <a16:creationId xmlns:a16="http://schemas.microsoft.com/office/drawing/2014/main" id="{AAA0CA69-32A7-4A62-A912-F2E571B66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7175" y="2011363"/>
              <a:ext cx="149542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5" name="Rectangle 381">
              <a:extLst>
                <a:ext uri="{FF2B5EF4-FFF2-40B4-BE49-F238E27FC236}">
                  <a16:creationId xmlns:a16="http://schemas.microsoft.com/office/drawing/2014/main" id="{DC95EFF3-6308-486D-9E83-B27DB8DB0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5" y="1543050"/>
              <a:ext cx="87313" cy="468313"/>
            </a:xfrm>
            <a:prstGeom prst="rect">
              <a:avLst/>
            </a:pr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6" name="Rectangle 382">
              <a:extLst>
                <a:ext uri="{FF2B5EF4-FFF2-40B4-BE49-F238E27FC236}">
                  <a16:creationId xmlns:a16="http://schemas.microsoft.com/office/drawing/2014/main" id="{86215F45-D7C6-4344-A101-D315256AE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5" y="1614488"/>
              <a:ext cx="87313" cy="26988"/>
            </a:xfrm>
            <a:prstGeom prst="rect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7" name="Rectangle 383">
              <a:extLst>
                <a:ext uri="{FF2B5EF4-FFF2-40B4-BE49-F238E27FC236}">
                  <a16:creationId xmlns:a16="http://schemas.microsoft.com/office/drawing/2014/main" id="{6136D734-9436-4043-8C26-9ABF3E5AB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5" y="1916113"/>
              <a:ext cx="87313" cy="25400"/>
            </a:xfrm>
            <a:prstGeom prst="rect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8" name="Rectangle 384">
              <a:extLst>
                <a:ext uri="{FF2B5EF4-FFF2-40B4-BE49-F238E27FC236}">
                  <a16:creationId xmlns:a16="http://schemas.microsoft.com/office/drawing/2014/main" id="{ECD2D812-D261-419E-8E5B-972246DE8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6438" y="1543050"/>
              <a:ext cx="88900" cy="468313"/>
            </a:xfrm>
            <a:prstGeom prst="rect">
              <a:avLst/>
            </a:prstGeom>
            <a:solidFill>
              <a:srgbClr val="428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29" name="Rectangle 385">
              <a:extLst>
                <a:ext uri="{FF2B5EF4-FFF2-40B4-BE49-F238E27FC236}">
                  <a16:creationId xmlns:a16="http://schemas.microsoft.com/office/drawing/2014/main" id="{B97B2645-CE4E-4ABC-80AC-88E24FFDB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5338" y="1543050"/>
              <a:ext cx="88900" cy="468313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0" name="Rectangle 386">
              <a:extLst>
                <a:ext uri="{FF2B5EF4-FFF2-40B4-BE49-F238E27FC236}">
                  <a16:creationId xmlns:a16="http://schemas.microsoft.com/office/drawing/2014/main" id="{534707F9-86CE-450E-B900-BD39E412F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5338" y="1614488"/>
              <a:ext cx="88900" cy="26988"/>
            </a:xfrm>
            <a:prstGeom prst="rect">
              <a:avLst/>
            </a:prstGeom>
            <a:solidFill>
              <a:srgbClr val="D3CA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1" name="Rectangle 387">
              <a:extLst>
                <a:ext uri="{FF2B5EF4-FFF2-40B4-BE49-F238E27FC236}">
                  <a16:creationId xmlns:a16="http://schemas.microsoft.com/office/drawing/2014/main" id="{A3EB778E-9514-48EA-9432-FD4F4D660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5338" y="1916113"/>
              <a:ext cx="88900" cy="25400"/>
            </a:xfrm>
            <a:prstGeom prst="rect">
              <a:avLst/>
            </a:prstGeom>
            <a:solidFill>
              <a:srgbClr val="D3CA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2" name="Freeform 388">
              <a:extLst>
                <a:ext uri="{FF2B5EF4-FFF2-40B4-BE49-F238E27FC236}">
                  <a16:creationId xmlns:a16="http://schemas.microsoft.com/office/drawing/2014/main" id="{866ACDF2-91B7-4A67-8A89-5396D164B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4238" y="1539875"/>
              <a:ext cx="173038" cy="477838"/>
            </a:xfrm>
            <a:custGeom>
              <a:avLst/>
              <a:gdLst>
                <a:gd name="T0" fmla="*/ 109 w 109"/>
                <a:gd name="T1" fmla="*/ 291 h 301"/>
                <a:gd name="T2" fmla="*/ 54 w 109"/>
                <a:gd name="T3" fmla="*/ 301 h 301"/>
                <a:gd name="T4" fmla="*/ 0 w 109"/>
                <a:gd name="T5" fmla="*/ 10 h 301"/>
                <a:gd name="T6" fmla="*/ 55 w 109"/>
                <a:gd name="T7" fmla="*/ 0 h 301"/>
                <a:gd name="T8" fmla="*/ 109 w 109"/>
                <a:gd name="T9" fmla="*/ 29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301">
                  <a:moveTo>
                    <a:pt x="109" y="291"/>
                  </a:moveTo>
                  <a:lnTo>
                    <a:pt x="54" y="301"/>
                  </a:lnTo>
                  <a:lnTo>
                    <a:pt x="0" y="10"/>
                  </a:lnTo>
                  <a:lnTo>
                    <a:pt x="55" y="0"/>
                  </a:lnTo>
                  <a:lnTo>
                    <a:pt x="109" y="291"/>
                  </a:lnTo>
                  <a:close/>
                </a:path>
              </a:pathLst>
            </a:cu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3" name="Freeform 389">
              <a:extLst>
                <a:ext uri="{FF2B5EF4-FFF2-40B4-BE49-F238E27FC236}">
                  <a16:creationId xmlns:a16="http://schemas.microsoft.com/office/drawing/2014/main" id="{353800A4-B167-4AD3-8900-01007ED8E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6938" y="1609725"/>
              <a:ext cx="93663" cy="41275"/>
            </a:xfrm>
            <a:custGeom>
              <a:avLst/>
              <a:gdLst>
                <a:gd name="T0" fmla="*/ 59 w 59"/>
                <a:gd name="T1" fmla="*/ 16 h 26"/>
                <a:gd name="T2" fmla="*/ 3 w 59"/>
                <a:gd name="T3" fmla="*/ 26 h 26"/>
                <a:gd name="T4" fmla="*/ 0 w 59"/>
                <a:gd name="T5" fmla="*/ 10 h 26"/>
                <a:gd name="T6" fmla="*/ 55 w 59"/>
                <a:gd name="T7" fmla="*/ 0 h 26"/>
                <a:gd name="T8" fmla="*/ 59 w 59"/>
                <a:gd name="T9" fmla="*/ 1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6">
                  <a:moveTo>
                    <a:pt x="59" y="16"/>
                  </a:moveTo>
                  <a:lnTo>
                    <a:pt x="3" y="26"/>
                  </a:lnTo>
                  <a:lnTo>
                    <a:pt x="0" y="10"/>
                  </a:lnTo>
                  <a:lnTo>
                    <a:pt x="55" y="0"/>
                  </a:lnTo>
                  <a:lnTo>
                    <a:pt x="59" y="16"/>
                  </a:lnTo>
                  <a:close/>
                </a:path>
              </a:pathLst>
            </a:cu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4" name="Freeform 390">
              <a:extLst>
                <a:ext uri="{FF2B5EF4-FFF2-40B4-BE49-F238E27FC236}">
                  <a16:creationId xmlns:a16="http://schemas.microsoft.com/office/drawing/2014/main" id="{5B0718DE-4692-4395-9183-2B2DA1046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0913" y="1905000"/>
              <a:ext cx="93663" cy="42863"/>
            </a:xfrm>
            <a:custGeom>
              <a:avLst/>
              <a:gdLst>
                <a:gd name="T0" fmla="*/ 59 w 59"/>
                <a:gd name="T1" fmla="*/ 17 h 27"/>
                <a:gd name="T2" fmla="*/ 3 w 59"/>
                <a:gd name="T3" fmla="*/ 27 h 27"/>
                <a:gd name="T4" fmla="*/ 0 w 59"/>
                <a:gd name="T5" fmla="*/ 10 h 27"/>
                <a:gd name="T6" fmla="*/ 56 w 59"/>
                <a:gd name="T7" fmla="*/ 0 h 27"/>
                <a:gd name="T8" fmla="*/ 59 w 59"/>
                <a:gd name="T9" fmla="*/ 1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7">
                  <a:moveTo>
                    <a:pt x="59" y="17"/>
                  </a:moveTo>
                  <a:lnTo>
                    <a:pt x="3" y="27"/>
                  </a:lnTo>
                  <a:lnTo>
                    <a:pt x="0" y="10"/>
                  </a:lnTo>
                  <a:lnTo>
                    <a:pt x="56" y="0"/>
                  </a:lnTo>
                  <a:lnTo>
                    <a:pt x="59" y="17"/>
                  </a:lnTo>
                  <a:close/>
                </a:path>
              </a:pathLst>
            </a:cu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5" name="Rectangle 391">
              <a:extLst>
                <a:ext uri="{FF2B5EF4-FFF2-40B4-BE49-F238E27FC236}">
                  <a16:creationId xmlns:a16="http://schemas.microsoft.com/office/drawing/2014/main" id="{E50CBB1D-40A9-4632-8A25-9F9170482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1363" y="1736725"/>
              <a:ext cx="22225" cy="171450"/>
            </a:xfrm>
            <a:prstGeom prst="rect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6" name="Oval 392">
              <a:extLst>
                <a:ext uri="{FF2B5EF4-FFF2-40B4-BE49-F238E27FC236}">
                  <a16:creationId xmlns:a16="http://schemas.microsoft.com/office/drawing/2014/main" id="{C309AB20-B0CF-4807-A6B0-FA4EFF139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0100" y="1763713"/>
              <a:ext cx="47625" cy="119063"/>
            </a:xfrm>
            <a:prstGeom prst="ellipse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7" name="Rectangle 393">
              <a:extLst>
                <a:ext uri="{FF2B5EF4-FFF2-40B4-BE49-F238E27FC236}">
                  <a16:creationId xmlns:a16="http://schemas.microsoft.com/office/drawing/2014/main" id="{510371A4-1390-4AF7-B95F-9EB190184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3" y="1543050"/>
              <a:ext cx="87313" cy="468313"/>
            </a:xfrm>
            <a:prstGeom prst="rect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8" name="Rectangle 394">
              <a:extLst>
                <a:ext uri="{FF2B5EF4-FFF2-40B4-BE49-F238E27FC236}">
                  <a16:creationId xmlns:a16="http://schemas.microsoft.com/office/drawing/2014/main" id="{974F2EE6-E5FC-498D-8E78-7A86D45A8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1543050"/>
              <a:ext cx="88900" cy="468313"/>
            </a:xfrm>
            <a:prstGeom prst="rect">
              <a:avLst/>
            </a:prstGeom>
            <a:solidFill>
              <a:srgbClr val="428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39" name="Rectangle 395">
              <a:extLst>
                <a:ext uri="{FF2B5EF4-FFF2-40B4-BE49-F238E27FC236}">
                  <a16:creationId xmlns:a16="http://schemas.microsoft.com/office/drawing/2014/main" id="{AF0E855F-349A-47D4-BE11-7FED8F5A8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0325" y="1543050"/>
              <a:ext cx="90488" cy="468313"/>
            </a:xfrm>
            <a:prstGeom prst="rect">
              <a:avLst/>
            </a:pr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0" name="Rectangle 396">
              <a:extLst>
                <a:ext uri="{FF2B5EF4-FFF2-40B4-BE49-F238E27FC236}">
                  <a16:creationId xmlns:a16="http://schemas.microsoft.com/office/drawing/2014/main" id="{FD9EAF03-F272-4838-803C-0CA92B358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0813" y="1543050"/>
              <a:ext cx="88900" cy="468313"/>
            </a:xfrm>
            <a:prstGeom prst="rect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1" name="Rectangle 397">
              <a:extLst>
                <a:ext uri="{FF2B5EF4-FFF2-40B4-BE49-F238E27FC236}">
                  <a16:creationId xmlns:a16="http://schemas.microsoft.com/office/drawing/2014/main" id="{F7825396-CCB0-482C-8148-6BAF665BC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0813" y="1614488"/>
              <a:ext cx="88900" cy="26988"/>
            </a:xfrm>
            <a:prstGeom prst="rect">
              <a:avLst/>
            </a:pr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2" name="Rectangle 398">
              <a:extLst>
                <a:ext uri="{FF2B5EF4-FFF2-40B4-BE49-F238E27FC236}">
                  <a16:creationId xmlns:a16="http://schemas.microsoft.com/office/drawing/2014/main" id="{DC82E4F6-335A-43D2-8A94-E7A2BC64E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0813" y="1916113"/>
              <a:ext cx="88900" cy="25400"/>
            </a:xfrm>
            <a:prstGeom prst="rect">
              <a:avLst/>
            </a:pr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3" name="Freeform 399">
              <a:extLst>
                <a:ext uri="{FF2B5EF4-FFF2-40B4-BE49-F238E27FC236}">
                  <a16:creationId xmlns:a16="http://schemas.microsoft.com/office/drawing/2014/main" id="{779892CB-1013-4AED-9E15-8F107A0F1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9713" y="1539875"/>
              <a:ext cx="171450" cy="477838"/>
            </a:xfrm>
            <a:custGeom>
              <a:avLst/>
              <a:gdLst>
                <a:gd name="T0" fmla="*/ 108 w 108"/>
                <a:gd name="T1" fmla="*/ 291 h 301"/>
                <a:gd name="T2" fmla="*/ 54 w 108"/>
                <a:gd name="T3" fmla="*/ 301 h 301"/>
                <a:gd name="T4" fmla="*/ 0 w 108"/>
                <a:gd name="T5" fmla="*/ 10 h 301"/>
                <a:gd name="T6" fmla="*/ 54 w 108"/>
                <a:gd name="T7" fmla="*/ 0 h 301"/>
                <a:gd name="T8" fmla="*/ 108 w 108"/>
                <a:gd name="T9" fmla="*/ 29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301">
                  <a:moveTo>
                    <a:pt x="108" y="291"/>
                  </a:moveTo>
                  <a:lnTo>
                    <a:pt x="54" y="301"/>
                  </a:lnTo>
                  <a:lnTo>
                    <a:pt x="0" y="10"/>
                  </a:lnTo>
                  <a:lnTo>
                    <a:pt x="54" y="0"/>
                  </a:lnTo>
                  <a:lnTo>
                    <a:pt x="108" y="291"/>
                  </a:lnTo>
                  <a:close/>
                </a:path>
              </a:pathLst>
            </a:cu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4" name="Freeform 400">
              <a:extLst>
                <a:ext uri="{FF2B5EF4-FFF2-40B4-BE49-F238E27FC236}">
                  <a16:creationId xmlns:a16="http://schemas.microsoft.com/office/drawing/2014/main" id="{9DBB240F-0234-4A78-871C-92F8FCCF4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2413" y="1609725"/>
              <a:ext cx="90488" cy="41275"/>
            </a:xfrm>
            <a:custGeom>
              <a:avLst/>
              <a:gdLst>
                <a:gd name="T0" fmla="*/ 57 w 57"/>
                <a:gd name="T1" fmla="*/ 16 h 26"/>
                <a:gd name="T2" fmla="*/ 3 w 57"/>
                <a:gd name="T3" fmla="*/ 26 h 26"/>
                <a:gd name="T4" fmla="*/ 0 w 57"/>
                <a:gd name="T5" fmla="*/ 10 h 26"/>
                <a:gd name="T6" fmla="*/ 54 w 57"/>
                <a:gd name="T7" fmla="*/ 0 h 26"/>
                <a:gd name="T8" fmla="*/ 57 w 57"/>
                <a:gd name="T9" fmla="*/ 1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26">
                  <a:moveTo>
                    <a:pt x="57" y="16"/>
                  </a:moveTo>
                  <a:lnTo>
                    <a:pt x="3" y="26"/>
                  </a:lnTo>
                  <a:lnTo>
                    <a:pt x="0" y="10"/>
                  </a:lnTo>
                  <a:lnTo>
                    <a:pt x="54" y="0"/>
                  </a:lnTo>
                  <a:lnTo>
                    <a:pt x="57" y="16"/>
                  </a:lnTo>
                  <a:close/>
                </a:path>
              </a:pathLst>
            </a:cu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5" name="Freeform 401">
              <a:extLst>
                <a:ext uri="{FF2B5EF4-FFF2-40B4-BE49-F238E27FC236}">
                  <a16:creationId xmlns:a16="http://schemas.microsoft.com/office/drawing/2014/main" id="{04531003-8014-446E-9D42-57DA729A4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6388" y="1905000"/>
              <a:ext cx="90488" cy="42863"/>
            </a:xfrm>
            <a:custGeom>
              <a:avLst/>
              <a:gdLst>
                <a:gd name="T0" fmla="*/ 57 w 57"/>
                <a:gd name="T1" fmla="*/ 17 h 27"/>
                <a:gd name="T2" fmla="*/ 3 w 57"/>
                <a:gd name="T3" fmla="*/ 27 h 27"/>
                <a:gd name="T4" fmla="*/ 0 w 57"/>
                <a:gd name="T5" fmla="*/ 10 h 27"/>
                <a:gd name="T6" fmla="*/ 54 w 57"/>
                <a:gd name="T7" fmla="*/ 0 h 27"/>
                <a:gd name="T8" fmla="*/ 57 w 57"/>
                <a:gd name="T9" fmla="*/ 1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27">
                  <a:moveTo>
                    <a:pt x="57" y="17"/>
                  </a:moveTo>
                  <a:lnTo>
                    <a:pt x="3" y="27"/>
                  </a:lnTo>
                  <a:lnTo>
                    <a:pt x="0" y="10"/>
                  </a:lnTo>
                  <a:lnTo>
                    <a:pt x="54" y="0"/>
                  </a:lnTo>
                  <a:lnTo>
                    <a:pt x="57" y="17"/>
                  </a:lnTo>
                  <a:close/>
                </a:path>
              </a:pathLst>
            </a:cu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6" name="Rectangle 402">
              <a:extLst>
                <a:ext uri="{FF2B5EF4-FFF2-40B4-BE49-F238E27FC236}">
                  <a16:creationId xmlns:a16="http://schemas.microsoft.com/office/drawing/2014/main" id="{6F64DABF-AF23-4EDE-9264-29C4C7EF3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9513" y="1736725"/>
              <a:ext cx="20638" cy="171450"/>
            </a:xfrm>
            <a:prstGeom prst="rect">
              <a:avLst/>
            </a:prstGeom>
            <a:solidFill>
              <a:srgbClr val="428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7" name="Rectangle 403">
              <a:extLst>
                <a:ext uri="{FF2B5EF4-FFF2-40B4-BE49-F238E27FC236}">
                  <a16:creationId xmlns:a16="http://schemas.microsoft.com/office/drawing/2014/main" id="{0C92314A-7EE8-4BE6-93DC-21DE30551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3663" y="1736725"/>
              <a:ext cx="23813" cy="171450"/>
            </a:xfrm>
            <a:prstGeom prst="rect">
              <a:avLst/>
            </a:prstGeom>
            <a:solidFill>
              <a:srgbClr val="428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8" name="Oval 404">
              <a:extLst>
                <a:ext uri="{FF2B5EF4-FFF2-40B4-BE49-F238E27FC236}">
                  <a16:creationId xmlns:a16="http://schemas.microsoft.com/office/drawing/2014/main" id="{1E1FC5D0-230F-4A2E-9CD6-6670AA79C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2063" y="1736725"/>
              <a:ext cx="47625" cy="122238"/>
            </a:xfrm>
            <a:prstGeom prst="ellipse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49" name="Freeform 405">
              <a:extLst>
                <a:ext uri="{FF2B5EF4-FFF2-40B4-BE49-F238E27FC236}">
                  <a16:creationId xmlns:a16="http://schemas.microsoft.com/office/drawing/2014/main" id="{AC48313F-BEA5-46C3-80B1-4FAF68156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7175" y="2084388"/>
              <a:ext cx="1495425" cy="117475"/>
            </a:xfrm>
            <a:custGeom>
              <a:avLst/>
              <a:gdLst>
                <a:gd name="T0" fmla="*/ 942 w 942"/>
                <a:gd name="T1" fmla="*/ 0 h 74"/>
                <a:gd name="T2" fmla="*/ 0 w 942"/>
                <a:gd name="T3" fmla="*/ 0 h 74"/>
                <a:gd name="T4" fmla="*/ 197 w 942"/>
                <a:gd name="T5" fmla="*/ 74 h 74"/>
                <a:gd name="T6" fmla="*/ 942 w 942"/>
                <a:gd name="T7" fmla="*/ 74 h 74"/>
                <a:gd name="T8" fmla="*/ 942 w 942"/>
                <a:gd name="T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2" h="74">
                  <a:moveTo>
                    <a:pt x="942" y="0"/>
                  </a:moveTo>
                  <a:lnTo>
                    <a:pt x="0" y="0"/>
                  </a:lnTo>
                  <a:lnTo>
                    <a:pt x="197" y="74"/>
                  </a:lnTo>
                  <a:lnTo>
                    <a:pt x="942" y="74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869B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0" name="Freeform 407">
              <a:extLst>
                <a:ext uri="{FF2B5EF4-FFF2-40B4-BE49-F238E27FC236}">
                  <a16:creationId xmlns:a16="http://schemas.microsoft.com/office/drawing/2014/main" id="{15AABAE9-E8A8-4046-B422-0D8F5206E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7175" y="2084388"/>
              <a:ext cx="1495425" cy="117475"/>
            </a:xfrm>
            <a:custGeom>
              <a:avLst/>
              <a:gdLst>
                <a:gd name="T0" fmla="*/ 942 w 942"/>
                <a:gd name="T1" fmla="*/ 0 h 74"/>
                <a:gd name="T2" fmla="*/ 0 w 942"/>
                <a:gd name="T3" fmla="*/ 0 h 74"/>
                <a:gd name="T4" fmla="*/ 197 w 942"/>
                <a:gd name="T5" fmla="*/ 74 h 74"/>
                <a:gd name="T6" fmla="*/ 942 w 942"/>
                <a:gd name="T7" fmla="*/ 74 h 74"/>
                <a:gd name="T8" fmla="*/ 942 w 942"/>
                <a:gd name="T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2" h="74">
                  <a:moveTo>
                    <a:pt x="942" y="0"/>
                  </a:moveTo>
                  <a:lnTo>
                    <a:pt x="0" y="0"/>
                  </a:lnTo>
                  <a:lnTo>
                    <a:pt x="197" y="74"/>
                  </a:lnTo>
                  <a:lnTo>
                    <a:pt x="942" y="74"/>
                  </a:lnTo>
                  <a:lnTo>
                    <a:pt x="9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sp>
        <p:nvSpPr>
          <p:cNvPr id="1252" name="Freeform 409">
            <a:extLst>
              <a:ext uri="{FF2B5EF4-FFF2-40B4-BE49-F238E27FC236}">
                <a16:creationId xmlns:a16="http://schemas.microsoft.com/office/drawing/2014/main" id="{310F6666-335A-4C9D-AE37-F3E000CCA0B6}"/>
              </a:ext>
            </a:extLst>
          </p:cNvPr>
          <p:cNvSpPr>
            <a:spLocks/>
          </p:cNvSpPr>
          <p:nvPr/>
        </p:nvSpPr>
        <p:spPr bwMode="auto">
          <a:xfrm>
            <a:off x="308769" y="3522663"/>
            <a:ext cx="1308100" cy="171450"/>
          </a:xfrm>
          <a:custGeom>
            <a:avLst/>
            <a:gdLst>
              <a:gd name="T0" fmla="*/ 729 w 824"/>
              <a:gd name="T1" fmla="*/ 0 h 108"/>
              <a:gd name="T2" fmla="*/ 729 w 824"/>
              <a:gd name="T3" fmla="*/ 46 h 108"/>
              <a:gd name="T4" fmla="*/ 0 w 824"/>
              <a:gd name="T5" fmla="*/ 46 h 108"/>
              <a:gd name="T6" fmla="*/ 1 w 824"/>
              <a:gd name="T7" fmla="*/ 108 h 108"/>
              <a:gd name="T8" fmla="*/ 824 w 824"/>
              <a:gd name="T9" fmla="*/ 108 h 108"/>
              <a:gd name="T10" fmla="*/ 824 w 824"/>
              <a:gd name="T11" fmla="*/ 64 h 108"/>
              <a:gd name="T12" fmla="*/ 729 w 824"/>
              <a:gd name="T13" fmla="*/ 0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4" h="108">
                <a:moveTo>
                  <a:pt x="729" y="0"/>
                </a:moveTo>
                <a:lnTo>
                  <a:pt x="729" y="46"/>
                </a:lnTo>
                <a:lnTo>
                  <a:pt x="0" y="46"/>
                </a:lnTo>
                <a:lnTo>
                  <a:pt x="1" y="108"/>
                </a:lnTo>
                <a:lnTo>
                  <a:pt x="824" y="108"/>
                </a:lnTo>
                <a:lnTo>
                  <a:pt x="824" y="64"/>
                </a:lnTo>
                <a:lnTo>
                  <a:pt x="72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grpSp>
        <p:nvGrpSpPr>
          <p:cNvPr id="1856" name="Group 1855">
            <a:extLst>
              <a:ext uri="{FF2B5EF4-FFF2-40B4-BE49-F238E27FC236}">
                <a16:creationId xmlns:a16="http://schemas.microsoft.com/office/drawing/2014/main" id="{C4756EF4-0211-4D7D-BC0B-A2D03CE0667A}"/>
              </a:ext>
            </a:extLst>
          </p:cNvPr>
          <p:cNvGrpSpPr/>
          <p:nvPr/>
        </p:nvGrpSpPr>
        <p:grpSpPr>
          <a:xfrm>
            <a:off x="0" y="3931920"/>
            <a:ext cx="1311275" cy="171450"/>
            <a:chOff x="305594" y="4216400"/>
            <a:chExt cx="1311275" cy="171450"/>
          </a:xfrm>
        </p:grpSpPr>
        <p:sp>
          <p:nvSpPr>
            <p:cNvPr id="1251" name="Freeform 408">
              <a:extLst>
                <a:ext uri="{FF2B5EF4-FFF2-40B4-BE49-F238E27FC236}">
                  <a16:creationId xmlns:a16="http://schemas.microsoft.com/office/drawing/2014/main" id="{40E01307-CDA3-4D70-82EE-8A1710FFA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9" y="4216400"/>
              <a:ext cx="1308100" cy="171450"/>
            </a:xfrm>
            <a:custGeom>
              <a:avLst/>
              <a:gdLst>
                <a:gd name="T0" fmla="*/ 729 w 824"/>
                <a:gd name="T1" fmla="*/ 0 h 108"/>
                <a:gd name="T2" fmla="*/ 729 w 824"/>
                <a:gd name="T3" fmla="*/ 46 h 108"/>
                <a:gd name="T4" fmla="*/ 0 w 824"/>
                <a:gd name="T5" fmla="*/ 46 h 108"/>
                <a:gd name="T6" fmla="*/ 1 w 824"/>
                <a:gd name="T7" fmla="*/ 108 h 108"/>
                <a:gd name="T8" fmla="*/ 824 w 824"/>
                <a:gd name="T9" fmla="*/ 108 h 108"/>
                <a:gd name="T10" fmla="*/ 824 w 824"/>
                <a:gd name="T11" fmla="*/ 64 h 108"/>
                <a:gd name="T12" fmla="*/ 729 w 824"/>
                <a:gd name="T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4" h="108">
                  <a:moveTo>
                    <a:pt x="729" y="0"/>
                  </a:moveTo>
                  <a:lnTo>
                    <a:pt x="729" y="46"/>
                  </a:lnTo>
                  <a:lnTo>
                    <a:pt x="0" y="46"/>
                  </a:lnTo>
                  <a:lnTo>
                    <a:pt x="1" y="108"/>
                  </a:lnTo>
                  <a:lnTo>
                    <a:pt x="824" y="108"/>
                  </a:lnTo>
                  <a:lnTo>
                    <a:pt x="824" y="64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869B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3" name="Rectangle 410">
              <a:extLst>
                <a:ext uri="{FF2B5EF4-FFF2-40B4-BE49-F238E27FC236}">
                  <a16:creationId xmlns:a16="http://schemas.microsoft.com/office/drawing/2014/main" id="{CF4B9736-E622-4BA8-803A-F36BAD8CF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94" y="4231545"/>
              <a:ext cx="1160463" cy="73025"/>
            </a:xfrm>
            <a:prstGeom prst="rect">
              <a:avLst/>
            </a:prstGeom>
            <a:solidFill>
              <a:srgbClr val="135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4" name="Rectangle 411">
              <a:extLst>
                <a:ext uri="{FF2B5EF4-FFF2-40B4-BE49-F238E27FC236}">
                  <a16:creationId xmlns:a16="http://schemas.microsoft.com/office/drawing/2014/main" id="{F79A25DB-01C0-435D-95FA-F14EA5E4C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94" y="4235671"/>
              <a:ext cx="116046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1857" name="Group 1856">
            <a:extLst>
              <a:ext uri="{FF2B5EF4-FFF2-40B4-BE49-F238E27FC236}">
                <a16:creationId xmlns:a16="http://schemas.microsoft.com/office/drawing/2014/main" id="{C6D9AAC5-E428-45BB-91CB-56A73866520A}"/>
              </a:ext>
            </a:extLst>
          </p:cNvPr>
          <p:cNvGrpSpPr/>
          <p:nvPr/>
        </p:nvGrpSpPr>
        <p:grpSpPr>
          <a:xfrm>
            <a:off x="-44291" y="3174365"/>
            <a:ext cx="895350" cy="753015"/>
            <a:chOff x="473869" y="2778125"/>
            <a:chExt cx="895350" cy="753015"/>
          </a:xfrm>
        </p:grpSpPr>
        <p:sp>
          <p:nvSpPr>
            <p:cNvPr id="1255" name="Freeform 412">
              <a:extLst>
                <a:ext uri="{FF2B5EF4-FFF2-40B4-BE49-F238E27FC236}">
                  <a16:creationId xmlns:a16="http://schemas.microsoft.com/office/drawing/2014/main" id="{56FA751F-B627-4046-A093-5C1B2349E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94" y="3224213"/>
              <a:ext cx="36513" cy="76200"/>
            </a:xfrm>
            <a:custGeom>
              <a:avLst/>
              <a:gdLst>
                <a:gd name="T0" fmla="*/ 10 w 14"/>
                <a:gd name="T1" fmla="*/ 12 h 29"/>
                <a:gd name="T2" fmla="*/ 14 w 14"/>
                <a:gd name="T3" fmla="*/ 29 h 29"/>
                <a:gd name="T4" fmla="*/ 3 w 14"/>
                <a:gd name="T5" fmla="*/ 17 h 29"/>
                <a:gd name="T6" fmla="*/ 0 w 14"/>
                <a:gd name="T7" fmla="*/ 0 h 29"/>
                <a:gd name="T8" fmla="*/ 10 w 14"/>
                <a:gd name="T9" fmla="*/ 1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9">
                  <a:moveTo>
                    <a:pt x="10" y="12"/>
                  </a:moveTo>
                  <a:cubicBezTo>
                    <a:pt x="13" y="18"/>
                    <a:pt x="14" y="25"/>
                    <a:pt x="14" y="29"/>
                  </a:cubicBezTo>
                  <a:cubicBezTo>
                    <a:pt x="10" y="27"/>
                    <a:pt x="6" y="23"/>
                    <a:pt x="3" y="17"/>
                  </a:cubicBezTo>
                  <a:cubicBezTo>
                    <a:pt x="1" y="11"/>
                    <a:pt x="0" y="4"/>
                    <a:pt x="0" y="0"/>
                  </a:cubicBezTo>
                  <a:cubicBezTo>
                    <a:pt x="4" y="1"/>
                    <a:pt x="7" y="6"/>
                    <a:pt x="10" y="12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6" name="Freeform 413">
              <a:extLst>
                <a:ext uri="{FF2B5EF4-FFF2-40B4-BE49-F238E27FC236}">
                  <a16:creationId xmlns:a16="http://schemas.microsoft.com/office/drawing/2014/main" id="{1B89269E-ADA2-4F52-A16F-D44D3B64E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94" y="3252788"/>
              <a:ext cx="68263" cy="47625"/>
            </a:xfrm>
            <a:custGeom>
              <a:avLst/>
              <a:gdLst>
                <a:gd name="T0" fmla="*/ 26 w 26"/>
                <a:gd name="T1" fmla="*/ 1 h 18"/>
                <a:gd name="T2" fmla="*/ 15 w 26"/>
                <a:gd name="T3" fmla="*/ 13 h 18"/>
                <a:gd name="T4" fmla="*/ 0 w 26"/>
                <a:gd name="T5" fmla="*/ 18 h 18"/>
                <a:gd name="T6" fmla="*/ 11 w 26"/>
                <a:gd name="T7" fmla="*/ 6 h 18"/>
                <a:gd name="T8" fmla="*/ 26 w 26"/>
                <a:gd name="T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8">
                  <a:moveTo>
                    <a:pt x="26" y="1"/>
                  </a:moveTo>
                  <a:cubicBezTo>
                    <a:pt x="24" y="5"/>
                    <a:pt x="20" y="9"/>
                    <a:pt x="15" y="13"/>
                  </a:cubicBezTo>
                  <a:cubicBezTo>
                    <a:pt x="9" y="16"/>
                    <a:pt x="4" y="18"/>
                    <a:pt x="0" y="18"/>
                  </a:cubicBezTo>
                  <a:cubicBezTo>
                    <a:pt x="1" y="14"/>
                    <a:pt x="5" y="9"/>
                    <a:pt x="11" y="6"/>
                  </a:cubicBezTo>
                  <a:cubicBezTo>
                    <a:pt x="17" y="2"/>
                    <a:pt x="22" y="0"/>
                    <a:pt x="26" y="1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7" name="Freeform 414">
              <a:extLst>
                <a:ext uri="{FF2B5EF4-FFF2-40B4-BE49-F238E27FC236}">
                  <a16:creationId xmlns:a16="http://schemas.microsoft.com/office/drawing/2014/main" id="{8DFCFDEF-6168-4E96-8044-3321A71DC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919" y="3182938"/>
              <a:ext cx="36513" cy="77788"/>
            </a:xfrm>
            <a:custGeom>
              <a:avLst/>
              <a:gdLst>
                <a:gd name="T0" fmla="*/ 11 w 14"/>
                <a:gd name="T1" fmla="*/ 13 h 30"/>
                <a:gd name="T2" fmla="*/ 14 w 14"/>
                <a:gd name="T3" fmla="*/ 30 h 30"/>
                <a:gd name="T4" fmla="*/ 4 w 14"/>
                <a:gd name="T5" fmla="*/ 18 h 30"/>
                <a:gd name="T6" fmla="*/ 1 w 14"/>
                <a:gd name="T7" fmla="*/ 0 h 30"/>
                <a:gd name="T8" fmla="*/ 11 w 14"/>
                <a:gd name="T9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0">
                  <a:moveTo>
                    <a:pt x="11" y="13"/>
                  </a:moveTo>
                  <a:cubicBezTo>
                    <a:pt x="13" y="19"/>
                    <a:pt x="14" y="26"/>
                    <a:pt x="14" y="30"/>
                  </a:cubicBezTo>
                  <a:cubicBezTo>
                    <a:pt x="10" y="28"/>
                    <a:pt x="6" y="24"/>
                    <a:pt x="4" y="18"/>
                  </a:cubicBezTo>
                  <a:cubicBezTo>
                    <a:pt x="1" y="11"/>
                    <a:pt x="0" y="5"/>
                    <a:pt x="1" y="0"/>
                  </a:cubicBezTo>
                  <a:cubicBezTo>
                    <a:pt x="4" y="2"/>
                    <a:pt x="8" y="7"/>
                    <a:pt x="11" y="1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8" name="Freeform 415">
              <a:extLst>
                <a:ext uri="{FF2B5EF4-FFF2-40B4-BE49-F238E27FC236}">
                  <a16:creationId xmlns:a16="http://schemas.microsoft.com/office/drawing/2014/main" id="{96959EBB-D6CC-422D-9C96-F012D956D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607" y="3216275"/>
              <a:ext cx="66675" cy="47625"/>
            </a:xfrm>
            <a:custGeom>
              <a:avLst/>
              <a:gdLst>
                <a:gd name="T0" fmla="*/ 26 w 26"/>
                <a:gd name="T1" fmla="*/ 1 h 18"/>
                <a:gd name="T2" fmla="*/ 15 w 26"/>
                <a:gd name="T3" fmla="*/ 12 h 18"/>
                <a:gd name="T4" fmla="*/ 0 w 26"/>
                <a:gd name="T5" fmla="*/ 17 h 18"/>
                <a:gd name="T6" fmla="*/ 11 w 26"/>
                <a:gd name="T7" fmla="*/ 5 h 18"/>
                <a:gd name="T8" fmla="*/ 26 w 26"/>
                <a:gd name="T9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8">
                  <a:moveTo>
                    <a:pt x="26" y="1"/>
                  </a:moveTo>
                  <a:cubicBezTo>
                    <a:pt x="25" y="4"/>
                    <a:pt x="20" y="9"/>
                    <a:pt x="15" y="12"/>
                  </a:cubicBezTo>
                  <a:cubicBezTo>
                    <a:pt x="9" y="16"/>
                    <a:pt x="3" y="18"/>
                    <a:pt x="0" y="17"/>
                  </a:cubicBezTo>
                  <a:cubicBezTo>
                    <a:pt x="1" y="13"/>
                    <a:pt x="6" y="9"/>
                    <a:pt x="11" y="5"/>
                  </a:cubicBezTo>
                  <a:cubicBezTo>
                    <a:pt x="17" y="1"/>
                    <a:pt x="23" y="0"/>
                    <a:pt x="26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59" name="Freeform 416">
              <a:extLst>
                <a:ext uri="{FF2B5EF4-FFF2-40B4-BE49-F238E27FC236}">
                  <a16:creationId xmlns:a16="http://schemas.microsoft.com/office/drawing/2014/main" id="{4BE1552F-E0A8-4C96-BEF5-F51BDD81C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619" y="3144838"/>
              <a:ext cx="36513" cy="77788"/>
            </a:xfrm>
            <a:custGeom>
              <a:avLst/>
              <a:gdLst>
                <a:gd name="T0" fmla="*/ 10 w 14"/>
                <a:gd name="T1" fmla="*/ 13 h 30"/>
                <a:gd name="T2" fmla="*/ 13 w 14"/>
                <a:gd name="T3" fmla="*/ 30 h 30"/>
                <a:gd name="T4" fmla="*/ 3 w 14"/>
                <a:gd name="T5" fmla="*/ 18 h 30"/>
                <a:gd name="T6" fmla="*/ 1 w 14"/>
                <a:gd name="T7" fmla="*/ 0 h 30"/>
                <a:gd name="T8" fmla="*/ 10 w 14"/>
                <a:gd name="T9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0">
                  <a:moveTo>
                    <a:pt x="10" y="13"/>
                  </a:moveTo>
                  <a:cubicBezTo>
                    <a:pt x="13" y="20"/>
                    <a:pt x="14" y="26"/>
                    <a:pt x="13" y="30"/>
                  </a:cubicBezTo>
                  <a:cubicBezTo>
                    <a:pt x="10" y="28"/>
                    <a:pt x="6" y="24"/>
                    <a:pt x="3" y="18"/>
                  </a:cubicBezTo>
                  <a:cubicBezTo>
                    <a:pt x="1" y="11"/>
                    <a:pt x="0" y="5"/>
                    <a:pt x="1" y="0"/>
                  </a:cubicBezTo>
                  <a:cubicBezTo>
                    <a:pt x="5" y="2"/>
                    <a:pt x="8" y="7"/>
                    <a:pt x="10" y="1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0" name="Freeform 417">
              <a:extLst>
                <a:ext uri="{FF2B5EF4-FFF2-40B4-BE49-F238E27FC236}">
                  <a16:creationId xmlns:a16="http://schemas.microsoft.com/office/drawing/2014/main" id="{5A6FFC27-EA89-4D12-843F-CC175E7FB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132" y="3179763"/>
              <a:ext cx="69850" cy="44450"/>
            </a:xfrm>
            <a:custGeom>
              <a:avLst/>
              <a:gdLst>
                <a:gd name="T0" fmla="*/ 27 w 27"/>
                <a:gd name="T1" fmla="*/ 1 h 17"/>
                <a:gd name="T2" fmla="*/ 15 w 27"/>
                <a:gd name="T3" fmla="*/ 12 h 17"/>
                <a:gd name="T4" fmla="*/ 0 w 27"/>
                <a:gd name="T5" fmla="*/ 16 h 17"/>
                <a:gd name="T6" fmla="*/ 12 w 27"/>
                <a:gd name="T7" fmla="*/ 5 h 17"/>
                <a:gd name="T8" fmla="*/ 27 w 27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">
                  <a:moveTo>
                    <a:pt x="27" y="1"/>
                  </a:moveTo>
                  <a:cubicBezTo>
                    <a:pt x="25" y="4"/>
                    <a:pt x="21" y="9"/>
                    <a:pt x="15" y="12"/>
                  </a:cubicBezTo>
                  <a:cubicBezTo>
                    <a:pt x="9" y="15"/>
                    <a:pt x="4" y="17"/>
                    <a:pt x="0" y="16"/>
                  </a:cubicBezTo>
                  <a:cubicBezTo>
                    <a:pt x="2" y="13"/>
                    <a:pt x="6" y="8"/>
                    <a:pt x="12" y="5"/>
                  </a:cubicBezTo>
                  <a:cubicBezTo>
                    <a:pt x="18" y="1"/>
                    <a:pt x="24" y="0"/>
                    <a:pt x="27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1" name="Freeform 418">
              <a:extLst>
                <a:ext uri="{FF2B5EF4-FFF2-40B4-BE49-F238E27FC236}">
                  <a16:creationId xmlns:a16="http://schemas.microsoft.com/office/drawing/2014/main" id="{DB6CC1F7-5BAA-4530-A2BD-11977F5D5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94" y="3105150"/>
              <a:ext cx="33338" cy="77788"/>
            </a:xfrm>
            <a:custGeom>
              <a:avLst/>
              <a:gdLst>
                <a:gd name="T0" fmla="*/ 10 w 13"/>
                <a:gd name="T1" fmla="*/ 13 h 30"/>
                <a:gd name="T2" fmla="*/ 12 w 13"/>
                <a:gd name="T3" fmla="*/ 30 h 30"/>
                <a:gd name="T4" fmla="*/ 3 w 13"/>
                <a:gd name="T5" fmla="*/ 18 h 30"/>
                <a:gd name="T6" fmla="*/ 1 w 13"/>
                <a:gd name="T7" fmla="*/ 8 h 30"/>
                <a:gd name="T8" fmla="*/ 1 w 13"/>
                <a:gd name="T9" fmla="*/ 0 h 30"/>
                <a:gd name="T10" fmla="*/ 10 w 13"/>
                <a:gd name="T11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30">
                  <a:moveTo>
                    <a:pt x="10" y="13"/>
                  </a:moveTo>
                  <a:cubicBezTo>
                    <a:pt x="12" y="20"/>
                    <a:pt x="13" y="26"/>
                    <a:pt x="12" y="30"/>
                  </a:cubicBezTo>
                  <a:cubicBezTo>
                    <a:pt x="9" y="29"/>
                    <a:pt x="5" y="24"/>
                    <a:pt x="3" y="18"/>
                  </a:cubicBezTo>
                  <a:cubicBezTo>
                    <a:pt x="1" y="14"/>
                    <a:pt x="1" y="11"/>
                    <a:pt x="1" y="8"/>
                  </a:cubicBezTo>
                  <a:cubicBezTo>
                    <a:pt x="0" y="5"/>
                    <a:pt x="0" y="2"/>
                    <a:pt x="1" y="0"/>
                  </a:cubicBezTo>
                  <a:cubicBezTo>
                    <a:pt x="4" y="2"/>
                    <a:pt x="8" y="7"/>
                    <a:pt x="10" y="1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2" name="Freeform 419">
              <a:extLst>
                <a:ext uri="{FF2B5EF4-FFF2-40B4-BE49-F238E27FC236}">
                  <a16:creationId xmlns:a16="http://schemas.microsoft.com/office/drawing/2014/main" id="{C6B4C0AB-BDCC-4AB0-B247-E29B95E65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832" y="3144838"/>
              <a:ext cx="71438" cy="41275"/>
            </a:xfrm>
            <a:custGeom>
              <a:avLst/>
              <a:gdLst>
                <a:gd name="T0" fmla="*/ 27 w 27"/>
                <a:gd name="T1" fmla="*/ 1 h 16"/>
                <a:gd name="T2" fmla="*/ 23 w 27"/>
                <a:gd name="T3" fmla="*/ 6 h 16"/>
                <a:gd name="T4" fmla="*/ 15 w 27"/>
                <a:gd name="T5" fmla="*/ 12 h 16"/>
                <a:gd name="T6" fmla="*/ 0 w 27"/>
                <a:gd name="T7" fmla="*/ 16 h 16"/>
                <a:gd name="T8" fmla="*/ 12 w 27"/>
                <a:gd name="T9" fmla="*/ 4 h 16"/>
                <a:gd name="T10" fmla="*/ 27 w 27"/>
                <a:gd name="T11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16">
                  <a:moveTo>
                    <a:pt x="27" y="1"/>
                  </a:moveTo>
                  <a:cubicBezTo>
                    <a:pt x="26" y="3"/>
                    <a:pt x="25" y="5"/>
                    <a:pt x="23" y="6"/>
                  </a:cubicBezTo>
                  <a:cubicBezTo>
                    <a:pt x="21" y="8"/>
                    <a:pt x="18" y="10"/>
                    <a:pt x="15" y="12"/>
                  </a:cubicBezTo>
                  <a:cubicBezTo>
                    <a:pt x="9" y="15"/>
                    <a:pt x="4" y="16"/>
                    <a:pt x="0" y="16"/>
                  </a:cubicBezTo>
                  <a:cubicBezTo>
                    <a:pt x="2" y="12"/>
                    <a:pt x="6" y="7"/>
                    <a:pt x="12" y="4"/>
                  </a:cubicBezTo>
                  <a:cubicBezTo>
                    <a:pt x="18" y="1"/>
                    <a:pt x="24" y="0"/>
                    <a:pt x="27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3" name="Freeform 420">
              <a:extLst>
                <a:ext uri="{FF2B5EF4-FFF2-40B4-BE49-F238E27FC236}">
                  <a16:creationId xmlns:a16="http://schemas.microsoft.com/office/drawing/2014/main" id="{7E8FF7FD-CD5D-483E-8D3D-245CCA451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369" y="3065463"/>
              <a:ext cx="31750" cy="80963"/>
            </a:xfrm>
            <a:custGeom>
              <a:avLst/>
              <a:gdLst>
                <a:gd name="T0" fmla="*/ 10 w 12"/>
                <a:gd name="T1" fmla="*/ 14 h 31"/>
                <a:gd name="T2" fmla="*/ 11 w 12"/>
                <a:gd name="T3" fmla="*/ 31 h 31"/>
                <a:gd name="T4" fmla="*/ 2 w 12"/>
                <a:gd name="T5" fmla="*/ 18 h 31"/>
                <a:gd name="T6" fmla="*/ 0 w 12"/>
                <a:gd name="T7" fmla="*/ 8 h 31"/>
                <a:gd name="T8" fmla="*/ 1 w 12"/>
                <a:gd name="T9" fmla="*/ 0 h 31"/>
                <a:gd name="T10" fmla="*/ 10 w 12"/>
                <a:gd name="T11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31">
                  <a:moveTo>
                    <a:pt x="10" y="14"/>
                  </a:moveTo>
                  <a:cubicBezTo>
                    <a:pt x="12" y="20"/>
                    <a:pt x="12" y="27"/>
                    <a:pt x="11" y="31"/>
                  </a:cubicBezTo>
                  <a:cubicBezTo>
                    <a:pt x="8" y="29"/>
                    <a:pt x="4" y="24"/>
                    <a:pt x="2" y="18"/>
                  </a:cubicBezTo>
                  <a:cubicBezTo>
                    <a:pt x="1" y="15"/>
                    <a:pt x="1" y="11"/>
                    <a:pt x="0" y="8"/>
                  </a:cubicBezTo>
                  <a:cubicBezTo>
                    <a:pt x="0" y="5"/>
                    <a:pt x="1" y="3"/>
                    <a:pt x="1" y="0"/>
                  </a:cubicBezTo>
                  <a:cubicBezTo>
                    <a:pt x="4" y="2"/>
                    <a:pt x="7" y="7"/>
                    <a:pt x="10" y="14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4" name="Freeform 421">
              <a:extLst>
                <a:ext uri="{FF2B5EF4-FFF2-40B4-BE49-F238E27FC236}">
                  <a16:creationId xmlns:a16="http://schemas.microsoft.com/office/drawing/2014/main" id="{C864028C-3270-4C1B-8629-4D95963AF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9" y="3108325"/>
              <a:ext cx="71438" cy="41275"/>
            </a:xfrm>
            <a:custGeom>
              <a:avLst/>
              <a:gdLst>
                <a:gd name="T0" fmla="*/ 28 w 28"/>
                <a:gd name="T1" fmla="*/ 1 h 16"/>
                <a:gd name="T2" fmla="*/ 23 w 28"/>
                <a:gd name="T3" fmla="*/ 7 h 16"/>
                <a:gd name="T4" fmla="*/ 15 w 28"/>
                <a:gd name="T5" fmla="*/ 12 h 16"/>
                <a:gd name="T6" fmla="*/ 0 w 28"/>
                <a:gd name="T7" fmla="*/ 15 h 16"/>
                <a:gd name="T8" fmla="*/ 13 w 28"/>
                <a:gd name="T9" fmla="*/ 4 h 16"/>
                <a:gd name="T10" fmla="*/ 28 w 28"/>
                <a:gd name="T11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16">
                  <a:moveTo>
                    <a:pt x="28" y="1"/>
                  </a:moveTo>
                  <a:cubicBezTo>
                    <a:pt x="27" y="3"/>
                    <a:pt x="25" y="5"/>
                    <a:pt x="23" y="7"/>
                  </a:cubicBezTo>
                  <a:cubicBezTo>
                    <a:pt x="21" y="9"/>
                    <a:pt x="18" y="10"/>
                    <a:pt x="15" y="12"/>
                  </a:cubicBezTo>
                  <a:cubicBezTo>
                    <a:pt x="9" y="15"/>
                    <a:pt x="4" y="16"/>
                    <a:pt x="0" y="15"/>
                  </a:cubicBezTo>
                  <a:cubicBezTo>
                    <a:pt x="2" y="12"/>
                    <a:pt x="7" y="7"/>
                    <a:pt x="13" y="4"/>
                  </a:cubicBezTo>
                  <a:cubicBezTo>
                    <a:pt x="19" y="1"/>
                    <a:pt x="25" y="0"/>
                    <a:pt x="28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5" name="Freeform 422">
              <a:extLst>
                <a:ext uri="{FF2B5EF4-FFF2-40B4-BE49-F238E27FC236}">
                  <a16:creationId xmlns:a16="http://schemas.microsoft.com/office/drawing/2014/main" id="{93C6DE8D-27D1-4CDF-931E-B24BF31BB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832" y="3030538"/>
              <a:ext cx="28575" cy="79375"/>
            </a:xfrm>
            <a:custGeom>
              <a:avLst/>
              <a:gdLst>
                <a:gd name="T0" fmla="*/ 9 w 11"/>
                <a:gd name="T1" fmla="*/ 13 h 31"/>
                <a:gd name="T2" fmla="*/ 10 w 11"/>
                <a:gd name="T3" fmla="*/ 31 h 31"/>
                <a:gd name="T4" fmla="*/ 1 w 11"/>
                <a:gd name="T5" fmla="*/ 17 h 31"/>
                <a:gd name="T6" fmla="*/ 0 w 11"/>
                <a:gd name="T7" fmla="*/ 8 h 31"/>
                <a:gd name="T8" fmla="*/ 1 w 11"/>
                <a:gd name="T9" fmla="*/ 0 h 31"/>
                <a:gd name="T10" fmla="*/ 9 w 11"/>
                <a:gd name="T11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1">
                  <a:moveTo>
                    <a:pt x="9" y="13"/>
                  </a:moveTo>
                  <a:cubicBezTo>
                    <a:pt x="11" y="20"/>
                    <a:pt x="11" y="26"/>
                    <a:pt x="10" y="31"/>
                  </a:cubicBezTo>
                  <a:cubicBezTo>
                    <a:pt x="7" y="29"/>
                    <a:pt x="3" y="24"/>
                    <a:pt x="1" y="17"/>
                  </a:cubicBezTo>
                  <a:cubicBezTo>
                    <a:pt x="0" y="14"/>
                    <a:pt x="0" y="11"/>
                    <a:pt x="0" y="8"/>
                  </a:cubicBezTo>
                  <a:cubicBezTo>
                    <a:pt x="0" y="5"/>
                    <a:pt x="0" y="2"/>
                    <a:pt x="1" y="0"/>
                  </a:cubicBezTo>
                  <a:cubicBezTo>
                    <a:pt x="4" y="2"/>
                    <a:pt x="7" y="7"/>
                    <a:pt x="9" y="1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6" name="Freeform 423">
              <a:extLst>
                <a:ext uri="{FF2B5EF4-FFF2-40B4-BE49-F238E27FC236}">
                  <a16:creationId xmlns:a16="http://schemas.microsoft.com/office/drawing/2014/main" id="{010C283F-4E38-4355-BA78-09D42CA59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7" y="3073400"/>
              <a:ext cx="73025" cy="39688"/>
            </a:xfrm>
            <a:custGeom>
              <a:avLst/>
              <a:gdLst>
                <a:gd name="T0" fmla="*/ 28 w 28"/>
                <a:gd name="T1" fmla="*/ 1 h 15"/>
                <a:gd name="T2" fmla="*/ 23 w 28"/>
                <a:gd name="T3" fmla="*/ 6 h 15"/>
                <a:gd name="T4" fmla="*/ 15 w 28"/>
                <a:gd name="T5" fmla="*/ 11 h 15"/>
                <a:gd name="T6" fmla="*/ 0 w 28"/>
                <a:gd name="T7" fmla="*/ 14 h 15"/>
                <a:gd name="T8" fmla="*/ 13 w 28"/>
                <a:gd name="T9" fmla="*/ 3 h 15"/>
                <a:gd name="T10" fmla="*/ 28 w 28"/>
                <a:gd name="T11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15">
                  <a:moveTo>
                    <a:pt x="28" y="1"/>
                  </a:moveTo>
                  <a:cubicBezTo>
                    <a:pt x="27" y="3"/>
                    <a:pt x="25" y="4"/>
                    <a:pt x="23" y="6"/>
                  </a:cubicBezTo>
                  <a:cubicBezTo>
                    <a:pt x="21" y="8"/>
                    <a:pt x="18" y="10"/>
                    <a:pt x="15" y="11"/>
                  </a:cubicBezTo>
                  <a:cubicBezTo>
                    <a:pt x="9" y="14"/>
                    <a:pt x="3" y="15"/>
                    <a:pt x="0" y="14"/>
                  </a:cubicBezTo>
                  <a:cubicBezTo>
                    <a:pt x="2" y="10"/>
                    <a:pt x="7" y="6"/>
                    <a:pt x="13" y="3"/>
                  </a:cubicBezTo>
                  <a:cubicBezTo>
                    <a:pt x="19" y="1"/>
                    <a:pt x="25" y="0"/>
                    <a:pt x="28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7" name="Freeform 424">
              <a:extLst>
                <a:ext uri="{FF2B5EF4-FFF2-40B4-BE49-F238E27FC236}">
                  <a16:creationId xmlns:a16="http://schemas.microsoft.com/office/drawing/2014/main" id="{11487F65-F296-44E2-9D84-CBEAC321D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882" y="2990850"/>
              <a:ext cx="25400" cy="80963"/>
            </a:xfrm>
            <a:custGeom>
              <a:avLst/>
              <a:gdLst>
                <a:gd name="T0" fmla="*/ 9 w 10"/>
                <a:gd name="T1" fmla="*/ 14 h 31"/>
                <a:gd name="T2" fmla="*/ 9 w 10"/>
                <a:gd name="T3" fmla="*/ 31 h 31"/>
                <a:gd name="T4" fmla="*/ 1 w 10"/>
                <a:gd name="T5" fmla="*/ 18 h 31"/>
                <a:gd name="T6" fmla="*/ 0 w 10"/>
                <a:gd name="T7" fmla="*/ 13 h 31"/>
                <a:gd name="T8" fmla="*/ 0 w 10"/>
                <a:gd name="T9" fmla="*/ 8 h 31"/>
                <a:gd name="T10" fmla="*/ 1 w 10"/>
                <a:gd name="T11" fmla="*/ 0 h 31"/>
                <a:gd name="T12" fmla="*/ 5 w 10"/>
                <a:gd name="T13" fmla="*/ 6 h 31"/>
                <a:gd name="T14" fmla="*/ 9 w 10"/>
                <a:gd name="T15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31">
                  <a:moveTo>
                    <a:pt x="9" y="14"/>
                  </a:moveTo>
                  <a:cubicBezTo>
                    <a:pt x="10" y="21"/>
                    <a:pt x="10" y="27"/>
                    <a:pt x="9" y="31"/>
                  </a:cubicBezTo>
                  <a:cubicBezTo>
                    <a:pt x="6" y="29"/>
                    <a:pt x="3" y="24"/>
                    <a:pt x="1" y="18"/>
                  </a:cubicBezTo>
                  <a:cubicBezTo>
                    <a:pt x="1" y="16"/>
                    <a:pt x="0" y="14"/>
                    <a:pt x="0" y="13"/>
                  </a:cubicBezTo>
                  <a:cubicBezTo>
                    <a:pt x="0" y="11"/>
                    <a:pt x="0" y="9"/>
                    <a:pt x="0" y="8"/>
                  </a:cubicBezTo>
                  <a:cubicBezTo>
                    <a:pt x="0" y="5"/>
                    <a:pt x="0" y="2"/>
                    <a:pt x="1" y="0"/>
                  </a:cubicBezTo>
                  <a:cubicBezTo>
                    <a:pt x="3" y="1"/>
                    <a:pt x="4" y="3"/>
                    <a:pt x="5" y="6"/>
                  </a:cubicBezTo>
                  <a:cubicBezTo>
                    <a:pt x="7" y="8"/>
                    <a:pt x="8" y="11"/>
                    <a:pt x="9" y="14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8" name="Freeform 425">
              <a:extLst>
                <a:ext uri="{FF2B5EF4-FFF2-40B4-BE49-F238E27FC236}">
                  <a16:creationId xmlns:a16="http://schemas.microsoft.com/office/drawing/2014/main" id="{BBADF841-CAC2-437E-8844-21A9D120C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2" y="3040063"/>
              <a:ext cx="76200" cy="36513"/>
            </a:xfrm>
            <a:custGeom>
              <a:avLst/>
              <a:gdLst>
                <a:gd name="T0" fmla="*/ 29 w 29"/>
                <a:gd name="T1" fmla="*/ 1 h 14"/>
                <a:gd name="T2" fmla="*/ 23 w 29"/>
                <a:gd name="T3" fmla="*/ 6 h 14"/>
                <a:gd name="T4" fmla="*/ 20 w 29"/>
                <a:gd name="T5" fmla="*/ 8 h 14"/>
                <a:gd name="T6" fmla="*/ 15 w 29"/>
                <a:gd name="T7" fmla="*/ 10 h 14"/>
                <a:gd name="T8" fmla="*/ 0 w 29"/>
                <a:gd name="T9" fmla="*/ 13 h 14"/>
                <a:gd name="T10" fmla="*/ 13 w 29"/>
                <a:gd name="T11" fmla="*/ 3 h 14"/>
                <a:gd name="T12" fmla="*/ 22 w 29"/>
                <a:gd name="T13" fmla="*/ 0 h 14"/>
                <a:gd name="T14" fmla="*/ 29 w 29"/>
                <a:gd name="T15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14">
                  <a:moveTo>
                    <a:pt x="29" y="1"/>
                  </a:moveTo>
                  <a:cubicBezTo>
                    <a:pt x="28" y="3"/>
                    <a:pt x="26" y="4"/>
                    <a:pt x="23" y="6"/>
                  </a:cubicBezTo>
                  <a:cubicBezTo>
                    <a:pt x="22" y="7"/>
                    <a:pt x="21" y="8"/>
                    <a:pt x="20" y="8"/>
                  </a:cubicBezTo>
                  <a:cubicBezTo>
                    <a:pt x="18" y="9"/>
                    <a:pt x="17" y="10"/>
                    <a:pt x="15" y="10"/>
                  </a:cubicBezTo>
                  <a:cubicBezTo>
                    <a:pt x="9" y="13"/>
                    <a:pt x="4" y="14"/>
                    <a:pt x="0" y="13"/>
                  </a:cubicBezTo>
                  <a:cubicBezTo>
                    <a:pt x="2" y="9"/>
                    <a:pt x="7" y="5"/>
                    <a:pt x="13" y="3"/>
                  </a:cubicBezTo>
                  <a:cubicBezTo>
                    <a:pt x="16" y="1"/>
                    <a:pt x="19" y="1"/>
                    <a:pt x="22" y="0"/>
                  </a:cubicBezTo>
                  <a:cubicBezTo>
                    <a:pt x="25" y="0"/>
                    <a:pt x="27" y="0"/>
                    <a:pt x="29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69" name="Freeform 426">
              <a:extLst>
                <a:ext uri="{FF2B5EF4-FFF2-40B4-BE49-F238E27FC236}">
                  <a16:creationId xmlns:a16="http://schemas.microsoft.com/office/drawing/2014/main" id="{2EE91037-BFB3-4567-AA23-8FFCB8E67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344" y="2954338"/>
              <a:ext cx="26988" cy="80963"/>
            </a:xfrm>
            <a:custGeom>
              <a:avLst/>
              <a:gdLst>
                <a:gd name="T0" fmla="*/ 9 w 10"/>
                <a:gd name="T1" fmla="*/ 14 h 31"/>
                <a:gd name="T2" fmla="*/ 8 w 10"/>
                <a:gd name="T3" fmla="*/ 31 h 31"/>
                <a:gd name="T4" fmla="*/ 4 w 10"/>
                <a:gd name="T5" fmla="*/ 26 h 31"/>
                <a:gd name="T6" fmla="*/ 1 w 10"/>
                <a:gd name="T7" fmla="*/ 17 h 31"/>
                <a:gd name="T8" fmla="*/ 1 w 10"/>
                <a:gd name="T9" fmla="*/ 8 h 31"/>
                <a:gd name="T10" fmla="*/ 2 w 10"/>
                <a:gd name="T11" fmla="*/ 0 h 31"/>
                <a:gd name="T12" fmla="*/ 9 w 10"/>
                <a:gd name="T13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1">
                  <a:moveTo>
                    <a:pt x="9" y="14"/>
                  </a:moveTo>
                  <a:cubicBezTo>
                    <a:pt x="10" y="21"/>
                    <a:pt x="10" y="27"/>
                    <a:pt x="8" y="31"/>
                  </a:cubicBezTo>
                  <a:cubicBezTo>
                    <a:pt x="7" y="30"/>
                    <a:pt x="6" y="29"/>
                    <a:pt x="4" y="26"/>
                  </a:cubicBezTo>
                  <a:cubicBezTo>
                    <a:pt x="3" y="24"/>
                    <a:pt x="2" y="21"/>
                    <a:pt x="1" y="17"/>
                  </a:cubicBezTo>
                  <a:cubicBezTo>
                    <a:pt x="1" y="14"/>
                    <a:pt x="0" y="11"/>
                    <a:pt x="1" y="8"/>
                  </a:cubicBezTo>
                  <a:cubicBezTo>
                    <a:pt x="1" y="5"/>
                    <a:pt x="1" y="2"/>
                    <a:pt x="2" y="0"/>
                  </a:cubicBezTo>
                  <a:cubicBezTo>
                    <a:pt x="5" y="2"/>
                    <a:pt x="8" y="8"/>
                    <a:pt x="9" y="14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0" name="Freeform 427">
              <a:extLst>
                <a:ext uri="{FF2B5EF4-FFF2-40B4-BE49-F238E27FC236}">
                  <a16:creationId xmlns:a16="http://schemas.microsoft.com/office/drawing/2014/main" id="{22F722BB-C4CB-40B6-8ACB-6332CDB2D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332" y="3006725"/>
              <a:ext cx="74613" cy="33338"/>
            </a:xfrm>
            <a:custGeom>
              <a:avLst/>
              <a:gdLst>
                <a:gd name="T0" fmla="*/ 29 w 29"/>
                <a:gd name="T1" fmla="*/ 2 h 13"/>
                <a:gd name="T2" fmla="*/ 23 w 29"/>
                <a:gd name="T3" fmla="*/ 6 h 13"/>
                <a:gd name="T4" fmla="*/ 15 w 29"/>
                <a:gd name="T5" fmla="*/ 10 h 13"/>
                <a:gd name="T6" fmla="*/ 6 w 29"/>
                <a:gd name="T7" fmla="*/ 12 h 13"/>
                <a:gd name="T8" fmla="*/ 0 w 29"/>
                <a:gd name="T9" fmla="*/ 12 h 13"/>
                <a:gd name="T10" fmla="*/ 13 w 29"/>
                <a:gd name="T11" fmla="*/ 2 h 13"/>
                <a:gd name="T12" fmla="*/ 29 w 29"/>
                <a:gd name="T1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">
                  <a:moveTo>
                    <a:pt x="29" y="2"/>
                  </a:moveTo>
                  <a:cubicBezTo>
                    <a:pt x="27" y="3"/>
                    <a:pt x="26" y="5"/>
                    <a:pt x="23" y="6"/>
                  </a:cubicBezTo>
                  <a:cubicBezTo>
                    <a:pt x="21" y="8"/>
                    <a:pt x="18" y="9"/>
                    <a:pt x="15" y="10"/>
                  </a:cubicBezTo>
                  <a:cubicBezTo>
                    <a:pt x="12" y="11"/>
                    <a:pt x="9" y="12"/>
                    <a:pt x="6" y="12"/>
                  </a:cubicBezTo>
                  <a:cubicBezTo>
                    <a:pt x="4" y="13"/>
                    <a:pt x="1" y="13"/>
                    <a:pt x="0" y="12"/>
                  </a:cubicBezTo>
                  <a:cubicBezTo>
                    <a:pt x="2" y="8"/>
                    <a:pt x="7" y="5"/>
                    <a:pt x="13" y="2"/>
                  </a:cubicBezTo>
                  <a:cubicBezTo>
                    <a:pt x="20" y="0"/>
                    <a:pt x="25" y="0"/>
                    <a:pt x="29" y="2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1" name="Freeform 428">
              <a:extLst>
                <a:ext uri="{FF2B5EF4-FFF2-40B4-BE49-F238E27FC236}">
                  <a16:creationId xmlns:a16="http://schemas.microsoft.com/office/drawing/2014/main" id="{7AB1487A-3FDD-4AB0-A456-C6D28428A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982" y="2917825"/>
              <a:ext cx="26988" cy="84138"/>
            </a:xfrm>
            <a:custGeom>
              <a:avLst/>
              <a:gdLst>
                <a:gd name="T0" fmla="*/ 9 w 10"/>
                <a:gd name="T1" fmla="*/ 15 h 32"/>
                <a:gd name="T2" fmla="*/ 9 w 10"/>
                <a:gd name="T3" fmla="*/ 24 h 32"/>
                <a:gd name="T4" fmla="*/ 8 w 10"/>
                <a:gd name="T5" fmla="*/ 32 h 32"/>
                <a:gd name="T6" fmla="*/ 1 w 10"/>
                <a:gd name="T7" fmla="*/ 17 h 32"/>
                <a:gd name="T8" fmla="*/ 3 w 10"/>
                <a:gd name="T9" fmla="*/ 0 h 32"/>
                <a:gd name="T10" fmla="*/ 9 w 10"/>
                <a:gd name="T11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2">
                  <a:moveTo>
                    <a:pt x="9" y="15"/>
                  </a:moveTo>
                  <a:cubicBezTo>
                    <a:pt x="9" y="18"/>
                    <a:pt x="10" y="21"/>
                    <a:pt x="9" y="24"/>
                  </a:cubicBezTo>
                  <a:cubicBezTo>
                    <a:pt x="9" y="27"/>
                    <a:pt x="9" y="30"/>
                    <a:pt x="8" y="32"/>
                  </a:cubicBezTo>
                  <a:cubicBezTo>
                    <a:pt x="5" y="30"/>
                    <a:pt x="2" y="24"/>
                    <a:pt x="1" y="17"/>
                  </a:cubicBezTo>
                  <a:cubicBezTo>
                    <a:pt x="0" y="11"/>
                    <a:pt x="1" y="4"/>
                    <a:pt x="3" y="0"/>
                  </a:cubicBezTo>
                  <a:cubicBezTo>
                    <a:pt x="6" y="2"/>
                    <a:pt x="8" y="8"/>
                    <a:pt x="9" y="15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2" name="Freeform 429">
              <a:extLst>
                <a:ext uri="{FF2B5EF4-FFF2-40B4-BE49-F238E27FC236}">
                  <a16:creationId xmlns:a16="http://schemas.microsoft.com/office/drawing/2014/main" id="{DBB0E3DE-3D5C-43C2-A177-00D713BC3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794" y="2974975"/>
              <a:ext cx="76200" cy="31750"/>
            </a:xfrm>
            <a:custGeom>
              <a:avLst/>
              <a:gdLst>
                <a:gd name="T0" fmla="*/ 29 w 29"/>
                <a:gd name="T1" fmla="*/ 2 h 12"/>
                <a:gd name="T2" fmla="*/ 15 w 29"/>
                <a:gd name="T3" fmla="*/ 9 h 12"/>
                <a:gd name="T4" fmla="*/ 0 w 29"/>
                <a:gd name="T5" fmla="*/ 10 h 12"/>
                <a:gd name="T6" fmla="*/ 5 w 29"/>
                <a:gd name="T7" fmla="*/ 5 h 12"/>
                <a:gd name="T8" fmla="*/ 14 w 29"/>
                <a:gd name="T9" fmla="*/ 2 h 12"/>
                <a:gd name="T10" fmla="*/ 29 w 29"/>
                <a:gd name="T11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12">
                  <a:moveTo>
                    <a:pt x="29" y="2"/>
                  </a:moveTo>
                  <a:cubicBezTo>
                    <a:pt x="27" y="5"/>
                    <a:pt x="22" y="7"/>
                    <a:pt x="15" y="9"/>
                  </a:cubicBezTo>
                  <a:cubicBezTo>
                    <a:pt x="9" y="11"/>
                    <a:pt x="3" y="12"/>
                    <a:pt x="0" y="10"/>
                  </a:cubicBezTo>
                  <a:cubicBezTo>
                    <a:pt x="1" y="9"/>
                    <a:pt x="3" y="7"/>
                    <a:pt x="5" y="5"/>
                  </a:cubicBezTo>
                  <a:cubicBezTo>
                    <a:pt x="8" y="4"/>
                    <a:pt x="11" y="2"/>
                    <a:pt x="14" y="2"/>
                  </a:cubicBezTo>
                  <a:cubicBezTo>
                    <a:pt x="20" y="0"/>
                    <a:pt x="26" y="0"/>
                    <a:pt x="29" y="2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3" name="Freeform 430">
              <a:extLst>
                <a:ext uri="{FF2B5EF4-FFF2-40B4-BE49-F238E27FC236}">
                  <a16:creationId xmlns:a16="http://schemas.microsoft.com/office/drawing/2014/main" id="{F3494489-5A8F-4D76-BFDE-210D00DC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969" y="2881313"/>
              <a:ext cx="20638" cy="85725"/>
            </a:xfrm>
            <a:custGeom>
              <a:avLst/>
              <a:gdLst>
                <a:gd name="T0" fmla="*/ 8 w 8"/>
                <a:gd name="T1" fmla="*/ 15 h 33"/>
                <a:gd name="T2" fmla="*/ 8 w 8"/>
                <a:gd name="T3" fmla="*/ 25 h 33"/>
                <a:gd name="T4" fmla="*/ 6 w 8"/>
                <a:gd name="T5" fmla="*/ 33 h 33"/>
                <a:gd name="T6" fmla="*/ 0 w 8"/>
                <a:gd name="T7" fmla="*/ 18 h 33"/>
                <a:gd name="T8" fmla="*/ 1 w 8"/>
                <a:gd name="T9" fmla="*/ 8 h 33"/>
                <a:gd name="T10" fmla="*/ 4 w 8"/>
                <a:gd name="T11" fmla="*/ 0 h 33"/>
                <a:gd name="T12" fmla="*/ 8 w 8"/>
                <a:gd name="T13" fmla="*/ 1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3">
                  <a:moveTo>
                    <a:pt x="8" y="15"/>
                  </a:moveTo>
                  <a:cubicBezTo>
                    <a:pt x="8" y="19"/>
                    <a:pt x="8" y="22"/>
                    <a:pt x="8" y="25"/>
                  </a:cubicBezTo>
                  <a:cubicBezTo>
                    <a:pt x="7" y="28"/>
                    <a:pt x="7" y="31"/>
                    <a:pt x="6" y="33"/>
                  </a:cubicBezTo>
                  <a:cubicBezTo>
                    <a:pt x="3" y="30"/>
                    <a:pt x="0" y="25"/>
                    <a:pt x="0" y="18"/>
                  </a:cubicBezTo>
                  <a:cubicBezTo>
                    <a:pt x="0" y="14"/>
                    <a:pt x="0" y="11"/>
                    <a:pt x="1" y="8"/>
                  </a:cubicBezTo>
                  <a:cubicBezTo>
                    <a:pt x="1" y="5"/>
                    <a:pt x="2" y="2"/>
                    <a:pt x="4" y="0"/>
                  </a:cubicBezTo>
                  <a:cubicBezTo>
                    <a:pt x="6" y="3"/>
                    <a:pt x="8" y="9"/>
                    <a:pt x="8" y="15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4" name="Freeform 431">
              <a:extLst>
                <a:ext uri="{FF2B5EF4-FFF2-40B4-BE49-F238E27FC236}">
                  <a16:creationId xmlns:a16="http://schemas.microsoft.com/office/drawing/2014/main" id="{9D4BADCC-DD08-4AB8-8174-14B8A4040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32" y="2944813"/>
              <a:ext cx="77788" cy="28575"/>
            </a:xfrm>
            <a:custGeom>
              <a:avLst/>
              <a:gdLst>
                <a:gd name="T0" fmla="*/ 30 w 30"/>
                <a:gd name="T1" fmla="*/ 3 h 11"/>
                <a:gd name="T2" fmla="*/ 24 w 30"/>
                <a:gd name="T3" fmla="*/ 6 h 11"/>
                <a:gd name="T4" fmla="*/ 15 w 30"/>
                <a:gd name="T5" fmla="*/ 9 h 11"/>
                <a:gd name="T6" fmla="*/ 0 w 30"/>
                <a:gd name="T7" fmla="*/ 9 h 11"/>
                <a:gd name="T8" fmla="*/ 6 w 30"/>
                <a:gd name="T9" fmla="*/ 4 h 11"/>
                <a:gd name="T10" fmla="*/ 14 w 30"/>
                <a:gd name="T11" fmla="*/ 1 h 11"/>
                <a:gd name="T12" fmla="*/ 30 w 30"/>
                <a:gd name="T13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1">
                  <a:moveTo>
                    <a:pt x="30" y="3"/>
                  </a:moveTo>
                  <a:cubicBezTo>
                    <a:pt x="28" y="4"/>
                    <a:pt x="26" y="5"/>
                    <a:pt x="24" y="6"/>
                  </a:cubicBezTo>
                  <a:cubicBezTo>
                    <a:pt x="21" y="7"/>
                    <a:pt x="18" y="8"/>
                    <a:pt x="15" y="9"/>
                  </a:cubicBezTo>
                  <a:cubicBezTo>
                    <a:pt x="9" y="11"/>
                    <a:pt x="3" y="11"/>
                    <a:pt x="0" y="9"/>
                  </a:cubicBezTo>
                  <a:cubicBezTo>
                    <a:pt x="1" y="8"/>
                    <a:pt x="3" y="6"/>
                    <a:pt x="6" y="4"/>
                  </a:cubicBezTo>
                  <a:cubicBezTo>
                    <a:pt x="8" y="3"/>
                    <a:pt x="11" y="2"/>
                    <a:pt x="14" y="1"/>
                  </a:cubicBezTo>
                  <a:cubicBezTo>
                    <a:pt x="21" y="0"/>
                    <a:pt x="26" y="1"/>
                    <a:pt x="30" y="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5" name="Freeform 432">
              <a:extLst>
                <a:ext uri="{FF2B5EF4-FFF2-40B4-BE49-F238E27FC236}">
                  <a16:creationId xmlns:a16="http://schemas.microsoft.com/office/drawing/2014/main" id="{EFEF9403-EB08-48E0-AC85-CC998DEE7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369" y="2847975"/>
              <a:ext cx="20638" cy="85725"/>
            </a:xfrm>
            <a:custGeom>
              <a:avLst/>
              <a:gdLst>
                <a:gd name="T0" fmla="*/ 8 w 8"/>
                <a:gd name="T1" fmla="*/ 16 h 33"/>
                <a:gd name="T2" fmla="*/ 7 w 8"/>
                <a:gd name="T3" fmla="*/ 26 h 33"/>
                <a:gd name="T4" fmla="*/ 4 w 8"/>
                <a:gd name="T5" fmla="*/ 33 h 33"/>
                <a:gd name="T6" fmla="*/ 0 w 8"/>
                <a:gd name="T7" fmla="*/ 18 h 33"/>
                <a:gd name="T8" fmla="*/ 1 w 8"/>
                <a:gd name="T9" fmla="*/ 8 h 33"/>
                <a:gd name="T10" fmla="*/ 5 w 8"/>
                <a:gd name="T11" fmla="*/ 0 h 33"/>
                <a:gd name="T12" fmla="*/ 8 w 8"/>
                <a:gd name="T13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3">
                  <a:moveTo>
                    <a:pt x="8" y="16"/>
                  </a:moveTo>
                  <a:cubicBezTo>
                    <a:pt x="8" y="19"/>
                    <a:pt x="7" y="23"/>
                    <a:pt x="7" y="26"/>
                  </a:cubicBezTo>
                  <a:cubicBezTo>
                    <a:pt x="6" y="28"/>
                    <a:pt x="5" y="31"/>
                    <a:pt x="4" y="33"/>
                  </a:cubicBezTo>
                  <a:cubicBezTo>
                    <a:pt x="2" y="30"/>
                    <a:pt x="0" y="25"/>
                    <a:pt x="0" y="18"/>
                  </a:cubicBezTo>
                  <a:cubicBezTo>
                    <a:pt x="0" y="14"/>
                    <a:pt x="0" y="11"/>
                    <a:pt x="1" y="8"/>
                  </a:cubicBezTo>
                  <a:cubicBezTo>
                    <a:pt x="2" y="5"/>
                    <a:pt x="4" y="2"/>
                    <a:pt x="5" y="0"/>
                  </a:cubicBezTo>
                  <a:cubicBezTo>
                    <a:pt x="7" y="3"/>
                    <a:pt x="8" y="9"/>
                    <a:pt x="8" y="16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6" name="Freeform 433">
              <a:extLst>
                <a:ext uri="{FF2B5EF4-FFF2-40B4-BE49-F238E27FC236}">
                  <a16:creationId xmlns:a16="http://schemas.microsoft.com/office/drawing/2014/main" id="{23062291-E923-43EA-8A0A-F8D8AB36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069" y="2916238"/>
              <a:ext cx="77788" cy="25400"/>
            </a:xfrm>
            <a:custGeom>
              <a:avLst/>
              <a:gdLst>
                <a:gd name="T0" fmla="*/ 30 w 30"/>
                <a:gd name="T1" fmla="*/ 3 h 10"/>
                <a:gd name="T2" fmla="*/ 24 w 30"/>
                <a:gd name="T3" fmla="*/ 6 h 10"/>
                <a:gd name="T4" fmla="*/ 16 w 30"/>
                <a:gd name="T5" fmla="*/ 9 h 10"/>
                <a:gd name="T6" fmla="*/ 0 w 30"/>
                <a:gd name="T7" fmla="*/ 7 h 10"/>
                <a:gd name="T8" fmla="*/ 7 w 30"/>
                <a:gd name="T9" fmla="*/ 3 h 10"/>
                <a:gd name="T10" fmla="*/ 15 w 30"/>
                <a:gd name="T11" fmla="*/ 1 h 10"/>
                <a:gd name="T12" fmla="*/ 30 w 30"/>
                <a:gd name="T13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0">
                  <a:moveTo>
                    <a:pt x="30" y="3"/>
                  </a:moveTo>
                  <a:cubicBezTo>
                    <a:pt x="29" y="5"/>
                    <a:pt x="27" y="6"/>
                    <a:pt x="24" y="6"/>
                  </a:cubicBezTo>
                  <a:cubicBezTo>
                    <a:pt x="22" y="7"/>
                    <a:pt x="19" y="8"/>
                    <a:pt x="16" y="9"/>
                  </a:cubicBezTo>
                  <a:cubicBezTo>
                    <a:pt x="9" y="10"/>
                    <a:pt x="4" y="9"/>
                    <a:pt x="0" y="7"/>
                  </a:cubicBezTo>
                  <a:cubicBezTo>
                    <a:pt x="2" y="6"/>
                    <a:pt x="4" y="4"/>
                    <a:pt x="7" y="3"/>
                  </a:cubicBezTo>
                  <a:cubicBezTo>
                    <a:pt x="9" y="2"/>
                    <a:pt x="12" y="1"/>
                    <a:pt x="15" y="1"/>
                  </a:cubicBezTo>
                  <a:cubicBezTo>
                    <a:pt x="22" y="0"/>
                    <a:pt x="28" y="1"/>
                    <a:pt x="30" y="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7" name="Freeform 434">
              <a:extLst>
                <a:ext uri="{FF2B5EF4-FFF2-40B4-BE49-F238E27FC236}">
                  <a16:creationId xmlns:a16="http://schemas.microsoft.com/office/drawing/2014/main" id="{44CD3540-5171-45F5-A016-762E83C3C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119" y="2847975"/>
              <a:ext cx="65088" cy="61913"/>
            </a:xfrm>
            <a:custGeom>
              <a:avLst/>
              <a:gdLst>
                <a:gd name="T0" fmla="*/ 14 w 25"/>
                <a:gd name="T1" fmla="*/ 14 h 24"/>
                <a:gd name="T2" fmla="*/ 11 w 25"/>
                <a:gd name="T3" fmla="*/ 17 h 24"/>
                <a:gd name="T4" fmla="*/ 7 w 25"/>
                <a:gd name="T5" fmla="*/ 20 h 24"/>
                <a:gd name="T6" fmla="*/ 0 w 25"/>
                <a:gd name="T7" fmla="*/ 24 h 24"/>
                <a:gd name="T8" fmla="*/ 3 w 25"/>
                <a:gd name="T9" fmla="*/ 17 h 24"/>
                <a:gd name="T10" fmla="*/ 6 w 25"/>
                <a:gd name="T11" fmla="*/ 12 h 24"/>
                <a:gd name="T12" fmla="*/ 9 w 25"/>
                <a:gd name="T13" fmla="*/ 9 h 24"/>
                <a:gd name="T14" fmla="*/ 11 w 25"/>
                <a:gd name="T15" fmla="*/ 7 h 24"/>
                <a:gd name="T16" fmla="*/ 13 w 25"/>
                <a:gd name="T17" fmla="*/ 5 h 24"/>
                <a:gd name="T18" fmla="*/ 17 w 25"/>
                <a:gd name="T19" fmla="*/ 2 h 24"/>
                <a:gd name="T20" fmla="*/ 25 w 25"/>
                <a:gd name="T21" fmla="*/ 0 h 24"/>
                <a:gd name="T22" fmla="*/ 21 w 25"/>
                <a:gd name="T23" fmla="*/ 7 h 24"/>
                <a:gd name="T24" fmla="*/ 18 w 25"/>
                <a:gd name="T25" fmla="*/ 10 h 24"/>
                <a:gd name="T26" fmla="*/ 16 w 25"/>
                <a:gd name="T27" fmla="*/ 12 h 24"/>
                <a:gd name="T28" fmla="*/ 14 w 25"/>
                <a:gd name="T29" fmla="*/ 1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24">
                  <a:moveTo>
                    <a:pt x="14" y="14"/>
                  </a:moveTo>
                  <a:cubicBezTo>
                    <a:pt x="13" y="15"/>
                    <a:pt x="12" y="16"/>
                    <a:pt x="11" y="17"/>
                  </a:cubicBezTo>
                  <a:cubicBezTo>
                    <a:pt x="9" y="18"/>
                    <a:pt x="8" y="19"/>
                    <a:pt x="7" y="20"/>
                  </a:cubicBezTo>
                  <a:cubicBezTo>
                    <a:pt x="4" y="22"/>
                    <a:pt x="2" y="23"/>
                    <a:pt x="0" y="24"/>
                  </a:cubicBezTo>
                  <a:cubicBezTo>
                    <a:pt x="0" y="22"/>
                    <a:pt x="1" y="19"/>
                    <a:pt x="3" y="17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7" y="11"/>
                    <a:pt x="8" y="10"/>
                    <a:pt x="9" y="9"/>
                  </a:cubicBezTo>
                  <a:cubicBezTo>
                    <a:pt x="10" y="8"/>
                    <a:pt x="11" y="7"/>
                    <a:pt x="11" y="7"/>
                  </a:cubicBezTo>
                  <a:cubicBezTo>
                    <a:pt x="12" y="6"/>
                    <a:pt x="13" y="6"/>
                    <a:pt x="13" y="5"/>
                  </a:cubicBezTo>
                  <a:cubicBezTo>
                    <a:pt x="15" y="4"/>
                    <a:pt x="16" y="3"/>
                    <a:pt x="17" y="2"/>
                  </a:cubicBezTo>
                  <a:cubicBezTo>
                    <a:pt x="20" y="1"/>
                    <a:pt x="23" y="0"/>
                    <a:pt x="25" y="0"/>
                  </a:cubicBezTo>
                  <a:cubicBezTo>
                    <a:pt x="24" y="2"/>
                    <a:pt x="23" y="4"/>
                    <a:pt x="21" y="7"/>
                  </a:cubicBezTo>
                  <a:cubicBezTo>
                    <a:pt x="20" y="8"/>
                    <a:pt x="19" y="9"/>
                    <a:pt x="18" y="10"/>
                  </a:cubicBezTo>
                  <a:cubicBezTo>
                    <a:pt x="17" y="11"/>
                    <a:pt x="17" y="11"/>
                    <a:pt x="16" y="12"/>
                  </a:cubicBezTo>
                  <a:cubicBezTo>
                    <a:pt x="16" y="13"/>
                    <a:pt x="15" y="13"/>
                    <a:pt x="14" y="14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8" name="Freeform 435">
              <a:extLst>
                <a:ext uri="{FF2B5EF4-FFF2-40B4-BE49-F238E27FC236}">
                  <a16:creationId xmlns:a16="http://schemas.microsoft.com/office/drawing/2014/main" id="{2913F889-A3EE-4056-BB65-B184501E3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732" y="2846388"/>
              <a:ext cx="246063" cy="455613"/>
            </a:xfrm>
            <a:custGeom>
              <a:avLst/>
              <a:gdLst>
                <a:gd name="T0" fmla="*/ 1 w 95"/>
                <a:gd name="T1" fmla="*/ 176 h 176"/>
                <a:gd name="T2" fmla="*/ 2 w 95"/>
                <a:gd name="T3" fmla="*/ 175 h 176"/>
                <a:gd name="T4" fmla="*/ 94 w 95"/>
                <a:gd name="T5" fmla="*/ 2 h 176"/>
                <a:gd name="T6" fmla="*/ 95 w 95"/>
                <a:gd name="T7" fmla="*/ 1 h 176"/>
                <a:gd name="T8" fmla="*/ 93 w 95"/>
                <a:gd name="T9" fmla="*/ 0 h 176"/>
                <a:gd name="T10" fmla="*/ 23 w 95"/>
                <a:gd name="T11" fmla="*/ 104 h 176"/>
                <a:gd name="T12" fmla="*/ 0 w 95"/>
                <a:gd name="T13" fmla="*/ 175 h 176"/>
                <a:gd name="T14" fmla="*/ 1 w 95"/>
                <a:gd name="T15" fmla="*/ 176 h 176"/>
                <a:gd name="T16" fmla="*/ 1 w 95"/>
                <a:gd name="T1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176">
                  <a:moveTo>
                    <a:pt x="1" y="176"/>
                  </a:moveTo>
                  <a:cubicBezTo>
                    <a:pt x="2" y="176"/>
                    <a:pt x="2" y="176"/>
                    <a:pt x="2" y="175"/>
                  </a:cubicBezTo>
                  <a:cubicBezTo>
                    <a:pt x="3" y="174"/>
                    <a:pt x="33" y="46"/>
                    <a:pt x="94" y="2"/>
                  </a:cubicBezTo>
                  <a:cubicBezTo>
                    <a:pt x="95" y="2"/>
                    <a:pt x="95" y="1"/>
                    <a:pt x="95" y="1"/>
                  </a:cubicBezTo>
                  <a:cubicBezTo>
                    <a:pt x="94" y="0"/>
                    <a:pt x="94" y="0"/>
                    <a:pt x="93" y="0"/>
                  </a:cubicBezTo>
                  <a:cubicBezTo>
                    <a:pt x="61" y="24"/>
                    <a:pt x="37" y="70"/>
                    <a:pt x="23" y="104"/>
                  </a:cubicBezTo>
                  <a:cubicBezTo>
                    <a:pt x="8" y="142"/>
                    <a:pt x="0" y="174"/>
                    <a:pt x="0" y="175"/>
                  </a:cubicBezTo>
                  <a:cubicBezTo>
                    <a:pt x="0" y="175"/>
                    <a:pt x="0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79" name="Freeform 436">
              <a:extLst>
                <a:ext uri="{FF2B5EF4-FFF2-40B4-BE49-F238E27FC236}">
                  <a16:creationId xmlns:a16="http://schemas.microsoft.com/office/drawing/2014/main" id="{02867FD6-8688-47C1-8661-EEBE4E744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919" y="3252788"/>
              <a:ext cx="66675" cy="47625"/>
            </a:xfrm>
            <a:custGeom>
              <a:avLst/>
              <a:gdLst>
                <a:gd name="T0" fmla="*/ 15 w 26"/>
                <a:gd name="T1" fmla="*/ 6 h 18"/>
                <a:gd name="T2" fmla="*/ 26 w 26"/>
                <a:gd name="T3" fmla="*/ 18 h 18"/>
                <a:gd name="T4" fmla="*/ 11 w 26"/>
                <a:gd name="T5" fmla="*/ 13 h 18"/>
                <a:gd name="T6" fmla="*/ 0 w 26"/>
                <a:gd name="T7" fmla="*/ 1 h 18"/>
                <a:gd name="T8" fmla="*/ 15 w 26"/>
                <a:gd name="T9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8">
                  <a:moveTo>
                    <a:pt x="15" y="6"/>
                  </a:moveTo>
                  <a:cubicBezTo>
                    <a:pt x="20" y="9"/>
                    <a:pt x="25" y="14"/>
                    <a:pt x="26" y="18"/>
                  </a:cubicBezTo>
                  <a:cubicBezTo>
                    <a:pt x="22" y="18"/>
                    <a:pt x="17" y="16"/>
                    <a:pt x="11" y="13"/>
                  </a:cubicBezTo>
                  <a:cubicBezTo>
                    <a:pt x="6" y="9"/>
                    <a:pt x="2" y="5"/>
                    <a:pt x="0" y="1"/>
                  </a:cubicBezTo>
                  <a:cubicBezTo>
                    <a:pt x="4" y="0"/>
                    <a:pt x="9" y="2"/>
                    <a:pt x="15" y="6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0" name="Freeform 437">
              <a:extLst>
                <a:ext uri="{FF2B5EF4-FFF2-40B4-BE49-F238E27FC236}">
                  <a16:creationId xmlns:a16="http://schemas.microsoft.com/office/drawing/2014/main" id="{9277805C-F46D-4AB5-B85F-5C3293CB2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69" y="3224213"/>
              <a:ext cx="36513" cy="76200"/>
            </a:xfrm>
            <a:custGeom>
              <a:avLst/>
              <a:gdLst>
                <a:gd name="T0" fmla="*/ 14 w 14"/>
                <a:gd name="T1" fmla="*/ 0 h 29"/>
                <a:gd name="T2" fmla="*/ 11 w 14"/>
                <a:gd name="T3" fmla="*/ 17 h 29"/>
                <a:gd name="T4" fmla="*/ 0 w 14"/>
                <a:gd name="T5" fmla="*/ 29 h 29"/>
                <a:gd name="T6" fmla="*/ 4 w 14"/>
                <a:gd name="T7" fmla="*/ 12 h 29"/>
                <a:gd name="T8" fmla="*/ 14 w 1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9">
                  <a:moveTo>
                    <a:pt x="14" y="0"/>
                  </a:moveTo>
                  <a:cubicBezTo>
                    <a:pt x="14" y="4"/>
                    <a:pt x="13" y="11"/>
                    <a:pt x="11" y="17"/>
                  </a:cubicBezTo>
                  <a:cubicBezTo>
                    <a:pt x="8" y="23"/>
                    <a:pt x="4" y="27"/>
                    <a:pt x="0" y="29"/>
                  </a:cubicBezTo>
                  <a:cubicBezTo>
                    <a:pt x="0" y="25"/>
                    <a:pt x="1" y="18"/>
                    <a:pt x="4" y="12"/>
                  </a:cubicBezTo>
                  <a:cubicBezTo>
                    <a:pt x="7" y="6"/>
                    <a:pt x="10" y="1"/>
                    <a:pt x="14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1" name="Freeform 438">
              <a:extLst>
                <a:ext uri="{FF2B5EF4-FFF2-40B4-BE49-F238E27FC236}">
                  <a16:creationId xmlns:a16="http://schemas.microsoft.com/office/drawing/2014/main" id="{53CDA523-B390-4989-B732-BD09403BA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807" y="3216275"/>
              <a:ext cx="68263" cy="47625"/>
            </a:xfrm>
            <a:custGeom>
              <a:avLst/>
              <a:gdLst>
                <a:gd name="T0" fmla="*/ 15 w 26"/>
                <a:gd name="T1" fmla="*/ 5 h 18"/>
                <a:gd name="T2" fmla="*/ 26 w 26"/>
                <a:gd name="T3" fmla="*/ 17 h 18"/>
                <a:gd name="T4" fmla="*/ 11 w 26"/>
                <a:gd name="T5" fmla="*/ 12 h 18"/>
                <a:gd name="T6" fmla="*/ 0 w 26"/>
                <a:gd name="T7" fmla="*/ 1 h 18"/>
                <a:gd name="T8" fmla="*/ 15 w 26"/>
                <a:gd name="T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8">
                  <a:moveTo>
                    <a:pt x="15" y="5"/>
                  </a:moveTo>
                  <a:cubicBezTo>
                    <a:pt x="20" y="9"/>
                    <a:pt x="25" y="13"/>
                    <a:pt x="26" y="17"/>
                  </a:cubicBezTo>
                  <a:cubicBezTo>
                    <a:pt x="22" y="18"/>
                    <a:pt x="17" y="16"/>
                    <a:pt x="11" y="12"/>
                  </a:cubicBezTo>
                  <a:cubicBezTo>
                    <a:pt x="6" y="9"/>
                    <a:pt x="1" y="4"/>
                    <a:pt x="0" y="1"/>
                  </a:cubicBezTo>
                  <a:cubicBezTo>
                    <a:pt x="3" y="0"/>
                    <a:pt x="9" y="1"/>
                    <a:pt x="15" y="5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2" name="Freeform 439">
              <a:extLst>
                <a:ext uri="{FF2B5EF4-FFF2-40B4-BE49-F238E27FC236}">
                  <a16:creationId xmlns:a16="http://schemas.microsoft.com/office/drawing/2014/main" id="{89A72B42-7321-48CA-B2B3-D59E466B7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244" y="3182938"/>
              <a:ext cx="34925" cy="77788"/>
            </a:xfrm>
            <a:custGeom>
              <a:avLst/>
              <a:gdLst>
                <a:gd name="T0" fmla="*/ 13 w 14"/>
                <a:gd name="T1" fmla="*/ 0 h 30"/>
                <a:gd name="T2" fmla="*/ 10 w 14"/>
                <a:gd name="T3" fmla="*/ 18 h 30"/>
                <a:gd name="T4" fmla="*/ 0 w 14"/>
                <a:gd name="T5" fmla="*/ 30 h 30"/>
                <a:gd name="T6" fmla="*/ 3 w 14"/>
                <a:gd name="T7" fmla="*/ 13 h 30"/>
                <a:gd name="T8" fmla="*/ 13 w 14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0">
                  <a:moveTo>
                    <a:pt x="13" y="0"/>
                  </a:moveTo>
                  <a:cubicBezTo>
                    <a:pt x="14" y="5"/>
                    <a:pt x="13" y="11"/>
                    <a:pt x="10" y="18"/>
                  </a:cubicBezTo>
                  <a:cubicBezTo>
                    <a:pt x="8" y="24"/>
                    <a:pt x="4" y="28"/>
                    <a:pt x="0" y="30"/>
                  </a:cubicBezTo>
                  <a:cubicBezTo>
                    <a:pt x="0" y="26"/>
                    <a:pt x="1" y="19"/>
                    <a:pt x="3" y="13"/>
                  </a:cubicBezTo>
                  <a:cubicBezTo>
                    <a:pt x="6" y="7"/>
                    <a:pt x="10" y="2"/>
                    <a:pt x="13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3" name="Freeform 440">
              <a:extLst>
                <a:ext uri="{FF2B5EF4-FFF2-40B4-BE49-F238E27FC236}">
                  <a16:creationId xmlns:a16="http://schemas.microsoft.com/office/drawing/2014/main" id="{2F033CAC-9172-4ECB-A0B0-261E6E2F1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107" y="3179763"/>
              <a:ext cx="69850" cy="44450"/>
            </a:xfrm>
            <a:custGeom>
              <a:avLst/>
              <a:gdLst>
                <a:gd name="T0" fmla="*/ 15 w 27"/>
                <a:gd name="T1" fmla="*/ 5 h 17"/>
                <a:gd name="T2" fmla="*/ 27 w 27"/>
                <a:gd name="T3" fmla="*/ 16 h 17"/>
                <a:gd name="T4" fmla="*/ 12 w 27"/>
                <a:gd name="T5" fmla="*/ 12 h 17"/>
                <a:gd name="T6" fmla="*/ 0 w 27"/>
                <a:gd name="T7" fmla="*/ 1 h 17"/>
                <a:gd name="T8" fmla="*/ 15 w 27"/>
                <a:gd name="T9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">
                  <a:moveTo>
                    <a:pt x="15" y="5"/>
                  </a:moveTo>
                  <a:cubicBezTo>
                    <a:pt x="21" y="8"/>
                    <a:pt x="25" y="13"/>
                    <a:pt x="27" y="16"/>
                  </a:cubicBezTo>
                  <a:cubicBezTo>
                    <a:pt x="23" y="17"/>
                    <a:pt x="17" y="15"/>
                    <a:pt x="12" y="12"/>
                  </a:cubicBezTo>
                  <a:cubicBezTo>
                    <a:pt x="6" y="9"/>
                    <a:pt x="2" y="4"/>
                    <a:pt x="0" y="1"/>
                  </a:cubicBezTo>
                  <a:cubicBezTo>
                    <a:pt x="3" y="0"/>
                    <a:pt x="9" y="1"/>
                    <a:pt x="15" y="5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4" name="Freeform 441">
              <a:extLst>
                <a:ext uri="{FF2B5EF4-FFF2-40B4-BE49-F238E27FC236}">
                  <a16:creationId xmlns:a16="http://schemas.microsoft.com/office/drawing/2014/main" id="{B5FF2DC0-67B6-467A-94CB-6C271AECB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957" y="3144838"/>
              <a:ext cx="36513" cy="77788"/>
            </a:xfrm>
            <a:custGeom>
              <a:avLst/>
              <a:gdLst>
                <a:gd name="T0" fmla="*/ 13 w 14"/>
                <a:gd name="T1" fmla="*/ 0 h 30"/>
                <a:gd name="T2" fmla="*/ 10 w 14"/>
                <a:gd name="T3" fmla="*/ 18 h 30"/>
                <a:gd name="T4" fmla="*/ 1 w 14"/>
                <a:gd name="T5" fmla="*/ 30 h 30"/>
                <a:gd name="T6" fmla="*/ 3 w 14"/>
                <a:gd name="T7" fmla="*/ 13 h 30"/>
                <a:gd name="T8" fmla="*/ 13 w 14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0">
                  <a:moveTo>
                    <a:pt x="13" y="0"/>
                  </a:moveTo>
                  <a:cubicBezTo>
                    <a:pt x="14" y="5"/>
                    <a:pt x="13" y="11"/>
                    <a:pt x="10" y="18"/>
                  </a:cubicBezTo>
                  <a:cubicBezTo>
                    <a:pt x="8" y="24"/>
                    <a:pt x="4" y="28"/>
                    <a:pt x="1" y="30"/>
                  </a:cubicBezTo>
                  <a:cubicBezTo>
                    <a:pt x="0" y="26"/>
                    <a:pt x="1" y="20"/>
                    <a:pt x="3" y="13"/>
                  </a:cubicBezTo>
                  <a:cubicBezTo>
                    <a:pt x="6" y="7"/>
                    <a:pt x="9" y="2"/>
                    <a:pt x="13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5" name="Freeform 442">
              <a:extLst>
                <a:ext uri="{FF2B5EF4-FFF2-40B4-BE49-F238E27FC236}">
                  <a16:creationId xmlns:a16="http://schemas.microsoft.com/office/drawing/2014/main" id="{21453D41-A030-4DF4-AED6-ACB5ABCD8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7" y="3144838"/>
              <a:ext cx="69850" cy="41275"/>
            </a:xfrm>
            <a:custGeom>
              <a:avLst/>
              <a:gdLst>
                <a:gd name="T0" fmla="*/ 15 w 27"/>
                <a:gd name="T1" fmla="*/ 4 h 16"/>
                <a:gd name="T2" fmla="*/ 27 w 27"/>
                <a:gd name="T3" fmla="*/ 16 h 16"/>
                <a:gd name="T4" fmla="*/ 12 w 27"/>
                <a:gd name="T5" fmla="*/ 12 h 16"/>
                <a:gd name="T6" fmla="*/ 4 w 27"/>
                <a:gd name="T7" fmla="*/ 6 h 16"/>
                <a:gd name="T8" fmla="*/ 0 w 27"/>
                <a:gd name="T9" fmla="*/ 1 h 16"/>
                <a:gd name="T10" fmla="*/ 15 w 27"/>
                <a:gd name="T11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16">
                  <a:moveTo>
                    <a:pt x="15" y="4"/>
                  </a:moveTo>
                  <a:cubicBezTo>
                    <a:pt x="21" y="7"/>
                    <a:pt x="25" y="12"/>
                    <a:pt x="27" y="16"/>
                  </a:cubicBezTo>
                  <a:cubicBezTo>
                    <a:pt x="23" y="16"/>
                    <a:pt x="18" y="15"/>
                    <a:pt x="12" y="12"/>
                  </a:cubicBezTo>
                  <a:cubicBezTo>
                    <a:pt x="9" y="10"/>
                    <a:pt x="6" y="8"/>
                    <a:pt x="4" y="6"/>
                  </a:cubicBezTo>
                  <a:cubicBezTo>
                    <a:pt x="2" y="5"/>
                    <a:pt x="1" y="3"/>
                    <a:pt x="0" y="1"/>
                  </a:cubicBezTo>
                  <a:cubicBezTo>
                    <a:pt x="3" y="0"/>
                    <a:pt x="9" y="1"/>
                    <a:pt x="15" y="4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6" name="Freeform 443">
              <a:extLst>
                <a:ext uri="{FF2B5EF4-FFF2-40B4-BE49-F238E27FC236}">
                  <a16:creationId xmlns:a16="http://schemas.microsoft.com/office/drawing/2014/main" id="{604F8338-5BDA-40AA-8D50-7AF747B2A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257" y="3105150"/>
              <a:ext cx="33338" cy="77788"/>
            </a:xfrm>
            <a:custGeom>
              <a:avLst/>
              <a:gdLst>
                <a:gd name="T0" fmla="*/ 12 w 13"/>
                <a:gd name="T1" fmla="*/ 0 h 30"/>
                <a:gd name="T2" fmla="*/ 12 w 13"/>
                <a:gd name="T3" fmla="*/ 8 h 30"/>
                <a:gd name="T4" fmla="*/ 10 w 13"/>
                <a:gd name="T5" fmla="*/ 18 h 30"/>
                <a:gd name="T6" fmla="*/ 1 w 13"/>
                <a:gd name="T7" fmla="*/ 30 h 30"/>
                <a:gd name="T8" fmla="*/ 3 w 13"/>
                <a:gd name="T9" fmla="*/ 13 h 30"/>
                <a:gd name="T10" fmla="*/ 12 w 13"/>
                <a:gd name="T1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30">
                  <a:moveTo>
                    <a:pt x="12" y="0"/>
                  </a:moveTo>
                  <a:cubicBezTo>
                    <a:pt x="12" y="2"/>
                    <a:pt x="13" y="5"/>
                    <a:pt x="12" y="8"/>
                  </a:cubicBezTo>
                  <a:cubicBezTo>
                    <a:pt x="12" y="11"/>
                    <a:pt x="11" y="14"/>
                    <a:pt x="10" y="18"/>
                  </a:cubicBezTo>
                  <a:cubicBezTo>
                    <a:pt x="8" y="24"/>
                    <a:pt x="4" y="29"/>
                    <a:pt x="1" y="30"/>
                  </a:cubicBezTo>
                  <a:cubicBezTo>
                    <a:pt x="0" y="26"/>
                    <a:pt x="1" y="20"/>
                    <a:pt x="3" y="13"/>
                  </a:cubicBezTo>
                  <a:cubicBezTo>
                    <a:pt x="5" y="7"/>
                    <a:pt x="9" y="2"/>
                    <a:pt x="12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7" name="Freeform 444">
              <a:extLst>
                <a:ext uri="{FF2B5EF4-FFF2-40B4-BE49-F238E27FC236}">
                  <a16:creationId xmlns:a16="http://schemas.microsoft.com/office/drawing/2014/main" id="{E424D099-BF0B-4B73-8C52-421E42908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2" y="3108325"/>
              <a:ext cx="73025" cy="41275"/>
            </a:xfrm>
            <a:custGeom>
              <a:avLst/>
              <a:gdLst>
                <a:gd name="T0" fmla="*/ 15 w 28"/>
                <a:gd name="T1" fmla="*/ 4 h 16"/>
                <a:gd name="T2" fmla="*/ 28 w 28"/>
                <a:gd name="T3" fmla="*/ 15 h 16"/>
                <a:gd name="T4" fmla="*/ 13 w 28"/>
                <a:gd name="T5" fmla="*/ 12 h 16"/>
                <a:gd name="T6" fmla="*/ 5 w 28"/>
                <a:gd name="T7" fmla="*/ 7 h 16"/>
                <a:gd name="T8" fmla="*/ 0 w 28"/>
                <a:gd name="T9" fmla="*/ 1 h 16"/>
                <a:gd name="T10" fmla="*/ 15 w 28"/>
                <a:gd name="T11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16">
                  <a:moveTo>
                    <a:pt x="15" y="4"/>
                  </a:moveTo>
                  <a:cubicBezTo>
                    <a:pt x="21" y="7"/>
                    <a:pt x="26" y="12"/>
                    <a:pt x="28" y="15"/>
                  </a:cubicBezTo>
                  <a:cubicBezTo>
                    <a:pt x="24" y="16"/>
                    <a:pt x="18" y="15"/>
                    <a:pt x="13" y="12"/>
                  </a:cubicBezTo>
                  <a:cubicBezTo>
                    <a:pt x="10" y="10"/>
                    <a:pt x="7" y="9"/>
                    <a:pt x="5" y="7"/>
                  </a:cubicBezTo>
                  <a:cubicBezTo>
                    <a:pt x="3" y="5"/>
                    <a:pt x="1" y="3"/>
                    <a:pt x="0" y="1"/>
                  </a:cubicBezTo>
                  <a:cubicBezTo>
                    <a:pt x="3" y="0"/>
                    <a:pt x="9" y="1"/>
                    <a:pt x="15" y="4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8" name="Freeform 445">
              <a:extLst>
                <a:ext uri="{FF2B5EF4-FFF2-40B4-BE49-F238E27FC236}">
                  <a16:creationId xmlns:a16="http://schemas.microsoft.com/office/drawing/2014/main" id="{ABE6AC3A-29D3-451B-B58A-310A10D3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7" y="3065463"/>
              <a:ext cx="31750" cy="80963"/>
            </a:xfrm>
            <a:custGeom>
              <a:avLst/>
              <a:gdLst>
                <a:gd name="T0" fmla="*/ 11 w 12"/>
                <a:gd name="T1" fmla="*/ 0 h 31"/>
                <a:gd name="T2" fmla="*/ 11 w 12"/>
                <a:gd name="T3" fmla="*/ 8 h 31"/>
                <a:gd name="T4" fmla="*/ 10 w 12"/>
                <a:gd name="T5" fmla="*/ 18 h 31"/>
                <a:gd name="T6" fmla="*/ 1 w 12"/>
                <a:gd name="T7" fmla="*/ 31 h 31"/>
                <a:gd name="T8" fmla="*/ 2 w 12"/>
                <a:gd name="T9" fmla="*/ 14 h 31"/>
                <a:gd name="T10" fmla="*/ 11 w 12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31">
                  <a:moveTo>
                    <a:pt x="11" y="0"/>
                  </a:moveTo>
                  <a:cubicBezTo>
                    <a:pt x="11" y="3"/>
                    <a:pt x="12" y="5"/>
                    <a:pt x="11" y="8"/>
                  </a:cubicBezTo>
                  <a:cubicBezTo>
                    <a:pt x="11" y="11"/>
                    <a:pt x="11" y="15"/>
                    <a:pt x="10" y="18"/>
                  </a:cubicBezTo>
                  <a:cubicBezTo>
                    <a:pt x="8" y="24"/>
                    <a:pt x="4" y="29"/>
                    <a:pt x="1" y="31"/>
                  </a:cubicBezTo>
                  <a:cubicBezTo>
                    <a:pt x="0" y="27"/>
                    <a:pt x="0" y="20"/>
                    <a:pt x="2" y="14"/>
                  </a:cubicBezTo>
                  <a:cubicBezTo>
                    <a:pt x="4" y="7"/>
                    <a:pt x="8" y="2"/>
                    <a:pt x="11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89" name="Freeform 446">
              <a:extLst>
                <a:ext uri="{FF2B5EF4-FFF2-40B4-BE49-F238E27FC236}">
                  <a16:creationId xmlns:a16="http://schemas.microsoft.com/office/drawing/2014/main" id="{E5BFCFCA-14B9-410A-92EF-4957EF092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57" y="3073400"/>
              <a:ext cx="73025" cy="39688"/>
            </a:xfrm>
            <a:custGeom>
              <a:avLst/>
              <a:gdLst>
                <a:gd name="T0" fmla="*/ 15 w 28"/>
                <a:gd name="T1" fmla="*/ 3 h 15"/>
                <a:gd name="T2" fmla="*/ 28 w 28"/>
                <a:gd name="T3" fmla="*/ 14 h 15"/>
                <a:gd name="T4" fmla="*/ 13 w 28"/>
                <a:gd name="T5" fmla="*/ 11 h 15"/>
                <a:gd name="T6" fmla="*/ 5 w 28"/>
                <a:gd name="T7" fmla="*/ 6 h 15"/>
                <a:gd name="T8" fmla="*/ 0 w 28"/>
                <a:gd name="T9" fmla="*/ 1 h 15"/>
                <a:gd name="T10" fmla="*/ 15 w 28"/>
                <a:gd name="T11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15">
                  <a:moveTo>
                    <a:pt x="15" y="3"/>
                  </a:moveTo>
                  <a:cubicBezTo>
                    <a:pt x="21" y="6"/>
                    <a:pt x="26" y="10"/>
                    <a:pt x="28" y="14"/>
                  </a:cubicBezTo>
                  <a:cubicBezTo>
                    <a:pt x="24" y="15"/>
                    <a:pt x="19" y="14"/>
                    <a:pt x="13" y="11"/>
                  </a:cubicBezTo>
                  <a:cubicBezTo>
                    <a:pt x="10" y="10"/>
                    <a:pt x="7" y="8"/>
                    <a:pt x="5" y="6"/>
                  </a:cubicBezTo>
                  <a:cubicBezTo>
                    <a:pt x="3" y="4"/>
                    <a:pt x="1" y="3"/>
                    <a:pt x="0" y="1"/>
                  </a:cubicBezTo>
                  <a:cubicBezTo>
                    <a:pt x="3" y="0"/>
                    <a:pt x="9" y="1"/>
                    <a:pt x="15" y="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0" name="Freeform 447">
              <a:extLst>
                <a:ext uri="{FF2B5EF4-FFF2-40B4-BE49-F238E27FC236}">
                  <a16:creationId xmlns:a16="http://schemas.microsoft.com/office/drawing/2014/main" id="{F5D98082-AE27-433D-84DB-5FE62442F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682" y="3030538"/>
              <a:ext cx="28575" cy="79375"/>
            </a:xfrm>
            <a:custGeom>
              <a:avLst/>
              <a:gdLst>
                <a:gd name="T0" fmla="*/ 10 w 11"/>
                <a:gd name="T1" fmla="*/ 0 h 31"/>
                <a:gd name="T2" fmla="*/ 11 w 11"/>
                <a:gd name="T3" fmla="*/ 8 h 31"/>
                <a:gd name="T4" fmla="*/ 10 w 11"/>
                <a:gd name="T5" fmla="*/ 17 h 31"/>
                <a:gd name="T6" fmla="*/ 1 w 11"/>
                <a:gd name="T7" fmla="*/ 31 h 31"/>
                <a:gd name="T8" fmla="*/ 2 w 11"/>
                <a:gd name="T9" fmla="*/ 13 h 31"/>
                <a:gd name="T10" fmla="*/ 10 w 11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1">
                  <a:moveTo>
                    <a:pt x="10" y="0"/>
                  </a:moveTo>
                  <a:cubicBezTo>
                    <a:pt x="11" y="2"/>
                    <a:pt x="11" y="5"/>
                    <a:pt x="11" y="8"/>
                  </a:cubicBezTo>
                  <a:cubicBezTo>
                    <a:pt x="11" y="11"/>
                    <a:pt x="11" y="14"/>
                    <a:pt x="10" y="17"/>
                  </a:cubicBezTo>
                  <a:cubicBezTo>
                    <a:pt x="8" y="24"/>
                    <a:pt x="4" y="29"/>
                    <a:pt x="1" y="31"/>
                  </a:cubicBezTo>
                  <a:cubicBezTo>
                    <a:pt x="0" y="26"/>
                    <a:pt x="0" y="20"/>
                    <a:pt x="2" y="13"/>
                  </a:cubicBezTo>
                  <a:cubicBezTo>
                    <a:pt x="4" y="7"/>
                    <a:pt x="7" y="2"/>
                    <a:pt x="10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1" name="Freeform 448">
              <a:extLst>
                <a:ext uri="{FF2B5EF4-FFF2-40B4-BE49-F238E27FC236}">
                  <a16:creationId xmlns:a16="http://schemas.microsoft.com/office/drawing/2014/main" id="{71EC9D3E-4E93-47A0-BB3F-659D131F2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194" y="3040063"/>
              <a:ext cx="74613" cy="36513"/>
            </a:xfrm>
            <a:custGeom>
              <a:avLst/>
              <a:gdLst>
                <a:gd name="T0" fmla="*/ 16 w 29"/>
                <a:gd name="T1" fmla="*/ 3 h 14"/>
                <a:gd name="T2" fmla="*/ 29 w 29"/>
                <a:gd name="T3" fmla="*/ 13 h 14"/>
                <a:gd name="T4" fmla="*/ 14 w 29"/>
                <a:gd name="T5" fmla="*/ 10 h 14"/>
                <a:gd name="T6" fmla="*/ 9 w 29"/>
                <a:gd name="T7" fmla="*/ 8 h 14"/>
                <a:gd name="T8" fmla="*/ 5 w 29"/>
                <a:gd name="T9" fmla="*/ 6 h 14"/>
                <a:gd name="T10" fmla="*/ 0 w 29"/>
                <a:gd name="T11" fmla="*/ 1 h 14"/>
                <a:gd name="T12" fmla="*/ 7 w 29"/>
                <a:gd name="T13" fmla="*/ 0 h 14"/>
                <a:gd name="T14" fmla="*/ 16 w 29"/>
                <a:gd name="T1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14">
                  <a:moveTo>
                    <a:pt x="16" y="3"/>
                  </a:moveTo>
                  <a:cubicBezTo>
                    <a:pt x="22" y="5"/>
                    <a:pt x="27" y="9"/>
                    <a:pt x="29" y="13"/>
                  </a:cubicBezTo>
                  <a:cubicBezTo>
                    <a:pt x="25" y="14"/>
                    <a:pt x="20" y="13"/>
                    <a:pt x="14" y="10"/>
                  </a:cubicBezTo>
                  <a:cubicBezTo>
                    <a:pt x="12" y="10"/>
                    <a:pt x="11" y="9"/>
                    <a:pt x="9" y="8"/>
                  </a:cubicBezTo>
                  <a:cubicBezTo>
                    <a:pt x="8" y="8"/>
                    <a:pt x="7" y="7"/>
                    <a:pt x="5" y="6"/>
                  </a:cubicBezTo>
                  <a:cubicBezTo>
                    <a:pt x="3" y="4"/>
                    <a:pt x="1" y="3"/>
                    <a:pt x="0" y="1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10" y="1"/>
                    <a:pt x="13" y="1"/>
                    <a:pt x="16" y="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2" name="Freeform 449">
              <a:extLst>
                <a:ext uri="{FF2B5EF4-FFF2-40B4-BE49-F238E27FC236}">
                  <a16:creationId xmlns:a16="http://schemas.microsoft.com/office/drawing/2014/main" id="{D9AFF6DD-59BE-4C53-BC43-733FA77E3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807" y="2990850"/>
              <a:ext cx="26988" cy="80963"/>
            </a:xfrm>
            <a:custGeom>
              <a:avLst/>
              <a:gdLst>
                <a:gd name="T0" fmla="*/ 9 w 10"/>
                <a:gd name="T1" fmla="*/ 0 h 31"/>
                <a:gd name="T2" fmla="*/ 10 w 10"/>
                <a:gd name="T3" fmla="*/ 8 h 31"/>
                <a:gd name="T4" fmla="*/ 10 w 10"/>
                <a:gd name="T5" fmla="*/ 13 h 31"/>
                <a:gd name="T6" fmla="*/ 9 w 10"/>
                <a:gd name="T7" fmla="*/ 18 h 31"/>
                <a:gd name="T8" fmla="*/ 1 w 10"/>
                <a:gd name="T9" fmla="*/ 31 h 31"/>
                <a:gd name="T10" fmla="*/ 1 w 10"/>
                <a:gd name="T11" fmla="*/ 14 h 31"/>
                <a:gd name="T12" fmla="*/ 5 w 10"/>
                <a:gd name="T13" fmla="*/ 6 h 31"/>
                <a:gd name="T14" fmla="*/ 9 w 10"/>
                <a:gd name="T1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31">
                  <a:moveTo>
                    <a:pt x="9" y="0"/>
                  </a:moveTo>
                  <a:cubicBezTo>
                    <a:pt x="9" y="2"/>
                    <a:pt x="10" y="5"/>
                    <a:pt x="10" y="8"/>
                  </a:cubicBezTo>
                  <a:cubicBezTo>
                    <a:pt x="10" y="9"/>
                    <a:pt x="10" y="11"/>
                    <a:pt x="10" y="13"/>
                  </a:cubicBezTo>
                  <a:cubicBezTo>
                    <a:pt x="10" y="14"/>
                    <a:pt x="9" y="16"/>
                    <a:pt x="9" y="18"/>
                  </a:cubicBezTo>
                  <a:cubicBezTo>
                    <a:pt x="7" y="24"/>
                    <a:pt x="4" y="29"/>
                    <a:pt x="1" y="31"/>
                  </a:cubicBezTo>
                  <a:cubicBezTo>
                    <a:pt x="0" y="27"/>
                    <a:pt x="0" y="21"/>
                    <a:pt x="1" y="14"/>
                  </a:cubicBezTo>
                  <a:cubicBezTo>
                    <a:pt x="2" y="11"/>
                    <a:pt x="3" y="8"/>
                    <a:pt x="5" y="6"/>
                  </a:cubicBezTo>
                  <a:cubicBezTo>
                    <a:pt x="6" y="3"/>
                    <a:pt x="7" y="1"/>
                    <a:pt x="9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3" name="Freeform 450">
              <a:extLst>
                <a:ext uri="{FF2B5EF4-FFF2-40B4-BE49-F238E27FC236}">
                  <a16:creationId xmlns:a16="http://schemas.microsoft.com/office/drawing/2014/main" id="{FC769F6B-0786-40E2-AA4B-A5CEA0C49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732" y="3006725"/>
              <a:ext cx="74613" cy="33338"/>
            </a:xfrm>
            <a:custGeom>
              <a:avLst/>
              <a:gdLst>
                <a:gd name="T0" fmla="*/ 16 w 29"/>
                <a:gd name="T1" fmla="*/ 2 h 13"/>
                <a:gd name="T2" fmla="*/ 29 w 29"/>
                <a:gd name="T3" fmla="*/ 12 h 13"/>
                <a:gd name="T4" fmla="*/ 23 w 29"/>
                <a:gd name="T5" fmla="*/ 12 h 13"/>
                <a:gd name="T6" fmla="*/ 14 w 29"/>
                <a:gd name="T7" fmla="*/ 10 h 13"/>
                <a:gd name="T8" fmla="*/ 6 w 29"/>
                <a:gd name="T9" fmla="*/ 6 h 13"/>
                <a:gd name="T10" fmla="*/ 0 w 29"/>
                <a:gd name="T11" fmla="*/ 2 h 13"/>
                <a:gd name="T12" fmla="*/ 16 w 29"/>
                <a:gd name="T1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13">
                  <a:moveTo>
                    <a:pt x="16" y="2"/>
                  </a:moveTo>
                  <a:cubicBezTo>
                    <a:pt x="22" y="5"/>
                    <a:pt x="27" y="8"/>
                    <a:pt x="29" y="12"/>
                  </a:cubicBezTo>
                  <a:cubicBezTo>
                    <a:pt x="28" y="13"/>
                    <a:pt x="25" y="13"/>
                    <a:pt x="23" y="12"/>
                  </a:cubicBezTo>
                  <a:cubicBezTo>
                    <a:pt x="20" y="12"/>
                    <a:pt x="17" y="11"/>
                    <a:pt x="14" y="10"/>
                  </a:cubicBezTo>
                  <a:cubicBezTo>
                    <a:pt x="11" y="9"/>
                    <a:pt x="8" y="8"/>
                    <a:pt x="6" y="6"/>
                  </a:cubicBezTo>
                  <a:cubicBezTo>
                    <a:pt x="3" y="5"/>
                    <a:pt x="1" y="3"/>
                    <a:pt x="0" y="2"/>
                  </a:cubicBezTo>
                  <a:cubicBezTo>
                    <a:pt x="4" y="0"/>
                    <a:pt x="9" y="0"/>
                    <a:pt x="16" y="2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4" name="Freeform 451">
              <a:extLst>
                <a:ext uri="{FF2B5EF4-FFF2-40B4-BE49-F238E27FC236}">
                  <a16:creationId xmlns:a16="http://schemas.microsoft.com/office/drawing/2014/main" id="{D68E8950-EB52-42B9-B150-3BD693C3A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44" y="2954338"/>
              <a:ext cx="25400" cy="80963"/>
            </a:xfrm>
            <a:custGeom>
              <a:avLst/>
              <a:gdLst>
                <a:gd name="T0" fmla="*/ 7 w 10"/>
                <a:gd name="T1" fmla="*/ 0 h 31"/>
                <a:gd name="T2" fmla="*/ 9 w 10"/>
                <a:gd name="T3" fmla="*/ 8 h 31"/>
                <a:gd name="T4" fmla="*/ 9 w 10"/>
                <a:gd name="T5" fmla="*/ 17 h 31"/>
                <a:gd name="T6" fmla="*/ 6 w 10"/>
                <a:gd name="T7" fmla="*/ 26 h 31"/>
                <a:gd name="T8" fmla="*/ 1 w 10"/>
                <a:gd name="T9" fmla="*/ 31 h 31"/>
                <a:gd name="T10" fmla="*/ 1 w 10"/>
                <a:gd name="T11" fmla="*/ 14 h 31"/>
                <a:gd name="T12" fmla="*/ 7 w 10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1">
                  <a:moveTo>
                    <a:pt x="7" y="0"/>
                  </a:moveTo>
                  <a:cubicBezTo>
                    <a:pt x="8" y="2"/>
                    <a:pt x="9" y="5"/>
                    <a:pt x="9" y="8"/>
                  </a:cubicBezTo>
                  <a:cubicBezTo>
                    <a:pt x="10" y="11"/>
                    <a:pt x="9" y="14"/>
                    <a:pt x="9" y="17"/>
                  </a:cubicBezTo>
                  <a:cubicBezTo>
                    <a:pt x="8" y="21"/>
                    <a:pt x="7" y="24"/>
                    <a:pt x="6" y="26"/>
                  </a:cubicBezTo>
                  <a:cubicBezTo>
                    <a:pt x="4" y="29"/>
                    <a:pt x="3" y="30"/>
                    <a:pt x="1" y="31"/>
                  </a:cubicBezTo>
                  <a:cubicBezTo>
                    <a:pt x="0" y="27"/>
                    <a:pt x="0" y="21"/>
                    <a:pt x="1" y="14"/>
                  </a:cubicBezTo>
                  <a:cubicBezTo>
                    <a:pt x="2" y="8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5" name="Freeform 452">
              <a:extLst>
                <a:ext uri="{FF2B5EF4-FFF2-40B4-BE49-F238E27FC236}">
                  <a16:creationId xmlns:a16="http://schemas.microsoft.com/office/drawing/2014/main" id="{A0C12377-16F5-4297-B019-792203FA7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2" y="2974975"/>
              <a:ext cx="76200" cy="31750"/>
            </a:xfrm>
            <a:custGeom>
              <a:avLst/>
              <a:gdLst>
                <a:gd name="T0" fmla="*/ 15 w 29"/>
                <a:gd name="T1" fmla="*/ 2 h 12"/>
                <a:gd name="T2" fmla="*/ 23 w 29"/>
                <a:gd name="T3" fmla="*/ 5 h 12"/>
                <a:gd name="T4" fmla="*/ 29 w 29"/>
                <a:gd name="T5" fmla="*/ 10 h 12"/>
                <a:gd name="T6" fmla="*/ 14 w 29"/>
                <a:gd name="T7" fmla="*/ 9 h 12"/>
                <a:gd name="T8" fmla="*/ 0 w 29"/>
                <a:gd name="T9" fmla="*/ 2 h 12"/>
                <a:gd name="T10" fmla="*/ 15 w 29"/>
                <a:gd name="T11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12">
                  <a:moveTo>
                    <a:pt x="15" y="2"/>
                  </a:moveTo>
                  <a:cubicBezTo>
                    <a:pt x="18" y="2"/>
                    <a:pt x="21" y="4"/>
                    <a:pt x="23" y="5"/>
                  </a:cubicBezTo>
                  <a:cubicBezTo>
                    <a:pt x="26" y="7"/>
                    <a:pt x="28" y="9"/>
                    <a:pt x="29" y="10"/>
                  </a:cubicBezTo>
                  <a:cubicBezTo>
                    <a:pt x="26" y="12"/>
                    <a:pt x="20" y="11"/>
                    <a:pt x="14" y="9"/>
                  </a:cubicBezTo>
                  <a:cubicBezTo>
                    <a:pt x="7" y="7"/>
                    <a:pt x="2" y="5"/>
                    <a:pt x="0" y="2"/>
                  </a:cubicBezTo>
                  <a:cubicBezTo>
                    <a:pt x="3" y="0"/>
                    <a:pt x="9" y="0"/>
                    <a:pt x="15" y="2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6" name="Freeform 453">
              <a:extLst>
                <a:ext uri="{FF2B5EF4-FFF2-40B4-BE49-F238E27FC236}">
                  <a16:creationId xmlns:a16="http://schemas.microsoft.com/office/drawing/2014/main" id="{FCA98EE5-F9B3-40D7-9941-40819133E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707" y="2917825"/>
              <a:ext cx="25400" cy="84138"/>
            </a:xfrm>
            <a:custGeom>
              <a:avLst/>
              <a:gdLst>
                <a:gd name="T0" fmla="*/ 6 w 10"/>
                <a:gd name="T1" fmla="*/ 0 h 32"/>
                <a:gd name="T2" fmla="*/ 9 w 10"/>
                <a:gd name="T3" fmla="*/ 17 h 32"/>
                <a:gd name="T4" fmla="*/ 2 w 10"/>
                <a:gd name="T5" fmla="*/ 32 h 32"/>
                <a:gd name="T6" fmla="*/ 1 w 10"/>
                <a:gd name="T7" fmla="*/ 24 h 32"/>
                <a:gd name="T8" fmla="*/ 1 w 10"/>
                <a:gd name="T9" fmla="*/ 15 h 32"/>
                <a:gd name="T10" fmla="*/ 6 w 10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2">
                  <a:moveTo>
                    <a:pt x="6" y="0"/>
                  </a:moveTo>
                  <a:cubicBezTo>
                    <a:pt x="9" y="4"/>
                    <a:pt x="10" y="11"/>
                    <a:pt x="9" y="17"/>
                  </a:cubicBezTo>
                  <a:cubicBezTo>
                    <a:pt x="8" y="24"/>
                    <a:pt x="5" y="30"/>
                    <a:pt x="2" y="32"/>
                  </a:cubicBezTo>
                  <a:cubicBezTo>
                    <a:pt x="1" y="30"/>
                    <a:pt x="1" y="27"/>
                    <a:pt x="1" y="24"/>
                  </a:cubicBezTo>
                  <a:cubicBezTo>
                    <a:pt x="0" y="21"/>
                    <a:pt x="0" y="18"/>
                    <a:pt x="1" y="15"/>
                  </a:cubicBezTo>
                  <a:cubicBezTo>
                    <a:pt x="2" y="8"/>
                    <a:pt x="4" y="2"/>
                    <a:pt x="6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7" name="Freeform 454">
              <a:extLst>
                <a:ext uri="{FF2B5EF4-FFF2-40B4-BE49-F238E27FC236}">
                  <a16:creationId xmlns:a16="http://schemas.microsoft.com/office/drawing/2014/main" id="{237AD5C8-0FFC-4BB7-8DA6-E606D24EC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869" y="2944813"/>
              <a:ext cx="77788" cy="28575"/>
            </a:xfrm>
            <a:custGeom>
              <a:avLst/>
              <a:gdLst>
                <a:gd name="T0" fmla="*/ 16 w 30"/>
                <a:gd name="T1" fmla="*/ 1 h 11"/>
                <a:gd name="T2" fmla="*/ 24 w 30"/>
                <a:gd name="T3" fmla="*/ 4 h 11"/>
                <a:gd name="T4" fmla="*/ 30 w 30"/>
                <a:gd name="T5" fmla="*/ 9 h 11"/>
                <a:gd name="T6" fmla="*/ 15 w 30"/>
                <a:gd name="T7" fmla="*/ 9 h 11"/>
                <a:gd name="T8" fmla="*/ 6 w 30"/>
                <a:gd name="T9" fmla="*/ 6 h 11"/>
                <a:gd name="T10" fmla="*/ 0 w 30"/>
                <a:gd name="T11" fmla="*/ 3 h 11"/>
                <a:gd name="T12" fmla="*/ 16 w 30"/>
                <a:gd name="T1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1">
                  <a:moveTo>
                    <a:pt x="16" y="1"/>
                  </a:moveTo>
                  <a:cubicBezTo>
                    <a:pt x="19" y="2"/>
                    <a:pt x="22" y="3"/>
                    <a:pt x="24" y="4"/>
                  </a:cubicBezTo>
                  <a:cubicBezTo>
                    <a:pt x="27" y="6"/>
                    <a:pt x="29" y="8"/>
                    <a:pt x="30" y="9"/>
                  </a:cubicBezTo>
                  <a:cubicBezTo>
                    <a:pt x="27" y="11"/>
                    <a:pt x="21" y="11"/>
                    <a:pt x="15" y="9"/>
                  </a:cubicBezTo>
                  <a:cubicBezTo>
                    <a:pt x="11" y="8"/>
                    <a:pt x="9" y="7"/>
                    <a:pt x="6" y="6"/>
                  </a:cubicBezTo>
                  <a:cubicBezTo>
                    <a:pt x="4" y="5"/>
                    <a:pt x="2" y="4"/>
                    <a:pt x="0" y="3"/>
                  </a:cubicBezTo>
                  <a:cubicBezTo>
                    <a:pt x="4" y="1"/>
                    <a:pt x="9" y="0"/>
                    <a:pt x="16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8" name="Freeform 455">
              <a:extLst>
                <a:ext uri="{FF2B5EF4-FFF2-40B4-BE49-F238E27FC236}">
                  <a16:creationId xmlns:a16="http://schemas.microsoft.com/office/drawing/2014/main" id="{C301D97D-66B7-4250-A832-B802B9F48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69" y="2881313"/>
              <a:ext cx="20638" cy="85725"/>
            </a:xfrm>
            <a:custGeom>
              <a:avLst/>
              <a:gdLst>
                <a:gd name="T0" fmla="*/ 4 w 8"/>
                <a:gd name="T1" fmla="*/ 0 h 33"/>
                <a:gd name="T2" fmla="*/ 7 w 8"/>
                <a:gd name="T3" fmla="*/ 8 h 33"/>
                <a:gd name="T4" fmla="*/ 8 w 8"/>
                <a:gd name="T5" fmla="*/ 18 h 33"/>
                <a:gd name="T6" fmla="*/ 2 w 8"/>
                <a:gd name="T7" fmla="*/ 33 h 33"/>
                <a:gd name="T8" fmla="*/ 0 w 8"/>
                <a:gd name="T9" fmla="*/ 25 h 33"/>
                <a:gd name="T10" fmla="*/ 0 w 8"/>
                <a:gd name="T11" fmla="*/ 15 h 33"/>
                <a:gd name="T12" fmla="*/ 4 w 8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3">
                  <a:moveTo>
                    <a:pt x="4" y="0"/>
                  </a:moveTo>
                  <a:cubicBezTo>
                    <a:pt x="6" y="2"/>
                    <a:pt x="7" y="5"/>
                    <a:pt x="7" y="8"/>
                  </a:cubicBezTo>
                  <a:cubicBezTo>
                    <a:pt x="8" y="11"/>
                    <a:pt x="8" y="14"/>
                    <a:pt x="8" y="18"/>
                  </a:cubicBezTo>
                  <a:cubicBezTo>
                    <a:pt x="7" y="25"/>
                    <a:pt x="5" y="30"/>
                    <a:pt x="2" y="33"/>
                  </a:cubicBezTo>
                  <a:cubicBezTo>
                    <a:pt x="1" y="31"/>
                    <a:pt x="1" y="28"/>
                    <a:pt x="0" y="25"/>
                  </a:cubicBezTo>
                  <a:cubicBezTo>
                    <a:pt x="0" y="22"/>
                    <a:pt x="0" y="19"/>
                    <a:pt x="0" y="15"/>
                  </a:cubicBezTo>
                  <a:cubicBezTo>
                    <a:pt x="0" y="9"/>
                    <a:pt x="2" y="3"/>
                    <a:pt x="4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299" name="Freeform 456">
              <a:extLst>
                <a:ext uri="{FF2B5EF4-FFF2-40B4-BE49-F238E27FC236}">
                  <a16:creationId xmlns:a16="http://schemas.microsoft.com/office/drawing/2014/main" id="{251916DA-CCEA-4F84-9BB5-620E6EEDF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2" y="2916238"/>
              <a:ext cx="77788" cy="25400"/>
            </a:xfrm>
            <a:custGeom>
              <a:avLst/>
              <a:gdLst>
                <a:gd name="T0" fmla="*/ 14 w 30"/>
                <a:gd name="T1" fmla="*/ 1 h 10"/>
                <a:gd name="T2" fmla="*/ 23 w 30"/>
                <a:gd name="T3" fmla="*/ 3 h 10"/>
                <a:gd name="T4" fmla="*/ 30 w 30"/>
                <a:gd name="T5" fmla="*/ 7 h 10"/>
                <a:gd name="T6" fmla="*/ 14 w 30"/>
                <a:gd name="T7" fmla="*/ 9 h 10"/>
                <a:gd name="T8" fmla="*/ 5 w 30"/>
                <a:gd name="T9" fmla="*/ 6 h 10"/>
                <a:gd name="T10" fmla="*/ 0 w 30"/>
                <a:gd name="T11" fmla="*/ 3 h 10"/>
                <a:gd name="T12" fmla="*/ 14 w 30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0">
                  <a:moveTo>
                    <a:pt x="14" y="1"/>
                  </a:moveTo>
                  <a:cubicBezTo>
                    <a:pt x="18" y="1"/>
                    <a:pt x="21" y="2"/>
                    <a:pt x="23" y="3"/>
                  </a:cubicBezTo>
                  <a:cubicBezTo>
                    <a:pt x="26" y="4"/>
                    <a:pt x="28" y="6"/>
                    <a:pt x="30" y="7"/>
                  </a:cubicBezTo>
                  <a:cubicBezTo>
                    <a:pt x="26" y="9"/>
                    <a:pt x="20" y="10"/>
                    <a:pt x="14" y="9"/>
                  </a:cubicBezTo>
                  <a:cubicBezTo>
                    <a:pt x="11" y="8"/>
                    <a:pt x="8" y="7"/>
                    <a:pt x="5" y="6"/>
                  </a:cubicBezTo>
                  <a:cubicBezTo>
                    <a:pt x="3" y="6"/>
                    <a:pt x="1" y="5"/>
                    <a:pt x="0" y="3"/>
                  </a:cubicBezTo>
                  <a:cubicBezTo>
                    <a:pt x="2" y="1"/>
                    <a:pt x="8" y="0"/>
                    <a:pt x="14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0" name="Freeform 457">
              <a:extLst>
                <a:ext uri="{FF2B5EF4-FFF2-40B4-BE49-F238E27FC236}">
                  <a16:creationId xmlns:a16="http://schemas.microsoft.com/office/drawing/2014/main" id="{26C4E244-41F3-453A-ABE1-18FFCAF5A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82" y="2847975"/>
              <a:ext cx="22225" cy="85725"/>
            </a:xfrm>
            <a:custGeom>
              <a:avLst/>
              <a:gdLst>
                <a:gd name="T0" fmla="*/ 3 w 8"/>
                <a:gd name="T1" fmla="*/ 0 h 33"/>
                <a:gd name="T2" fmla="*/ 7 w 8"/>
                <a:gd name="T3" fmla="*/ 8 h 33"/>
                <a:gd name="T4" fmla="*/ 8 w 8"/>
                <a:gd name="T5" fmla="*/ 18 h 33"/>
                <a:gd name="T6" fmla="*/ 4 w 8"/>
                <a:gd name="T7" fmla="*/ 33 h 33"/>
                <a:gd name="T8" fmla="*/ 1 w 8"/>
                <a:gd name="T9" fmla="*/ 26 h 33"/>
                <a:gd name="T10" fmla="*/ 0 w 8"/>
                <a:gd name="T11" fmla="*/ 16 h 33"/>
                <a:gd name="T12" fmla="*/ 3 w 8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3">
                  <a:moveTo>
                    <a:pt x="3" y="0"/>
                  </a:moveTo>
                  <a:cubicBezTo>
                    <a:pt x="4" y="2"/>
                    <a:pt x="6" y="5"/>
                    <a:pt x="7" y="8"/>
                  </a:cubicBezTo>
                  <a:cubicBezTo>
                    <a:pt x="8" y="11"/>
                    <a:pt x="8" y="14"/>
                    <a:pt x="8" y="18"/>
                  </a:cubicBezTo>
                  <a:cubicBezTo>
                    <a:pt x="8" y="25"/>
                    <a:pt x="6" y="30"/>
                    <a:pt x="4" y="33"/>
                  </a:cubicBezTo>
                  <a:cubicBezTo>
                    <a:pt x="3" y="31"/>
                    <a:pt x="2" y="28"/>
                    <a:pt x="1" y="26"/>
                  </a:cubicBezTo>
                  <a:cubicBezTo>
                    <a:pt x="0" y="23"/>
                    <a:pt x="0" y="19"/>
                    <a:pt x="0" y="16"/>
                  </a:cubicBezTo>
                  <a:cubicBezTo>
                    <a:pt x="0" y="9"/>
                    <a:pt x="1" y="3"/>
                    <a:pt x="3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1" name="Freeform 458">
              <a:extLst>
                <a:ext uri="{FF2B5EF4-FFF2-40B4-BE49-F238E27FC236}">
                  <a16:creationId xmlns:a16="http://schemas.microsoft.com/office/drawing/2014/main" id="{77293D45-72D0-41F9-9A9D-A809D5D92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9" y="2847975"/>
              <a:ext cx="65088" cy="61913"/>
            </a:xfrm>
            <a:custGeom>
              <a:avLst/>
              <a:gdLst>
                <a:gd name="T0" fmla="*/ 16 w 25"/>
                <a:gd name="T1" fmla="*/ 9 h 24"/>
                <a:gd name="T2" fmla="*/ 19 w 25"/>
                <a:gd name="T3" fmla="*/ 12 h 24"/>
                <a:gd name="T4" fmla="*/ 22 w 25"/>
                <a:gd name="T5" fmla="*/ 17 h 24"/>
                <a:gd name="T6" fmla="*/ 25 w 25"/>
                <a:gd name="T7" fmla="*/ 24 h 24"/>
                <a:gd name="T8" fmla="*/ 18 w 25"/>
                <a:gd name="T9" fmla="*/ 20 h 24"/>
                <a:gd name="T10" fmla="*/ 14 w 25"/>
                <a:gd name="T11" fmla="*/ 17 h 24"/>
                <a:gd name="T12" fmla="*/ 11 w 25"/>
                <a:gd name="T13" fmla="*/ 14 h 24"/>
                <a:gd name="T14" fmla="*/ 9 w 25"/>
                <a:gd name="T15" fmla="*/ 12 h 24"/>
                <a:gd name="T16" fmla="*/ 7 w 25"/>
                <a:gd name="T17" fmla="*/ 10 h 24"/>
                <a:gd name="T18" fmla="*/ 4 w 25"/>
                <a:gd name="T19" fmla="*/ 7 h 24"/>
                <a:gd name="T20" fmla="*/ 0 w 25"/>
                <a:gd name="T21" fmla="*/ 0 h 24"/>
                <a:gd name="T22" fmla="*/ 7 w 25"/>
                <a:gd name="T23" fmla="*/ 2 h 24"/>
                <a:gd name="T24" fmla="*/ 12 w 25"/>
                <a:gd name="T25" fmla="*/ 5 h 24"/>
                <a:gd name="T26" fmla="*/ 14 w 25"/>
                <a:gd name="T27" fmla="*/ 7 h 24"/>
                <a:gd name="T28" fmla="*/ 16 w 25"/>
                <a:gd name="T29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24">
                  <a:moveTo>
                    <a:pt x="16" y="9"/>
                  </a:moveTo>
                  <a:cubicBezTo>
                    <a:pt x="17" y="10"/>
                    <a:pt x="18" y="11"/>
                    <a:pt x="19" y="12"/>
                  </a:cubicBezTo>
                  <a:cubicBezTo>
                    <a:pt x="20" y="14"/>
                    <a:pt x="21" y="15"/>
                    <a:pt x="22" y="17"/>
                  </a:cubicBezTo>
                  <a:cubicBezTo>
                    <a:pt x="24" y="19"/>
                    <a:pt x="24" y="22"/>
                    <a:pt x="25" y="24"/>
                  </a:cubicBezTo>
                  <a:cubicBezTo>
                    <a:pt x="23" y="23"/>
                    <a:pt x="21" y="22"/>
                    <a:pt x="18" y="20"/>
                  </a:cubicBezTo>
                  <a:cubicBezTo>
                    <a:pt x="17" y="19"/>
                    <a:pt x="16" y="18"/>
                    <a:pt x="14" y="17"/>
                  </a:cubicBezTo>
                  <a:cubicBezTo>
                    <a:pt x="13" y="16"/>
                    <a:pt x="12" y="15"/>
                    <a:pt x="11" y="14"/>
                  </a:cubicBezTo>
                  <a:cubicBezTo>
                    <a:pt x="10" y="13"/>
                    <a:pt x="9" y="13"/>
                    <a:pt x="9" y="12"/>
                  </a:cubicBezTo>
                  <a:cubicBezTo>
                    <a:pt x="8" y="11"/>
                    <a:pt x="8" y="11"/>
                    <a:pt x="7" y="10"/>
                  </a:cubicBezTo>
                  <a:cubicBezTo>
                    <a:pt x="6" y="9"/>
                    <a:pt x="5" y="8"/>
                    <a:pt x="4" y="7"/>
                  </a:cubicBezTo>
                  <a:cubicBezTo>
                    <a:pt x="2" y="4"/>
                    <a:pt x="1" y="2"/>
                    <a:pt x="0" y="0"/>
                  </a:cubicBezTo>
                  <a:cubicBezTo>
                    <a:pt x="2" y="0"/>
                    <a:pt x="5" y="1"/>
                    <a:pt x="7" y="2"/>
                  </a:cubicBezTo>
                  <a:cubicBezTo>
                    <a:pt x="9" y="3"/>
                    <a:pt x="10" y="4"/>
                    <a:pt x="12" y="5"/>
                  </a:cubicBezTo>
                  <a:cubicBezTo>
                    <a:pt x="12" y="6"/>
                    <a:pt x="13" y="6"/>
                    <a:pt x="14" y="7"/>
                  </a:cubicBezTo>
                  <a:cubicBezTo>
                    <a:pt x="14" y="7"/>
                    <a:pt x="15" y="8"/>
                    <a:pt x="16" y="9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2" name="Freeform 459">
              <a:extLst>
                <a:ext uri="{FF2B5EF4-FFF2-40B4-BE49-F238E27FC236}">
                  <a16:creationId xmlns:a16="http://schemas.microsoft.com/office/drawing/2014/main" id="{C09DEFE9-5D45-4515-BB34-7639DFB11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94" y="2846388"/>
              <a:ext cx="247650" cy="455613"/>
            </a:xfrm>
            <a:custGeom>
              <a:avLst/>
              <a:gdLst>
                <a:gd name="T0" fmla="*/ 94 w 95"/>
                <a:gd name="T1" fmla="*/ 176 h 176"/>
                <a:gd name="T2" fmla="*/ 94 w 95"/>
                <a:gd name="T3" fmla="*/ 176 h 176"/>
                <a:gd name="T4" fmla="*/ 95 w 95"/>
                <a:gd name="T5" fmla="*/ 175 h 176"/>
                <a:gd name="T6" fmla="*/ 72 w 95"/>
                <a:gd name="T7" fmla="*/ 104 h 176"/>
                <a:gd name="T8" fmla="*/ 2 w 95"/>
                <a:gd name="T9" fmla="*/ 0 h 176"/>
                <a:gd name="T10" fmla="*/ 0 w 95"/>
                <a:gd name="T11" fmla="*/ 1 h 176"/>
                <a:gd name="T12" fmla="*/ 1 w 95"/>
                <a:gd name="T13" fmla="*/ 2 h 176"/>
                <a:gd name="T14" fmla="*/ 93 w 95"/>
                <a:gd name="T15" fmla="*/ 175 h 176"/>
                <a:gd name="T16" fmla="*/ 94 w 95"/>
                <a:gd name="T1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176">
                  <a:moveTo>
                    <a:pt x="94" y="176"/>
                  </a:moveTo>
                  <a:cubicBezTo>
                    <a:pt x="94" y="176"/>
                    <a:pt x="94" y="176"/>
                    <a:pt x="94" y="176"/>
                  </a:cubicBezTo>
                  <a:cubicBezTo>
                    <a:pt x="94" y="176"/>
                    <a:pt x="95" y="175"/>
                    <a:pt x="95" y="175"/>
                  </a:cubicBezTo>
                  <a:cubicBezTo>
                    <a:pt x="95" y="174"/>
                    <a:pt x="87" y="142"/>
                    <a:pt x="72" y="104"/>
                  </a:cubicBezTo>
                  <a:cubicBezTo>
                    <a:pt x="58" y="70"/>
                    <a:pt x="34" y="24"/>
                    <a:pt x="2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ubicBezTo>
                    <a:pt x="62" y="46"/>
                    <a:pt x="92" y="174"/>
                    <a:pt x="93" y="175"/>
                  </a:cubicBezTo>
                  <a:cubicBezTo>
                    <a:pt x="93" y="176"/>
                    <a:pt x="93" y="176"/>
                    <a:pt x="94" y="176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3" name="Freeform 460">
              <a:extLst>
                <a:ext uri="{FF2B5EF4-FFF2-40B4-BE49-F238E27FC236}">
                  <a16:creationId xmlns:a16="http://schemas.microsoft.com/office/drawing/2014/main" id="{18F26E16-8110-4342-973E-CFD6FD5B8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607" y="3228975"/>
              <a:ext cx="49213" cy="71438"/>
            </a:xfrm>
            <a:custGeom>
              <a:avLst/>
              <a:gdLst>
                <a:gd name="T0" fmla="*/ 12 w 19"/>
                <a:gd name="T1" fmla="*/ 11 h 27"/>
                <a:gd name="T2" fmla="*/ 19 w 19"/>
                <a:gd name="T3" fmla="*/ 27 h 27"/>
                <a:gd name="T4" fmla="*/ 7 w 19"/>
                <a:gd name="T5" fmla="*/ 17 h 27"/>
                <a:gd name="T6" fmla="*/ 0 w 19"/>
                <a:gd name="T7" fmla="*/ 0 h 27"/>
                <a:gd name="T8" fmla="*/ 12 w 19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7">
                  <a:moveTo>
                    <a:pt x="12" y="11"/>
                  </a:moveTo>
                  <a:cubicBezTo>
                    <a:pt x="16" y="16"/>
                    <a:pt x="19" y="22"/>
                    <a:pt x="19" y="27"/>
                  </a:cubicBezTo>
                  <a:cubicBezTo>
                    <a:pt x="15" y="26"/>
                    <a:pt x="11" y="22"/>
                    <a:pt x="7" y="17"/>
                  </a:cubicBezTo>
                  <a:cubicBezTo>
                    <a:pt x="3" y="11"/>
                    <a:pt x="0" y="5"/>
                    <a:pt x="0" y="0"/>
                  </a:cubicBezTo>
                  <a:cubicBezTo>
                    <a:pt x="4" y="1"/>
                    <a:pt x="8" y="5"/>
                    <a:pt x="12" y="11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4" name="Freeform 461">
              <a:extLst>
                <a:ext uri="{FF2B5EF4-FFF2-40B4-BE49-F238E27FC236}">
                  <a16:creationId xmlns:a16="http://schemas.microsoft.com/office/drawing/2014/main" id="{2098B832-DE61-4330-9FBA-10B75F899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407" y="3240088"/>
              <a:ext cx="57150" cy="60325"/>
            </a:xfrm>
            <a:custGeom>
              <a:avLst/>
              <a:gdLst>
                <a:gd name="T0" fmla="*/ 22 w 22"/>
                <a:gd name="T1" fmla="*/ 0 h 23"/>
                <a:gd name="T2" fmla="*/ 14 w 22"/>
                <a:gd name="T3" fmla="*/ 15 h 23"/>
                <a:gd name="T4" fmla="*/ 0 w 22"/>
                <a:gd name="T5" fmla="*/ 23 h 23"/>
                <a:gd name="T6" fmla="*/ 9 w 22"/>
                <a:gd name="T7" fmla="*/ 8 h 23"/>
                <a:gd name="T8" fmla="*/ 22 w 22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3">
                  <a:moveTo>
                    <a:pt x="22" y="0"/>
                  </a:moveTo>
                  <a:cubicBezTo>
                    <a:pt x="21" y="4"/>
                    <a:pt x="18" y="10"/>
                    <a:pt x="14" y="15"/>
                  </a:cubicBezTo>
                  <a:cubicBezTo>
                    <a:pt x="9" y="20"/>
                    <a:pt x="4" y="23"/>
                    <a:pt x="0" y="23"/>
                  </a:cubicBezTo>
                  <a:cubicBezTo>
                    <a:pt x="1" y="19"/>
                    <a:pt x="4" y="13"/>
                    <a:pt x="9" y="8"/>
                  </a:cubicBezTo>
                  <a:cubicBezTo>
                    <a:pt x="13" y="3"/>
                    <a:pt x="19" y="0"/>
                    <a:pt x="22" y="0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5" name="Freeform 462">
              <a:extLst>
                <a:ext uri="{FF2B5EF4-FFF2-40B4-BE49-F238E27FC236}">
                  <a16:creationId xmlns:a16="http://schemas.microsoft.com/office/drawing/2014/main" id="{B26E456B-0427-48C1-A929-2938C540E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369" y="3187700"/>
              <a:ext cx="46038" cy="69850"/>
            </a:xfrm>
            <a:custGeom>
              <a:avLst/>
              <a:gdLst>
                <a:gd name="T0" fmla="*/ 12 w 18"/>
                <a:gd name="T1" fmla="*/ 11 h 27"/>
                <a:gd name="T2" fmla="*/ 18 w 18"/>
                <a:gd name="T3" fmla="*/ 27 h 27"/>
                <a:gd name="T4" fmla="*/ 6 w 18"/>
                <a:gd name="T5" fmla="*/ 17 h 27"/>
                <a:gd name="T6" fmla="*/ 0 w 18"/>
                <a:gd name="T7" fmla="*/ 0 h 27"/>
                <a:gd name="T8" fmla="*/ 12 w 18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7">
                  <a:moveTo>
                    <a:pt x="12" y="11"/>
                  </a:moveTo>
                  <a:cubicBezTo>
                    <a:pt x="15" y="16"/>
                    <a:pt x="18" y="22"/>
                    <a:pt x="18" y="27"/>
                  </a:cubicBezTo>
                  <a:cubicBezTo>
                    <a:pt x="14" y="26"/>
                    <a:pt x="10" y="22"/>
                    <a:pt x="6" y="17"/>
                  </a:cubicBezTo>
                  <a:cubicBezTo>
                    <a:pt x="2" y="11"/>
                    <a:pt x="0" y="5"/>
                    <a:pt x="0" y="0"/>
                  </a:cubicBezTo>
                  <a:cubicBezTo>
                    <a:pt x="3" y="1"/>
                    <a:pt x="8" y="5"/>
                    <a:pt x="12" y="1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6" name="Freeform 463">
              <a:extLst>
                <a:ext uri="{FF2B5EF4-FFF2-40B4-BE49-F238E27FC236}">
                  <a16:creationId xmlns:a16="http://schemas.microsoft.com/office/drawing/2014/main" id="{CA700D91-E9C3-46E1-B2C2-58D3F15D2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582" y="3198813"/>
              <a:ext cx="60325" cy="58738"/>
            </a:xfrm>
            <a:custGeom>
              <a:avLst/>
              <a:gdLst>
                <a:gd name="T0" fmla="*/ 23 w 23"/>
                <a:gd name="T1" fmla="*/ 0 h 23"/>
                <a:gd name="T2" fmla="*/ 14 w 23"/>
                <a:gd name="T3" fmla="*/ 15 h 23"/>
                <a:gd name="T4" fmla="*/ 0 w 23"/>
                <a:gd name="T5" fmla="*/ 23 h 23"/>
                <a:gd name="T6" fmla="*/ 9 w 23"/>
                <a:gd name="T7" fmla="*/ 8 h 23"/>
                <a:gd name="T8" fmla="*/ 23 w 2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23" y="0"/>
                  </a:moveTo>
                  <a:cubicBezTo>
                    <a:pt x="22" y="4"/>
                    <a:pt x="19" y="10"/>
                    <a:pt x="14" y="15"/>
                  </a:cubicBezTo>
                  <a:cubicBezTo>
                    <a:pt x="9" y="20"/>
                    <a:pt x="4" y="23"/>
                    <a:pt x="0" y="23"/>
                  </a:cubicBezTo>
                  <a:cubicBezTo>
                    <a:pt x="1" y="19"/>
                    <a:pt x="4" y="13"/>
                    <a:pt x="9" y="8"/>
                  </a:cubicBezTo>
                  <a:cubicBezTo>
                    <a:pt x="14" y="3"/>
                    <a:pt x="19" y="0"/>
                    <a:pt x="23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7" name="Freeform 464">
              <a:extLst>
                <a:ext uri="{FF2B5EF4-FFF2-40B4-BE49-F238E27FC236}">
                  <a16:creationId xmlns:a16="http://schemas.microsoft.com/office/drawing/2014/main" id="{9CB1FAB7-713F-4DBE-B3FD-EE71DB74A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544" y="3146425"/>
              <a:ext cx="46038" cy="69850"/>
            </a:xfrm>
            <a:custGeom>
              <a:avLst/>
              <a:gdLst>
                <a:gd name="T0" fmla="*/ 12 w 18"/>
                <a:gd name="T1" fmla="*/ 10 h 27"/>
                <a:gd name="T2" fmla="*/ 18 w 18"/>
                <a:gd name="T3" fmla="*/ 27 h 27"/>
                <a:gd name="T4" fmla="*/ 6 w 18"/>
                <a:gd name="T5" fmla="*/ 16 h 27"/>
                <a:gd name="T6" fmla="*/ 0 w 18"/>
                <a:gd name="T7" fmla="*/ 0 h 27"/>
                <a:gd name="T8" fmla="*/ 12 w 18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7">
                  <a:moveTo>
                    <a:pt x="12" y="10"/>
                  </a:moveTo>
                  <a:cubicBezTo>
                    <a:pt x="16" y="16"/>
                    <a:pt x="18" y="22"/>
                    <a:pt x="18" y="27"/>
                  </a:cubicBezTo>
                  <a:cubicBezTo>
                    <a:pt x="15" y="26"/>
                    <a:pt x="10" y="22"/>
                    <a:pt x="6" y="16"/>
                  </a:cubicBezTo>
                  <a:cubicBezTo>
                    <a:pt x="2" y="11"/>
                    <a:pt x="0" y="4"/>
                    <a:pt x="0" y="0"/>
                  </a:cubicBezTo>
                  <a:cubicBezTo>
                    <a:pt x="4" y="1"/>
                    <a:pt x="8" y="5"/>
                    <a:pt x="12" y="1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8" name="Freeform 465">
              <a:extLst>
                <a:ext uri="{FF2B5EF4-FFF2-40B4-BE49-F238E27FC236}">
                  <a16:creationId xmlns:a16="http://schemas.microsoft.com/office/drawing/2014/main" id="{6F3C8646-FFFF-4C09-8B00-572C5317C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757" y="3157538"/>
              <a:ext cx="58738" cy="58738"/>
            </a:xfrm>
            <a:custGeom>
              <a:avLst/>
              <a:gdLst>
                <a:gd name="T0" fmla="*/ 23 w 23"/>
                <a:gd name="T1" fmla="*/ 0 h 23"/>
                <a:gd name="T2" fmla="*/ 14 w 23"/>
                <a:gd name="T3" fmla="*/ 15 h 23"/>
                <a:gd name="T4" fmla="*/ 0 w 23"/>
                <a:gd name="T5" fmla="*/ 23 h 23"/>
                <a:gd name="T6" fmla="*/ 9 w 23"/>
                <a:gd name="T7" fmla="*/ 8 h 23"/>
                <a:gd name="T8" fmla="*/ 23 w 23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23" y="0"/>
                  </a:moveTo>
                  <a:cubicBezTo>
                    <a:pt x="22" y="5"/>
                    <a:pt x="19" y="10"/>
                    <a:pt x="14" y="15"/>
                  </a:cubicBezTo>
                  <a:cubicBezTo>
                    <a:pt x="9" y="20"/>
                    <a:pt x="4" y="23"/>
                    <a:pt x="0" y="23"/>
                  </a:cubicBezTo>
                  <a:cubicBezTo>
                    <a:pt x="1" y="19"/>
                    <a:pt x="5" y="13"/>
                    <a:pt x="9" y="8"/>
                  </a:cubicBezTo>
                  <a:cubicBezTo>
                    <a:pt x="14" y="3"/>
                    <a:pt x="20" y="0"/>
                    <a:pt x="23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09" name="Freeform 466">
              <a:extLst>
                <a:ext uri="{FF2B5EF4-FFF2-40B4-BE49-F238E27FC236}">
                  <a16:creationId xmlns:a16="http://schemas.microsoft.com/office/drawing/2014/main" id="{4182F8CC-A72B-4B29-A602-FEC61515F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307" y="3105150"/>
              <a:ext cx="46038" cy="69850"/>
            </a:xfrm>
            <a:custGeom>
              <a:avLst/>
              <a:gdLst>
                <a:gd name="T0" fmla="*/ 12 w 18"/>
                <a:gd name="T1" fmla="*/ 10 h 27"/>
                <a:gd name="T2" fmla="*/ 18 w 18"/>
                <a:gd name="T3" fmla="*/ 27 h 27"/>
                <a:gd name="T4" fmla="*/ 6 w 18"/>
                <a:gd name="T5" fmla="*/ 16 h 27"/>
                <a:gd name="T6" fmla="*/ 0 w 18"/>
                <a:gd name="T7" fmla="*/ 0 h 27"/>
                <a:gd name="T8" fmla="*/ 12 w 18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7">
                  <a:moveTo>
                    <a:pt x="12" y="10"/>
                  </a:moveTo>
                  <a:cubicBezTo>
                    <a:pt x="15" y="16"/>
                    <a:pt x="18" y="22"/>
                    <a:pt x="18" y="27"/>
                  </a:cubicBezTo>
                  <a:cubicBezTo>
                    <a:pt x="14" y="26"/>
                    <a:pt x="10" y="22"/>
                    <a:pt x="6" y="16"/>
                  </a:cubicBezTo>
                  <a:cubicBezTo>
                    <a:pt x="2" y="10"/>
                    <a:pt x="0" y="4"/>
                    <a:pt x="0" y="0"/>
                  </a:cubicBezTo>
                  <a:cubicBezTo>
                    <a:pt x="3" y="1"/>
                    <a:pt x="8" y="5"/>
                    <a:pt x="12" y="1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0" name="Freeform 467">
              <a:extLst>
                <a:ext uri="{FF2B5EF4-FFF2-40B4-BE49-F238E27FC236}">
                  <a16:creationId xmlns:a16="http://schemas.microsoft.com/office/drawing/2014/main" id="{AA0F5D5C-090C-451D-A2AF-4CD983037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519" y="3117850"/>
              <a:ext cx="58738" cy="57150"/>
            </a:xfrm>
            <a:custGeom>
              <a:avLst/>
              <a:gdLst>
                <a:gd name="T0" fmla="*/ 23 w 23"/>
                <a:gd name="T1" fmla="*/ 0 h 22"/>
                <a:gd name="T2" fmla="*/ 14 w 23"/>
                <a:gd name="T3" fmla="*/ 14 h 22"/>
                <a:gd name="T4" fmla="*/ 0 w 23"/>
                <a:gd name="T5" fmla="*/ 22 h 22"/>
                <a:gd name="T6" fmla="*/ 9 w 23"/>
                <a:gd name="T7" fmla="*/ 7 h 22"/>
                <a:gd name="T8" fmla="*/ 23 w 23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cubicBezTo>
                    <a:pt x="22" y="4"/>
                    <a:pt x="19" y="9"/>
                    <a:pt x="14" y="14"/>
                  </a:cubicBezTo>
                  <a:cubicBezTo>
                    <a:pt x="9" y="19"/>
                    <a:pt x="4" y="22"/>
                    <a:pt x="0" y="22"/>
                  </a:cubicBezTo>
                  <a:cubicBezTo>
                    <a:pt x="1" y="18"/>
                    <a:pt x="4" y="12"/>
                    <a:pt x="9" y="7"/>
                  </a:cubicBezTo>
                  <a:cubicBezTo>
                    <a:pt x="14" y="2"/>
                    <a:pt x="19" y="0"/>
                    <a:pt x="23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1" name="Freeform 468">
              <a:extLst>
                <a:ext uri="{FF2B5EF4-FFF2-40B4-BE49-F238E27FC236}">
                  <a16:creationId xmlns:a16="http://schemas.microsoft.com/office/drawing/2014/main" id="{407EA24C-F3FD-40B7-AB15-CF476138E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069" y="3060700"/>
              <a:ext cx="44450" cy="73025"/>
            </a:xfrm>
            <a:custGeom>
              <a:avLst/>
              <a:gdLst>
                <a:gd name="T0" fmla="*/ 12 w 17"/>
                <a:gd name="T1" fmla="*/ 11 h 28"/>
                <a:gd name="T2" fmla="*/ 17 w 17"/>
                <a:gd name="T3" fmla="*/ 28 h 28"/>
                <a:gd name="T4" fmla="*/ 6 w 17"/>
                <a:gd name="T5" fmla="*/ 17 h 28"/>
                <a:gd name="T6" fmla="*/ 0 w 17"/>
                <a:gd name="T7" fmla="*/ 0 h 28"/>
                <a:gd name="T8" fmla="*/ 12 w 17"/>
                <a:gd name="T9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12" y="11"/>
                  </a:moveTo>
                  <a:cubicBezTo>
                    <a:pt x="15" y="17"/>
                    <a:pt x="17" y="24"/>
                    <a:pt x="17" y="28"/>
                  </a:cubicBezTo>
                  <a:cubicBezTo>
                    <a:pt x="14" y="27"/>
                    <a:pt x="9" y="23"/>
                    <a:pt x="6" y="17"/>
                  </a:cubicBezTo>
                  <a:cubicBezTo>
                    <a:pt x="2" y="11"/>
                    <a:pt x="0" y="5"/>
                    <a:pt x="0" y="0"/>
                  </a:cubicBezTo>
                  <a:cubicBezTo>
                    <a:pt x="4" y="1"/>
                    <a:pt x="8" y="5"/>
                    <a:pt x="12" y="1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2" name="Freeform 469">
              <a:extLst>
                <a:ext uri="{FF2B5EF4-FFF2-40B4-BE49-F238E27FC236}">
                  <a16:creationId xmlns:a16="http://schemas.microsoft.com/office/drawing/2014/main" id="{9BAD618A-0868-40FE-BF2E-CBD79A6CF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282" y="3076575"/>
              <a:ext cx="60325" cy="57150"/>
            </a:xfrm>
            <a:custGeom>
              <a:avLst/>
              <a:gdLst>
                <a:gd name="T0" fmla="*/ 23 w 23"/>
                <a:gd name="T1" fmla="*/ 0 h 22"/>
                <a:gd name="T2" fmla="*/ 13 w 23"/>
                <a:gd name="T3" fmla="*/ 14 h 22"/>
                <a:gd name="T4" fmla="*/ 0 w 23"/>
                <a:gd name="T5" fmla="*/ 22 h 22"/>
                <a:gd name="T6" fmla="*/ 9 w 23"/>
                <a:gd name="T7" fmla="*/ 7 h 22"/>
                <a:gd name="T8" fmla="*/ 23 w 23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cubicBezTo>
                    <a:pt x="22" y="4"/>
                    <a:pt x="18" y="10"/>
                    <a:pt x="13" y="14"/>
                  </a:cubicBezTo>
                  <a:cubicBezTo>
                    <a:pt x="8" y="19"/>
                    <a:pt x="3" y="22"/>
                    <a:pt x="0" y="22"/>
                  </a:cubicBezTo>
                  <a:cubicBezTo>
                    <a:pt x="1" y="18"/>
                    <a:pt x="4" y="12"/>
                    <a:pt x="9" y="7"/>
                  </a:cubicBezTo>
                  <a:cubicBezTo>
                    <a:pt x="14" y="3"/>
                    <a:pt x="19" y="0"/>
                    <a:pt x="23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3" name="Freeform 470">
              <a:extLst>
                <a:ext uri="{FF2B5EF4-FFF2-40B4-BE49-F238E27FC236}">
                  <a16:creationId xmlns:a16="http://schemas.microsoft.com/office/drawing/2014/main" id="{AE25B040-FF66-4C49-8352-DBE0E77A5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832" y="3019425"/>
              <a:ext cx="44450" cy="73025"/>
            </a:xfrm>
            <a:custGeom>
              <a:avLst/>
              <a:gdLst>
                <a:gd name="T0" fmla="*/ 12 w 17"/>
                <a:gd name="T1" fmla="*/ 11 h 28"/>
                <a:gd name="T2" fmla="*/ 17 w 17"/>
                <a:gd name="T3" fmla="*/ 28 h 28"/>
                <a:gd name="T4" fmla="*/ 6 w 17"/>
                <a:gd name="T5" fmla="*/ 17 h 28"/>
                <a:gd name="T6" fmla="*/ 0 w 17"/>
                <a:gd name="T7" fmla="*/ 0 h 28"/>
                <a:gd name="T8" fmla="*/ 12 w 17"/>
                <a:gd name="T9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12" y="11"/>
                  </a:moveTo>
                  <a:cubicBezTo>
                    <a:pt x="15" y="17"/>
                    <a:pt x="17" y="24"/>
                    <a:pt x="17" y="28"/>
                  </a:cubicBezTo>
                  <a:cubicBezTo>
                    <a:pt x="14" y="27"/>
                    <a:pt x="9" y="23"/>
                    <a:pt x="6" y="17"/>
                  </a:cubicBezTo>
                  <a:cubicBezTo>
                    <a:pt x="2" y="11"/>
                    <a:pt x="0" y="5"/>
                    <a:pt x="0" y="0"/>
                  </a:cubicBezTo>
                  <a:cubicBezTo>
                    <a:pt x="4" y="1"/>
                    <a:pt x="8" y="5"/>
                    <a:pt x="12" y="1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4" name="Freeform 471">
              <a:extLst>
                <a:ext uri="{FF2B5EF4-FFF2-40B4-BE49-F238E27FC236}">
                  <a16:creationId xmlns:a16="http://schemas.microsoft.com/office/drawing/2014/main" id="{C99CCDA5-4E86-4AE7-9208-0F5348EC2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457" y="3036888"/>
              <a:ext cx="61913" cy="55563"/>
            </a:xfrm>
            <a:custGeom>
              <a:avLst/>
              <a:gdLst>
                <a:gd name="T0" fmla="*/ 24 w 24"/>
                <a:gd name="T1" fmla="*/ 0 h 21"/>
                <a:gd name="T2" fmla="*/ 14 w 24"/>
                <a:gd name="T3" fmla="*/ 14 h 21"/>
                <a:gd name="T4" fmla="*/ 0 w 24"/>
                <a:gd name="T5" fmla="*/ 21 h 21"/>
                <a:gd name="T6" fmla="*/ 10 w 24"/>
                <a:gd name="T7" fmla="*/ 7 h 21"/>
                <a:gd name="T8" fmla="*/ 24 w 24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23" y="4"/>
                    <a:pt x="20" y="9"/>
                    <a:pt x="14" y="14"/>
                  </a:cubicBezTo>
                  <a:cubicBezTo>
                    <a:pt x="9" y="18"/>
                    <a:pt x="4" y="21"/>
                    <a:pt x="0" y="21"/>
                  </a:cubicBezTo>
                  <a:cubicBezTo>
                    <a:pt x="2" y="17"/>
                    <a:pt x="5" y="11"/>
                    <a:pt x="10" y="7"/>
                  </a:cubicBezTo>
                  <a:cubicBezTo>
                    <a:pt x="15" y="2"/>
                    <a:pt x="21" y="0"/>
                    <a:pt x="24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5" name="Freeform 472">
              <a:extLst>
                <a:ext uri="{FF2B5EF4-FFF2-40B4-BE49-F238E27FC236}">
                  <a16:creationId xmlns:a16="http://schemas.microsoft.com/office/drawing/2014/main" id="{5C5F6F26-68A1-4336-96FD-86CF82137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769" y="2978150"/>
              <a:ext cx="44450" cy="73025"/>
            </a:xfrm>
            <a:custGeom>
              <a:avLst/>
              <a:gdLst>
                <a:gd name="T0" fmla="*/ 11 w 17"/>
                <a:gd name="T1" fmla="*/ 11 h 28"/>
                <a:gd name="T2" fmla="*/ 16 w 17"/>
                <a:gd name="T3" fmla="*/ 28 h 28"/>
                <a:gd name="T4" fmla="*/ 5 w 17"/>
                <a:gd name="T5" fmla="*/ 17 h 28"/>
                <a:gd name="T6" fmla="*/ 0 w 17"/>
                <a:gd name="T7" fmla="*/ 0 h 28"/>
                <a:gd name="T8" fmla="*/ 11 w 17"/>
                <a:gd name="T9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11" y="11"/>
                  </a:moveTo>
                  <a:cubicBezTo>
                    <a:pt x="15" y="17"/>
                    <a:pt x="17" y="24"/>
                    <a:pt x="16" y="28"/>
                  </a:cubicBezTo>
                  <a:cubicBezTo>
                    <a:pt x="13" y="27"/>
                    <a:pt x="9" y="23"/>
                    <a:pt x="5" y="17"/>
                  </a:cubicBezTo>
                  <a:cubicBezTo>
                    <a:pt x="2" y="11"/>
                    <a:pt x="0" y="4"/>
                    <a:pt x="0" y="0"/>
                  </a:cubicBezTo>
                  <a:cubicBezTo>
                    <a:pt x="4" y="1"/>
                    <a:pt x="8" y="5"/>
                    <a:pt x="11" y="1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6" name="Freeform 473">
              <a:extLst>
                <a:ext uri="{FF2B5EF4-FFF2-40B4-BE49-F238E27FC236}">
                  <a16:creationId xmlns:a16="http://schemas.microsoft.com/office/drawing/2014/main" id="{6FC8B713-4D28-4042-95F4-E0FA24168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94" y="2995613"/>
              <a:ext cx="61913" cy="55563"/>
            </a:xfrm>
            <a:custGeom>
              <a:avLst/>
              <a:gdLst>
                <a:gd name="T0" fmla="*/ 24 w 24"/>
                <a:gd name="T1" fmla="*/ 0 h 21"/>
                <a:gd name="T2" fmla="*/ 14 w 24"/>
                <a:gd name="T3" fmla="*/ 14 h 21"/>
                <a:gd name="T4" fmla="*/ 0 w 24"/>
                <a:gd name="T5" fmla="*/ 21 h 21"/>
                <a:gd name="T6" fmla="*/ 10 w 24"/>
                <a:gd name="T7" fmla="*/ 7 h 21"/>
                <a:gd name="T8" fmla="*/ 24 w 24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23" y="5"/>
                    <a:pt x="19" y="10"/>
                    <a:pt x="14" y="14"/>
                  </a:cubicBezTo>
                  <a:cubicBezTo>
                    <a:pt x="9" y="19"/>
                    <a:pt x="3" y="21"/>
                    <a:pt x="0" y="21"/>
                  </a:cubicBezTo>
                  <a:cubicBezTo>
                    <a:pt x="1" y="17"/>
                    <a:pt x="4" y="12"/>
                    <a:pt x="10" y="7"/>
                  </a:cubicBezTo>
                  <a:cubicBezTo>
                    <a:pt x="15" y="3"/>
                    <a:pt x="20" y="0"/>
                    <a:pt x="24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7" name="Freeform 474">
              <a:extLst>
                <a:ext uri="{FF2B5EF4-FFF2-40B4-BE49-F238E27FC236}">
                  <a16:creationId xmlns:a16="http://schemas.microsoft.com/office/drawing/2014/main" id="{AEA52E2F-34B1-4744-9A67-0E50243E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707" y="2933700"/>
              <a:ext cx="41275" cy="76200"/>
            </a:xfrm>
            <a:custGeom>
              <a:avLst/>
              <a:gdLst>
                <a:gd name="T0" fmla="*/ 11 w 16"/>
                <a:gd name="T1" fmla="*/ 12 h 29"/>
                <a:gd name="T2" fmla="*/ 16 w 16"/>
                <a:gd name="T3" fmla="*/ 29 h 29"/>
                <a:gd name="T4" fmla="*/ 5 w 16"/>
                <a:gd name="T5" fmla="*/ 18 h 29"/>
                <a:gd name="T6" fmla="*/ 1 w 16"/>
                <a:gd name="T7" fmla="*/ 0 h 29"/>
                <a:gd name="T8" fmla="*/ 11 w 16"/>
                <a:gd name="T9" fmla="*/ 1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9">
                  <a:moveTo>
                    <a:pt x="11" y="12"/>
                  </a:moveTo>
                  <a:cubicBezTo>
                    <a:pt x="14" y="19"/>
                    <a:pt x="16" y="25"/>
                    <a:pt x="16" y="29"/>
                  </a:cubicBezTo>
                  <a:cubicBezTo>
                    <a:pt x="12" y="28"/>
                    <a:pt x="8" y="24"/>
                    <a:pt x="5" y="18"/>
                  </a:cubicBezTo>
                  <a:cubicBezTo>
                    <a:pt x="2" y="12"/>
                    <a:pt x="0" y="5"/>
                    <a:pt x="1" y="0"/>
                  </a:cubicBezTo>
                  <a:cubicBezTo>
                    <a:pt x="4" y="2"/>
                    <a:pt x="8" y="6"/>
                    <a:pt x="11" y="12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8" name="Freeform 475">
              <a:extLst>
                <a:ext uri="{FF2B5EF4-FFF2-40B4-BE49-F238E27FC236}">
                  <a16:creationId xmlns:a16="http://schemas.microsoft.com/office/drawing/2014/main" id="{86575781-0EA3-4ECF-9BF4-D957A316E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157" y="2957513"/>
              <a:ext cx="65088" cy="53975"/>
            </a:xfrm>
            <a:custGeom>
              <a:avLst/>
              <a:gdLst>
                <a:gd name="T0" fmla="*/ 25 w 25"/>
                <a:gd name="T1" fmla="*/ 0 h 21"/>
                <a:gd name="T2" fmla="*/ 14 w 25"/>
                <a:gd name="T3" fmla="*/ 14 h 21"/>
                <a:gd name="T4" fmla="*/ 0 w 25"/>
                <a:gd name="T5" fmla="*/ 21 h 21"/>
                <a:gd name="T6" fmla="*/ 10 w 25"/>
                <a:gd name="T7" fmla="*/ 7 h 21"/>
                <a:gd name="T8" fmla="*/ 25 w 25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1">
                  <a:moveTo>
                    <a:pt x="25" y="0"/>
                  </a:moveTo>
                  <a:cubicBezTo>
                    <a:pt x="24" y="4"/>
                    <a:pt x="20" y="9"/>
                    <a:pt x="14" y="14"/>
                  </a:cubicBezTo>
                  <a:cubicBezTo>
                    <a:pt x="9" y="18"/>
                    <a:pt x="4" y="21"/>
                    <a:pt x="0" y="21"/>
                  </a:cubicBezTo>
                  <a:cubicBezTo>
                    <a:pt x="1" y="16"/>
                    <a:pt x="5" y="11"/>
                    <a:pt x="10" y="7"/>
                  </a:cubicBezTo>
                  <a:cubicBezTo>
                    <a:pt x="16" y="2"/>
                    <a:pt x="21" y="0"/>
                    <a:pt x="25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19" name="Freeform 476">
              <a:extLst>
                <a:ext uri="{FF2B5EF4-FFF2-40B4-BE49-F238E27FC236}">
                  <a16:creationId xmlns:a16="http://schemas.microsoft.com/office/drawing/2014/main" id="{267F078E-BD2B-4062-B6AE-2EEDE39E7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19" y="2892425"/>
              <a:ext cx="38100" cy="77788"/>
            </a:xfrm>
            <a:custGeom>
              <a:avLst/>
              <a:gdLst>
                <a:gd name="T0" fmla="*/ 11 w 15"/>
                <a:gd name="T1" fmla="*/ 12 h 30"/>
                <a:gd name="T2" fmla="*/ 15 w 15"/>
                <a:gd name="T3" fmla="*/ 30 h 30"/>
                <a:gd name="T4" fmla="*/ 4 w 15"/>
                <a:gd name="T5" fmla="*/ 18 h 30"/>
                <a:gd name="T6" fmla="*/ 0 w 15"/>
                <a:gd name="T7" fmla="*/ 0 h 30"/>
                <a:gd name="T8" fmla="*/ 11 w 15"/>
                <a:gd name="T9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0">
                  <a:moveTo>
                    <a:pt x="11" y="12"/>
                  </a:moveTo>
                  <a:cubicBezTo>
                    <a:pt x="14" y="19"/>
                    <a:pt x="15" y="25"/>
                    <a:pt x="15" y="30"/>
                  </a:cubicBezTo>
                  <a:cubicBezTo>
                    <a:pt x="11" y="28"/>
                    <a:pt x="7" y="24"/>
                    <a:pt x="4" y="18"/>
                  </a:cubicBezTo>
                  <a:cubicBezTo>
                    <a:pt x="1" y="11"/>
                    <a:pt x="0" y="5"/>
                    <a:pt x="0" y="0"/>
                  </a:cubicBezTo>
                  <a:cubicBezTo>
                    <a:pt x="4" y="1"/>
                    <a:pt x="8" y="6"/>
                    <a:pt x="11" y="12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0" name="Freeform 477">
              <a:extLst>
                <a:ext uri="{FF2B5EF4-FFF2-40B4-BE49-F238E27FC236}">
                  <a16:creationId xmlns:a16="http://schemas.microsoft.com/office/drawing/2014/main" id="{9DE8E446-B4E4-4BE1-A15A-88986D76E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094" y="2917825"/>
              <a:ext cx="65088" cy="52388"/>
            </a:xfrm>
            <a:custGeom>
              <a:avLst/>
              <a:gdLst>
                <a:gd name="T0" fmla="*/ 25 w 25"/>
                <a:gd name="T1" fmla="*/ 1 h 20"/>
                <a:gd name="T2" fmla="*/ 15 w 25"/>
                <a:gd name="T3" fmla="*/ 13 h 20"/>
                <a:gd name="T4" fmla="*/ 0 w 25"/>
                <a:gd name="T5" fmla="*/ 20 h 20"/>
                <a:gd name="T6" fmla="*/ 11 w 25"/>
                <a:gd name="T7" fmla="*/ 6 h 20"/>
                <a:gd name="T8" fmla="*/ 25 w 25"/>
                <a:gd name="T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0">
                  <a:moveTo>
                    <a:pt x="25" y="1"/>
                  </a:moveTo>
                  <a:cubicBezTo>
                    <a:pt x="24" y="4"/>
                    <a:pt x="20" y="9"/>
                    <a:pt x="15" y="13"/>
                  </a:cubicBezTo>
                  <a:cubicBezTo>
                    <a:pt x="9" y="18"/>
                    <a:pt x="4" y="20"/>
                    <a:pt x="0" y="20"/>
                  </a:cubicBezTo>
                  <a:cubicBezTo>
                    <a:pt x="1" y="16"/>
                    <a:pt x="5" y="10"/>
                    <a:pt x="11" y="6"/>
                  </a:cubicBezTo>
                  <a:cubicBezTo>
                    <a:pt x="16" y="2"/>
                    <a:pt x="22" y="0"/>
                    <a:pt x="25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1" name="Freeform 478">
              <a:extLst>
                <a:ext uri="{FF2B5EF4-FFF2-40B4-BE49-F238E27FC236}">
                  <a16:creationId xmlns:a16="http://schemas.microsoft.com/office/drawing/2014/main" id="{BDBD7672-EE06-4172-A702-2D6ACADC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344" y="2847975"/>
              <a:ext cx="39688" cy="80963"/>
            </a:xfrm>
            <a:custGeom>
              <a:avLst/>
              <a:gdLst>
                <a:gd name="T0" fmla="*/ 11 w 15"/>
                <a:gd name="T1" fmla="*/ 13 h 31"/>
                <a:gd name="T2" fmla="*/ 14 w 15"/>
                <a:gd name="T3" fmla="*/ 31 h 31"/>
                <a:gd name="T4" fmla="*/ 4 w 15"/>
                <a:gd name="T5" fmla="*/ 19 h 31"/>
                <a:gd name="T6" fmla="*/ 1 w 15"/>
                <a:gd name="T7" fmla="*/ 0 h 31"/>
                <a:gd name="T8" fmla="*/ 11 w 15"/>
                <a:gd name="T9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1">
                  <a:moveTo>
                    <a:pt x="11" y="13"/>
                  </a:moveTo>
                  <a:cubicBezTo>
                    <a:pt x="13" y="20"/>
                    <a:pt x="15" y="26"/>
                    <a:pt x="14" y="31"/>
                  </a:cubicBezTo>
                  <a:cubicBezTo>
                    <a:pt x="11" y="29"/>
                    <a:pt x="7" y="25"/>
                    <a:pt x="4" y="19"/>
                  </a:cubicBezTo>
                  <a:cubicBezTo>
                    <a:pt x="1" y="12"/>
                    <a:pt x="0" y="5"/>
                    <a:pt x="1" y="0"/>
                  </a:cubicBezTo>
                  <a:cubicBezTo>
                    <a:pt x="5" y="2"/>
                    <a:pt x="8" y="7"/>
                    <a:pt x="11" y="1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2" name="Freeform 479">
              <a:extLst>
                <a:ext uri="{FF2B5EF4-FFF2-40B4-BE49-F238E27FC236}">
                  <a16:creationId xmlns:a16="http://schemas.microsoft.com/office/drawing/2014/main" id="{B30BE98A-3E92-4735-80A1-57FD4CFC6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032" y="2881313"/>
              <a:ext cx="66675" cy="47625"/>
            </a:xfrm>
            <a:custGeom>
              <a:avLst/>
              <a:gdLst>
                <a:gd name="T0" fmla="*/ 26 w 26"/>
                <a:gd name="T1" fmla="*/ 0 h 18"/>
                <a:gd name="T2" fmla="*/ 15 w 26"/>
                <a:gd name="T3" fmla="*/ 12 h 18"/>
                <a:gd name="T4" fmla="*/ 0 w 26"/>
                <a:gd name="T5" fmla="*/ 18 h 18"/>
                <a:gd name="T6" fmla="*/ 12 w 26"/>
                <a:gd name="T7" fmla="*/ 5 h 18"/>
                <a:gd name="T8" fmla="*/ 26 w 26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8">
                  <a:moveTo>
                    <a:pt x="26" y="0"/>
                  </a:moveTo>
                  <a:cubicBezTo>
                    <a:pt x="25" y="4"/>
                    <a:pt x="21" y="9"/>
                    <a:pt x="15" y="12"/>
                  </a:cubicBezTo>
                  <a:cubicBezTo>
                    <a:pt x="10" y="16"/>
                    <a:pt x="4" y="18"/>
                    <a:pt x="0" y="18"/>
                  </a:cubicBezTo>
                  <a:cubicBezTo>
                    <a:pt x="2" y="14"/>
                    <a:pt x="6" y="9"/>
                    <a:pt x="12" y="5"/>
                  </a:cubicBezTo>
                  <a:cubicBezTo>
                    <a:pt x="17" y="1"/>
                    <a:pt x="23" y="0"/>
                    <a:pt x="26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3" name="Freeform 480">
              <a:extLst>
                <a:ext uri="{FF2B5EF4-FFF2-40B4-BE49-F238E27FC236}">
                  <a16:creationId xmlns:a16="http://schemas.microsoft.com/office/drawing/2014/main" id="{495F179B-BD65-49A0-9584-59670FE84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219" y="2803525"/>
              <a:ext cx="33338" cy="84138"/>
            </a:xfrm>
            <a:custGeom>
              <a:avLst/>
              <a:gdLst>
                <a:gd name="T0" fmla="*/ 10 w 13"/>
                <a:gd name="T1" fmla="*/ 15 h 32"/>
                <a:gd name="T2" fmla="*/ 12 w 13"/>
                <a:gd name="T3" fmla="*/ 32 h 32"/>
                <a:gd name="T4" fmla="*/ 3 w 13"/>
                <a:gd name="T5" fmla="*/ 19 h 32"/>
                <a:gd name="T6" fmla="*/ 2 w 13"/>
                <a:gd name="T7" fmla="*/ 0 h 32"/>
                <a:gd name="T8" fmla="*/ 10 w 13"/>
                <a:gd name="T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2">
                  <a:moveTo>
                    <a:pt x="10" y="15"/>
                  </a:moveTo>
                  <a:cubicBezTo>
                    <a:pt x="12" y="21"/>
                    <a:pt x="13" y="28"/>
                    <a:pt x="12" y="32"/>
                  </a:cubicBezTo>
                  <a:cubicBezTo>
                    <a:pt x="9" y="31"/>
                    <a:pt x="5" y="26"/>
                    <a:pt x="3" y="19"/>
                  </a:cubicBezTo>
                  <a:cubicBezTo>
                    <a:pt x="0" y="13"/>
                    <a:pt x="0" y="5"/>
                    <a:pt x="2" y="0"/>
                  </a:cubicBezTo>
                  <a:cubicBezTo>
                    <a:pt x="5" y="2"/>
                    <a:pt x="8" y="8"/>
                    <a:pt x="10" y="15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4" name="Freeform 481">
              <a:extLst>
                <a:ext uri="{FF2B5EF4-FFF2-40B4-BE49-F238E27FC236}">
                  <a16:creationId xmlns:a16="http://schemas.microsoft.com/office/drawing/2014/main" id="{13482A0D-2776-4D6A-9A03-21AFCD8FC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57" y="2846388"/>
              <a:ext cx="69850" cy="42863"/>
            </a:xfrm>
            <a:custGeom>
              <a:avLst/>
              <a:gdLst>
                <a:gd name="T0" fmla="*/ 27 w 27"/>
                <a:gd name="T1" fmla="*/ 1 h 17"/>
                <a:gd name="T2" fmla="*/ 15 w 27"/>
                <a:gd name="T3" fmla="*/ 12 h 17"/>
                <a:gd name="T4" fmla="*/ 0 w 27"/>
                <a:gd name="T5" fmla="*/ 17 h 17"/>
                <a:gd name="T6" fmla="*/ 12 w 27"/>
                <a:gd name="T7" fmla="*/ 4 h 17"/>
                <a:gd name="T8" fmla="*/ 27 w 27"/>
                <a:gd name="T9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">
                  <a:moveTo>
                    <a:pt x="27" y="1"/>
                  </a:moveTo>
                  <a:cubicBezTo>
                    <a:pt x="25" y="4"/>
                    <a:pt x="21" y="8"/>
                    <a:pt x="15" y="12"/>
                  </a:cubicBezTo>
                  <a:cubicBezTo>
                    <a:pt x="10" y="15"/>
                    <a:pt x="4" y="17"/>
                    <a:pt x="0" y="17"/>
                  </a:cubicBezTo>
                  <a:cubicBezTo>
                    <a:pt x="2" y="13"/>
                    <a:pt x="6" y="8"/>
                    <a:pt x="12" y="4"/>
                  </a:cubicBezTo>
                  <a:cubicBezTo>
                    <a:pt x="18" y="1"/>
                    <a:pt x="24" y="0"/>
                    <a:pt x="27" y="1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5" name="Freeform 482">
              <a:extLst>
                <a:ext uri="{FF2B5EF4-FFF2-40B4-BE49-F238E27FC236}">
                  <a16:creationId xmlns:a16="http://schemas.microsoft.com/office/drawing/2014/main" id="{9EA11EDE-7533-49DA-A322-0DF44FFE5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94" y="2778125"/>
              <a:ext cx="44450" cy="80963"/>
            </a:xfrm>
            <a:custGeom>
              <a:avLst/>
              <a:gdLst>
                <a:gd name="T0" fmla="*/ 11 w 17"/>
                <a:gd name="T1" fmla="*/ 16 h 31"/>
                <a:gd name="T2" fmla="*/ 0 w 17"/>
                <a:gd name="T3" fmla="*/ 31 h 31"/>
                <a:gd name="T4" fmla="*/ 4 w 17"/>
                <a:gd name="T5" fmla="*/ 13 h 31"/>
                <a:gd name="T6" fmla="*/ 10 w 17"/>
                <a:gd name="T7" fmla="*/ 4 h 31"/>
                <a:gd name="T8" fmla="*/ 17 w 17"/>
                <a:gd name="T9" fmla="*/ 0 h 31"/>
                <a:gd name="T10" fmla="*/ 15 w 17"/>
                <a:gd name="T11" fmla="*/ 7 h 31"/>
                <a:gd name="T12" fmla="*/ 11 w 17"/>
                <a:gd name="T13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1">
                  <a:moveTo>
                    <a:pt x="11" y="16"/>
                  </a:moveTo>
                  <a:cubicBezTo>
                    <a:pt x="7" y="22"/>
                    <a:pt x="4" y="28"/>
                    <a:pt x="0" y="31"/>
                  </a:cubicBezTo>
                  <a:cubicBezTo>
                    <a:pt x="0" y="26"/>
                    <a:pt x="0" y="20"/>
                    <a:pt x="4" y="13"/>
                  </a:cubicBezTo>
                  <a:cubicBezTo>
                    <a:pt x="6" y="9"/>
                    <a:pt x="8" y="6"/>
                    <a:pt x="10" y="4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17" y="2"/>
                    <a:pt x="16" y="4"/>
                    <a:pt x="15" y="7"/>
                  </a:cubicBezTo>
                  <a:cubicBezTo>
                    <a:pt x="14" y="10"/>
                    <a:pt x="12" y="13"/>
                    <a:pt x="11" y="16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6" name="Freeform 483">
              <a:extLst>
                <a:ext uri="{FF2B5EF4-FFF2-40B4-BE49-F238E27FC236}">
                  <a16:creationId xmlns:a16="http://schemas.microsoft.com/office/drawing/2014/main" id="{828A024B-411B-4430-9A59-02E0A3766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644" y="2819400"/>
              <a:ext cx="88900" cy="482600"/>
            </a:xfrm>
            <a:custGeom>
              <a:avLst/>
              <a:gdLst>
                <a:gd name="T0" fmla="*/ 2 w 34"/>
                <a:gd name="T1" fmla="*/ 186 h 186"/>
                <a:gd name="T2" fmla="*/ 3 w 34"/>
                <a:gd name="T3" fmla="*/ 185 h 186"/>
                <a:gd name="T4" fmla="*/ 34 w 34"/>
                <a:gd name="T5" fmla="*/ 1 h 186"/>
                <a:gd name="T6" fmla="*/ 33 w 34"/>
                <a:gd name="T7" fmla="*/ 0 h 186"/>
                <a:gd name="T8" fmla="*/ 32 w 34"/>
                <a:gd name="T9" fmla="*/ 0 h 186"/>
                <a:gd name="T10" fmla="*/ 0 w 34"/>
                <a:gd name="T11" fmla="*/ 185 h 186"/>
                <a:gd name="T12" fmla="*/ 1 w 34"/>
                <a:gd name="T13" fmla="*/ 186 h 186"/>
                <a:gd name="T14" fmla="*/ 2 w 34"/>
                <a:gd name="T15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186">
                  <a:moveTo>
                    <a:pt x="2" y="186"/>
                  </a:moveTo>
                  <a:cubicBezTo>
                    <a:pt x="2" y="186"/>
                    <a:pt x="3" y="186"/>
                    <a:pt x="3" y="185"/>
                  </a:cubicBezTo>
                  <a:cubicBezTo>
                    <a:pt x="3" y="184"/>
                    <a:pt x="9" y="55"/>
                    <a:pt x="34" y="1"/>
                  </a:cubicBezTo>
                  <a:cubicBezTo>
                    <a:pt x="34" y="1"/>
                    <a:pt x="34" y="0"/>
                    <a:pt x="33" y="0"/>
                  </a:cubicBezTo>
                  <a:cubicBezTo>
                    <a:pt x="33" y="0"/>
                    <a:pt x="32" y="0"/>
                    <a:pt x="32" y="0"/>
                  </a:cubicBezTo>
                  <a:cubicBezTo>
                    <a:pt x="7" y="54"/>
                    <a:pt x="1" y="184"/>
                    <a:pt x="0" y="185"/>
                  </a:cubicBezTo>
                  <a:cubicBezTo>
                    <a:pt x="0" y="185"/>
                    <a:pt x="1" y="186"/>
                    <a:pt x="1" y="186"/>
                  </a:cubicBezTo>
                  <a:cubicBezTo>
                    <a:pt x="2" y="186"/>
                    <a:pt x="2" y="186"/>
                    <a:pt x="2" y="186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7" name="Freeform 484">
              <a:extLst>
                <a:ext uri="{FF2B5EF4-FFF2-40B4-BE49-F238E27FC236}">
                  <a16:creationId xmlns:a16="http://schemas.microsoft.com/office/drawing/2014/main" id="{3E7EA4EA-115A-4ACC-983A-97CF23D13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532" y="3240088"/>
              <a:ext cx="57150" cy="60325"/>
            </a:xfrm>
            <a:custGeom>
              <a:avLst/>
              <a:gdLst>
                <a:gd name="T0" fmla="*/ 13 w 22"/>
                <a:gd name="T1" fmla="*/ 8 h 23"/>
                <a:gd name="T2" fmla="*/ 22 w 22"/>
                <a:gd name="T3" fmla="*/ 23 h 23"/>
                <a:gd name="T4" fmla="*/ 8 w 22"/>
                <a:gd name="T5" fmla="*/ 15 h 23"/>
                <a:gd name="T6" fmla="*/ 0 w 22"/>
                <a:gd name="T7" fmla="*/ 0 h 23"/>
                <a:gd name="T8" fmla="*/ 13 w 22"/>
                <a:gd name="T9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3">
                  <a:moveTo>
                    <a:pt x="13" y="8"/>
                  </a:moveTo>
                  <a:cubicBezTo>
                    <a:pt x="18" y="13"/>
                    <a:pt x="21" y="19"/>
                    <a:pt x="22" y="23"/>
                  </a:cubicBezTo>
                  <a:cubicBezTo>
                    <a:pt x="18" y="23"/>
                    <a:pt x="13" y="20"/>
                    <a:pt x="8" y="15"/>
                  </a:cubicBezTo>
                  <a:cubicBezTo>
                    <a:pt x="4" y="10"/>
                    <a:pt x="0" y="4"/>
                    <a:pt x="0" y="0"/>
                  </a:cubicBezTo>
                  <a:cubicBezTo>
                    <a:pt x="3" y="0"/>
                    <a:pt x="8" y="3"/>
                    <a:pt x="13" y="8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8" name="Freeform 485">
              <a:extLst>
                <a:ext uri="{FF2B5EF4-FFF2-40B4-BE49-F238E27FC236}">
                  <a16:creationId xmlns:a16="http://schemas.microsoft.com/office/drawing/2014/main" id="{E7E6D372-1E0A-4CCE-8025-624A5556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857" y="3228975"/>
              <a:ext cx="49213" cy="71438"/>
            </a:xfrm>
            <a:custGeom>
              <a:avLst/>
              <a:gdLst>
                <a:gd name="T0" fmla="*/ 19 w 19"/>
                <a:gd name="T1" fmla="*/ 0 h 27"/>
                <a:gd name="T2" fmla="*/ 12 w 19"/>
                <a:gd name="T3" fmla="*/ 17 h 27"/>
                <a:gd name="T4" fmla="*/ 0 w 19"/>
                <a:gd name="T5" fmla="*/ 27 h 27"/>
                <a:gd name="T6" fmla="*/ 7 w 19"/>
                <a:gd name="T7" fmla="*/ 11 h 27"/>
                <a:gd name="T8" fmla="*/ 19 w 19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7">
                  <a:moveTo>
                    <a:pt x="19" y="0"/>
                  </a:moveTo>
                  <a:cubicBezTo>
                    <a:pt x="19" y="5"/>
                    <a:pt x="16" y="11"/>
                    <a:pt x="12" y="17"/>
                  </a:cubicBezTo>
                  <a:cubicBezTo>
                    <a:pt x="8" y="22"/>
                    <a:pt x="4" y="26"/>
                    <a:pt x="0" y="27"/>
                  </a:cubicBezTo>
                  <a:cubicBezTo>
                    <a:pt x="0" y="22"/>
                    <a:pt x="3" y="16"/>
                    <a:pt x="7" y="11"/>
                  </a:cubicBezTo>
                  <a:cubicBezTo>
                    <a:pt x="11" y="5"/>
                    <a:pt x="15" y="1"/>
                    <a:pt x="19" y="0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29" name="Freeform 486">
              <a:extLst>
                <a:ext uri="{FF2B5EF4-FFF2-40B4-BE49-F238E27FC236}">
                  <a16:creationId xmlns:a16="http://schemas.microsoft.com/office/drawing/2014/main" id="{6E13C094-73E4-4D5A-9F8A-4E4F02685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69" y="3198813"/>
              <a:ext cx="60325" cy="58738"/>
            </a:xfrm>
            <a:custGeom>
              <a:avLst/>
              <a:gdLst>
                <a:gd name="T0" fmla="*/ 14 w 23"/>
                <a:gd name="T1" fmla="*/ 8 h 23"/>
                <a:gd name="T2" fmla="*/ 23 w 23"/>
                <a:gd name="T3" fmla="*/ 23 h 23"/>
                <a:gd name="T4" fmla="*/ 9 w 23"/>
                <a:gd name="T5" fmla="*/ 15 h 23"/>
                <a:gd name="T6" fmla="*/ 0 w 23"/>
                <a:gd name="T7" fmla="*/ 0 h 23"/>
                <a:gd name="T8" fmla="*/ 14 w 23"/>
                <a:gd name="T9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4" y="8"/>
                  </a:moveTo>
                  <a:cubicBezTo>
                    <a:pt x="19" y="13"/>
                    <a:pt x="22" y="19"/>
                    <a:pt x="23" y="23"/>
                  </a:cubicBezTo>
                  <a:cubicBezTo>
                    <a:pt x="19" y="23"/>
                    <a:pt x="14" y="20"/>
                    <a:pt x="9" y="15"/>
                  </a:cubicBezTo>
                  <a:cubicBezTo>
                    <a:pt x="4" y="10"/>
                    <a:pt x="1" y="4"/>
                    <a:pt x="0" y="0"/>
                  </a:cubicBezTo>
                  <a:cubicBezTo>
                    <a:pt x="4" y="0"/>
                    <a:pt x="9" y="3"/>
                    <a:pt x="14" y="8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0" name="Freeform 487">
              <a:extLst>
                <a:ext uri="{FF2B5EF4-FFF2-40B4-BE49-F238E27FC236}">
                  <a16:creationId xmlns:a16="http://schemas.microsoft.com/office/drawing/2014/main" id="{424C4CFB-B8D8-4128-8111-AEA878478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682" y="3187700"/>
              <a:ext cx="47625" cy="69850"/>
            </a:xfrm>
            <a:custGeom>
              <a:avLst/>
              <a:gdLst>
                <a:gd name="T0" fmla="*/ 18 w 18"/>
                <a:gd name="T1" fmla="*/ 0 h 27"/>
                <a:gd name="T2" fmla="*/ 12 w 18"/>
                <a:gd name="T3" fmla="*/ 17 h 27"/>
                <a:gd name="T4" fmla="*/ 0 w 18"/>
                <a:gd name="T5" fmla="*/ 27 h 27"/>
                <a:gd name="T6" fmla="*/ 6 w 18"/>
                <a:gd name="T7" fmla="*/ 11 h 27"/>
                <a:gd name="T8" fmla="*/ 18 w 1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7">
                  <a:moveTo>
                    <a:pt x="18" y="0"/>
                  </a:moveTo>
                  <a:cubicBezTo>
                    <a:pt x="18" y="5"/>
                    <a:pt x="16" y="11"/>
                    <a:pt x="12" y="17"/>
                  </a:cubicBezTo>
                  <a:cubicBezTo>
                    <a:pt x="8" y="22"/>
                    <a:pt x="4" y="26"/>
                    <a:pt x="0" y="27"/>
                  </a:cubicBezTo>
                  <a:cubicBezTo>
                    <a:pt x="0" y="22"/>
                    <a:pt x="2" y="16"/>
                    <a:pt x="6" y="11"/>
                  </a:cubicBezTo>
                  <a:cubicBezTo>
                    <a:pt x="10" y="5"/>
                    <a:pt x="15" y="1"/>
                    <a:pt x="18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1" name="Freeform 488">
              <a:extLst>
                <a:ext uri="{FF2B5EF4-FFF2-40B4-BE49-F238E27FC236}">
                  <a16:creationId xmlns:a16="http://schemas.microsoft.com/office/drawing/2014/main" id="{EDA3BFC7-70C7-4DDB-AA1B-D3FF5F8FD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594" y="3157538"/>
              <a:ext cx="60325" cy="58738"/>
            </a:xfrm>
            <a:custGeom>
              <a:avLst/>
              <a:gdLst>
                <a:gd name="T0" fmla="*/ 14 w 23"/>
                <a:gd name="T1" fmla="*/ 8 h 23"/>
                <a:gd name="T2" fmla="*/ 23 w 23"/>
                <a:gd name="T3" fmla="*/ 23 h 23"/>
                <a:gd name="T4" fmla="*/ 9 w 23"/>
                <a:gd name="T5" fmla="*/ 15 h 23"/>
                <a:gd name="T6" fmla="*/ 0 w 23"/>
                <a:gd name="T7" fmla="*/ 0 h 23"/>
                <a:gd name="T8" fmla="*/ 14 w 23"/>
                <a:gd name="T9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4" y="8"/>
                  </a:moveTo>
                  <a:cubicBezTo>
                    <a:pt x="18" y="13"/>
                    <a:pt x="22" y="19"/>
                    <a:pt x="23" y="23"/>
                  </a:cubicBezTo>
                  <a:cubicBezTo>
                    <a:pt x="19" y="23"/>
                    <a:pt x="14" y="20"/>
                    <a:pt x="9" y="15"/>
                  </a:cubicBezTo>
                  <a:cubicBezTo>
                    <a:pt x="4" y="10"/>
                    <a:pt x="1" y="5"/>
                    <a:pt x="0" y="0"/>
                  </a:cubicBezTo>
                  <a:cubicBezTo>
                    <a:pt x="3" y="0"/>
                    <a:pt x="9" y="3"/>
                    <a:pt x="14" y="8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2" name="Freeform 489">
              <a:extLst>
                <a:ext uri="{FF2B5EF4-FFF2-40B4-BE49-F238E27FC236}">
                  <a16:creationId xmlns:a16="http://schemas.microsoft.com/office/drawing/2014/main" id="{92F28C07-AB36-4809-860E-017102E37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094" y="3146425"/>
              <a:ext cx="46038" cy="69850"/>
            </a:xfrm>
            <a:custGeom>
              <a:avLst/>
              <a:gdLst>
                <a:gd name="T0" fmla="*/ 18 w 18"/>
                <a:gd name="T1" fmla="*/ 0 h 27"/>
                <a:gd name="T2" fmla="*/ 12 w 18"/>
                <a:gd name="T3" fmla="*/ 16 h 27"/>
                <a:gd name="T4" fmla="*/ 0 w 18"/>
                <a:gd name="T5" fmla="*/ 27 h 27"/>
                <a:gd name="T6" fmla="*/ 6 w 18"/>
                <a:gd name="T7" fmla="*/ 10 h 27"/>
                <a:gd name="T8" fmla="*/ 18 w 1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7">
                  <a:moveTo>
                    <a:pt x="18" y="0"/>
                  </a:moveTo>
                  <a:cubicBezTo>
                    <a:pt x="18" y="4"/>
                    <a:pt x="16" y="11"/>
                    <a:pt x="12" y="16"/>
                  </a:cubicBezTo>
                  <a:cubicBezTo>
                    <a:pt x="8" y="22"/>
                    <a:pt x="3" y="26"/>
                    <a:pt x="0" y="27"/>
                  </a:cubicBezTo>
                  <a:cubicBezTo>
                    <a:pt x="0" y="22"/>
                    <a:pt x="2" y="16"/>
                    <a:pt x="6" y="10"/>
                  </a:cubicBezTo>
                  <a:cubicBezTo>
                    <a:pt x="10" y="5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3" name="Freeform 490">
              <a:extLst>
                <a:ext uri="{FF2B5EF4-FFF2-40B4-BE49-F238E27FC236}">
                  <a16:creationId xmlns:a16="http://schemas.microsoft.com/office/drawing/2014/main" id="{A8B6DF5E-26D2-4B8E-9A1C-D732A7386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832" y="3117850"/>
              <a:ext cx="60325" cy="57150"/>
            </a:xfrm>
            <a:custGeom>
              <a:avLst/>
              <a:gdLst>
                <a:gd name="T0" fmla="*/ 14 w 23"/>
                <a:gd name="T1" fmla="*/ 7 h 22"/>
                <a:gd name="T2" fmla="*/ 23 w 23"/>
                <a:gd name="T3" fmla="*/ 22 h 22"/>
                <a:gd name="T4" fmla="*/ 9 w 23"/>
                <a:gd name="T5" fmla="*/ 14 h 22"/>
                <a:gd name="T6" fmla="*/ 0 w 23"/>
                <a:gd name="T7" fmla="*/ 0 h 22"/>
                <a:gd name="T8" fmla="*/ 14 w 23"/>
                <a:gd name="T9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2">
                  <a:moveTo>
                    <a:pt x="14" y="7"/>
                  </a:moveTo>
                  <a:cubicBezTo>
                    <a:pt x="19" y="12"/>
                    <a:pt x="22" y="18"/>
                    <a:pt x="23" y="22"/>
                  </a:cubicBezTo>
                  <a:cubicBezTo>
                    <a:pt x="19" y="22"/>
                    <a:pt x="14" y="19"/>
                    <a:pt x="9" y="14"/>
                  </a:cubicBezTo>
                  <a:cubicBezTo>
                    <a:pt x="4" y="9"/>
                    <a:pt x="1" y="4"/>
                    <a:pt x="0" y="0"/>
                  </a:cubicBezTo>
                  <a:cubicBezTo>
                    <a:pt x="4" y="0"/>
                    <a:pt x="9" y="2"/>
                    <a:pt x="14" y="7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4" name="Freeform 491">
              <a:extLst>
                <a:ext uri="{FF2B5EF4-FFF2-40B4-BE49-F238E27FC236}">
                  <a16:creationId xmlns:a16="http://schemas.microsoft.com/office/drawing/2014/main" id="{D414DD1C-7839-402B-B6DF-A561EFB11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744" y="3105150"/>
              <a:ext cx="47625" cy="69850"/>
            </a:xfrm>
            <a:custGeom>
              <a:avLst/>
              <a:gdLst>
                <a:gd name="T0" fmla="*/ 18 w 18"/>
                <a:gd name="T1" fmla="*/ 0 h 27"/>
                <a:gd name="T2" fmla="*/ 12 w 18"/>
                <a:gd name="T3" fmla="*/ 16 h 27"/>
                <a:gd name="T4" fmla="*/ 0 w 18"/>
                <a:gd name="T5" fmla="*/ 27 h 27"/>
                <a:gd name="T6" fmla="*/ 6 w 18"/>
                <a:gd name="T7" fmla="*/ 10 h 27"/>
                <a:gd name="T8" fmla="*/ 18 w 1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7">
                  <a:moveTo>
                    <a:pt x="18" y="0"/>
                  </a:moveTo>
                  <a:cubicBezTo>
                    <a:pt x="18" y="4"/>
                    <a:pt x="16" y="10"/>
                    <a:pt x="12" y="16"/>
                  </a:cubicBezTo>
                  <a:cubicBezTo>
                    <a:pt x="8" y="22"/>
                    <a:pt x="4" y="26"/>
                    <a:pt x="0" y="27"/>
                  </a:cubicBezTo>
                  <a:cubicBezTo>
                    <a:pt x="0" y="22"/>
                    <a:pt x="3" y="16"/>
                    <a:pt x="6" y="10"/>
                  </a:cubicBezTo>
                  <a:cubicBezTo>
                    <a:pt x="10" y="5"/>
                    <a:pt x="14" y="1"/>
                    <a:pt x="18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5" name="Freeform 492">
              <a:extLst>
                <a:ext uri="{FF2B5EF4-FFF2-40B4-BE49-F238E27FC236}">
                  <a16:creationId xmlns:a16="http://schemas.microsoft.com/office/drawing/2014/main" id="{3B0463D6-09C7-4097-8482-1B6578631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069" y="3076575"/>
              <a:ext cx="60325" cy="57150"/>
            </a:xfrm>
            <a:custGeom>
              <a:avLst/>
              <a:gdLst>
                <a:gd name="T0" fmla="*/ 14 w 23"/>
                <a:gd name="T1" fmla="*/ 7 h 22"/>
                <a:gd name="T2" fmla="*/ 23 w 23"/>
                <a:gd name="T3" fmla="*/ 22 h 22"/>
                <a:gd name="T4" fmla="*/ 9 w 23"/>
                <a:gd name="T5" fmla="*/ 14 h 22"/>
                <a:gd name="T6" fmla="*/ 0 w 23"/>
                <a:gd name="T7" fmla="*/ 0 h 22"/>
                <a:gd name="T8" fmla="*/ 14 w 23"/>
                <a:gd name="T9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2">
                  <a:moveTo>
                    <a:pt x="14" y="7"/>
                  </a:moveTo>
                  <a:cubicBezTo>
                    <a:pt x="19" y="12"/>
                    <a:pt x="22" y="18"/>
                    <a:pt x="23" y="22"/>
                  </a:cubicBezTo>
                  <a:cubicBezTo>
                    <a:pt x="20" y="22"/>
                    <a:pt x="14" y="19"/>
                    <a:pt x="9" y="14"/>
                  </a:cubicBezTo>
                  <a:cubicBezTo>
                    <a:pt x="5" y="10"/>
                    <a:pt x="1" y="4"/>
                    <a:pt x="0" y="0"/>
                  </a:cubicBezTo>
                  <a:cubicBezTo>
                    <a:pt x="4" y="0"/>
                    <a:pt x="9" y="3"/>
                    <a:pt x="14" y="7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6" name="Freeform 493">
              <a:extLst>
                <a:ext uri="{FF2B5EF4-FFF2-40B4-BE49-F238E27FC236}">
                  <a16:creationId xmlns:a16="http://schemas.microsoft.com/office/drawing/2014/main" id="{66BE76FB-C255-4F82-9137-42A9B5BEA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157" y="3060700"/>
              <a:ext cx="44450" cy="73025"/>
            </a:xfrm>
            <a:custGeom>
              <a:avLst/>
              <a:gdLst>
                <a:gd name="T0" fmla="*/ 17 w 17"/>
                <a:gd name="T1" fmla="*/ 0 h 28"/>
                <a:gd name="T2" fmla="*/ 11 w 17"/>
                <a:gd name="T3" fmla="*/ 17 h 28"/>
                <a:gd name="T4" fmla="*/ 0 w 17"/>
                <a:gd name="T5" fmla="*/ 28 h 28"/>
                <a:gd name="T6" fmla="*/ 5 w 17"/>
                <a:gd name="T7" fmla="*/ 11 h 28"/>
                <a:gd name="T8" fmla="*/ 17 w 17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17" y="0"/>
                  </a:moveTo>
                  <a:cubicBezTo>
                    <a:pt x="17" y="5"/>
                    <a:pt x="15" y="11"/>
                    <a:pt x="11" y="17"/>
                  </a:cubicBezTo>
                  <a:cubicBezTo>
                    <a:pt x="8" y="23"/>
                    <a:pt x="3" y="27"/>
                    <a:pt x="0" y="28"/>
                  </a:cubicBezTo>
                  <a:cubicBezTo>
                    <a:pt x="0" y="24"/>
                    <a:pt x="2" y="17"/>
                    <a:pt x="5" y="11"/>
                  </a:cubicBezTo>
                  <a:cubicBezTo>
                    <a:pt x="9" y="5"/>
                    <a:pt x="13" y="1"/>
                    <a:pt x="17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7" name="Freeform 494">
              <a:extLst>
                <a:ext uri="{FF2B5EF4-FFF2-40B4-BE49-F238E27FC236}">
                  <a16:creationId xmlns:a16="http://schemas.microsoft.com/office/drawing/2014/main" id="{D4D05364-CC1B-4007-8697-1AE9E0CFB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307" y="3036888"/>
              <a:ext cx="58738" cy="55563"/>
            </a:xfrm>
            <a:custGeom>
              <a:avLst/>
              <a:gdLst>
                <a:gd name="T0" fmla="*/ 14 w 23"/>
                <a:gd name="T1" fmla="*/ 7 h 21"/>
                <a:gd name="T2" fmla="*/ 23 w 23"/>
                <a:gd name="T3" fmla="*/ 21 h 21"/>
                <a:gd name="T4" fmla="*/ 9 w 23"/>
                <a:gd name="T5" fmla="*/ 14 h 21"/>
                <a:gd name="T6" fmla="*/ 0 w 23"/>
                <a:gd name="T7" fmla="*/ 0 h 21"/>
                <a:gd name="T8" fmla="*/ 14 w 23"/>
                <a:gd name="T9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1">
                  <a:moveTo>
                    <a:pt x="14" y="7"/>
                  </a:moveTo>
                  <a:cubicBezTo>
                    <a:pt x="19" y="11"/>
                    <a:pt x="22" y="17"/>
                    <a:pt x="23" y="21"/>
                  </a:cubicBezTo>
                  <a:cubicBezTo>
                    <a:pt x="20" y="21"/>
                    <a:pt x="15" y="18"/>
                    <a:pt x="9" y="14"/>
                  </a:cubicBezTo>
                  <a:cubicBezTo>
                    <a:pt x="4" y="9"/>
                    <a:pt x="1" y="4"/>
                    <a:pt x="0" y="0"/>
                  </a:cubicBezTo>
                  <a:cubicBezTo>
                    <a:pt x="3" y="0"/>
                    <a:pt x="9" y="2"/>
                    <a:pt x="14" y="7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8" name="Freeform 495">
              <a:extLst>
                <a:ext uri="{FF2B5EF4-FFF2-40B4-BE49-F238E27FC236}">
                  <a16:creationId xmlns:a16="http://schemas.microsoft.com/office/drawing/2014/main" id="{9B9E2A78-23A3-42A8-ACA5-0EB0AEFFF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394" y="3019425"/>
              <a:ext cx="42863" cy="73025"/>
            </a:xfrm>
            <a:custGeom>
              <a:avLst/>
              <a:gdLst>
                <a:gd name="T0" fmla="*/ 16 w 17"/>
                <a:gd name="T1" fmla="*/ 0 h 28"/>
                <a:gd name="T2" fmla="*/ 11 w 17"/>
                <a:gd name="T3" fmla="*/ 17 h 28"/>
                <a:gd name="T4" fmla="*/ 0 w 17"/>
                <a:gd name="T5" fmla="*/ 28 h 28"/>
                <a:gd name="T6" fmla="*/ 5 w 17"/>
                <a:gd name="T7" fmla="*/ 11 h 28"/>
                <a:gd name="T8" fmla="*/ 16 w 17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16" y="0"/>
                  </a:moveTo>
                  <a:cubicBezTo>
                    <a:pt x="17" y="5"/>
                    <a:pt x="15" y="11"/>
                    <a:pt x="11" y="17"/>
                  </a:cubicBezTo>
                  <a:cubicBezTo>
                    <a:pt x="8" y="23"/>
                    <a:pt x="3" y="27"/>
                    <a:pt x="0" y="28"/>
                  </a:cubicBezTo>
                  <a:cubicBezTo>
                    <a:pt x="0" y="24"/>
                    <a:pt x="2" y="17"/>
                    <a:pt x="5" y="11"/>
                  </a:cubicBezTo>
                  <a:cubicBezTo>
                    <a:pt x="9" y="5"/>
                    <a:pt x="13" y="1"/>
                    <a:pt x="16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39" name="Freeform 496">
              <a:extLst>
                <a:ext uri="{FF2B5EF4-FFF2-40B4-BE49-F238E27FC236}">
                  <a16:creationId xmlns:a16="http://schemas.microsoft.com/office/drawing/2014/main" id="{9AE64F6B-72BC-4A70-86EE-841AABF07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69" y="2995613"/>
              <a:ext cx="61913" cy="55563"/>
            </a:xfrm>
            <a:custGeom>
              <a:avLst/>
              <a:gdLst>
                <a:gd name="T0" fmla="*/ 14 w 24"/>
                <a:gd name="T1" fmla="*/ 7 h 21"/>
                <a:gd name="T2" fmla="*/ 24 w 24"/>
                <a:gd name="T3" fmla="*/ 21 h 21"/>
                <a:gd name="T4" fmla="*/ 10 w 24"/>
                <a:gd name="T5" fmla="*/ 14 h 21"/>
                <a:gd name="T6" fmla="*/ 0 w 24"/>
                <a:gd name="T7" fmla="*/ 0 h 21"/>
                <a:gd name="T8" fmla="*/ 14 w 24"/>
                <a:gd name="T9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1">
                  <a:moveTo>
                    <a:pt x="14" y="7"/>
                  </a:moveTo>
                  <a:cubicBezTo>
                    <a:pt x="20" y="12"/>
                    <a:pt x="23" y="17"/>
                    <a:pt x="24" y="21"/>
                  </a:cubicBezTo>
                  <a:cubicBezTo>
                    <a:pt x="21" y="21"/>
                    <a:pt x="15" y="19"/>
                    <a:pt x="10" y="14"/>
                  </a:cubicBezTo>
                  <a:cubicBezTo>
                    <a:pt x="5" y="10"/>
                    <a:pt x="1" y="5"/>
                    <a:pt x="0" y="0"/>
                  </a:cubicBezTo>
                  <a:cubicBezTo>
                    <a:pt x="4" y="0"/>
                    <a:pt x="9" y="3"/>
                    <a:pt x="14" y="7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0" name="Freeform 497">
              <a:extLst>
                <a:ext uri="{FF2B5EF4-FFF2-40B4-BE49-F238E27FC236}">
                  <a16:creationId xmlns:a16="http://schemas.microsoft.com/office/drawing/2014/main" id="{6996C20A-9591-408B-9284-956417D42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457" y="2978150"/>
              <a:ext cx="42863" cy="73025"/>
            </a:xfrm>
            <a:custGeom>
              <a:avLst/>
              <a:gdLst>
                <a:gd name="T0" fmla="*/ 17 w 17"/>
                <a:gd name="T1" fmla="*/ 0 h 28"/>
                <a:gd name="T2" fmla="*/ 12 w 17"/>
                <a:gd name="T3" fmla="*/ 17 h 28"/>
                <a:gd name="T4" fmla="*/ 1 w 17"/>
                <a:gd name="T5" fmla="*/ 28 h 28"/>
                <a:gd name="T6" fmla="*/ 6 w 17"/>
                <a:gd name="T7" fmla="*/ 11 h 28"/>
                <a:gd name="T8" fmla="*/ 17 w 17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17" y="0"/>
                  </a:moveTo>
                  <a:cubicBezTo>
                    <a:pt x="17" y="4"/>
                    <a:pt x="15" y="11"/>
                    <a:pt x="12" y="17"/>
                  </a:cubicBezTo>
                  <a:cubicBezTo>
                    <a:pt x="8" y="23"/>
                    <a:pt x="4" y="27"/>
                    <a:pt x="1" y="28"/>
                  </a:cubicBezTo>
                  <a:cubicBezTo>
                    <a:pt x="0" y="24"/>
                    <a:pt x="2" y="17"/>
                    <a:pt x="6" y="11"/>
                  </a:cubicBezTo>
                  <a:cubicBezTo>
                    <a:pt x="9" y="5"/>
                    <a:pt x="13" y="1"/>
                    <a:pt x="17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1" name="Freeform 498">
              <a:extLst>
                <a:ext uri="{FF2B5EF4-FFF2-40B4-BE49-F238E27FC236}">
                  <a16:creationId xmlns:a16="http://schemas.microsoft.com/office/drawing/2014/main" id="{CCE95406-2D51-4524-A6FE-A779B280A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32" y="2957513"/>
              <a:ext cx="65088" cy="53975"/>
            </a:xfrm>
            <a:custGeom>
              <a:avLst/>
              <a:gdLst>
                <a:gd name="T0" fmla="*/ 14 w 25"/>
                <a:gd name="T1" fmla="*/ 7 h 21"/>
                <a:gd name="T2" fmla="*/ 25 w 25"/>
                <a:gd name="T3" fmla="*/ 21 h 21"/>
                <a:gd name="T4" fmla="*/ 10 w 25"/>
                <a:gd name="T5" fmla="*/ 14 h 21"/>
                <a:gd name="T6" fmla="*/ 0 w 25"/>
                <a:gd name="T7" fmla="*/ 0 h 21"/>
                <a:gd name="T8" fmla="*/ 14 w 25"/>
                <a:gd name="T9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1">
                  <a:moveTo>
                    <a:pt x="14" y="7"/>
                  </a:moveTo>
                  <a:cubicBezTo>
                    <a:pt x="20" y="11"/>
                    <a:pt x="24" y="16"/>
                    <a:pt x="25" y="21"/>
                  </a:cubicBezTo>
                  <a:cubicBezTo>
                    <a:pt x="21" y="21"/>
                    <a:pt x="16" y="18"/>
                    <a:pt x="10" y="14"/>
                  </a:cubicBezTo>
                  <a:cubicBezTo>
                    <a:pt x="5" y="9"/>
                    <a:pt x="1" y="4"/>
                    <a:pt x="0" y="0"/>
                  </a:cubicBezTo>
                  <a:cubicBezTo>
                    <a:pt x="4" y="0"/>
                    <a:pt x="9" y="2"/>
                    <a:pt x="14" y="7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2" name="Freeform 499">
              <a:extLst>
                <a:ext uri="{FF2B5EF4-FFF2-40B4-BE49-F238E27FC236}">
                  <a16:creationId xmlns:a16="http://schemas.microsoft.com/office/drawing/2014/main" id="{510C51B3-F50D-49DF-BE99-F6F1291C1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107" y="2933700"/>
              <a:ext cx="42863" cy="76200"/>
            </a:xfrm>
            <a:custGeom>
              <a:avLst/>
              <a:gdLst>
                <a:gd name="T0" fmla="*/ 15 w 16"/>
                <a:gd name="T1" fmla="*/ 0 h 29"/>
                <a:gd name="T2" fmla="*/ 11 w 16"/>
                <a:gd name="T3" fmla="*/ 18 h 29"/>
                <a:gd name="T4" fmla="*/ 0 w 16"/>
                <a:gd name="T5" fmla="*/ 29 h 29"/>
                <a:gd name="T6" fmla="*/ 5 w 16"/>
                <a:gd name="T7" fmla="*/ 12 h 29"/>
                <a:gd name="T8" fmla="*/ 15 w 16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9">
                  <a:moveTo>
                    <a:pt x="15" y="0"/>
                  </a:moveTo>
                  <a:cubicBezTo>
                    <a:pt x="16" y="5"/>
                    <a:pt x="14" y="12"/>
                    <a:pt x="11" y="18"/>
                  </a:cubicBezTo>
                  <a:cubicBezTo>
                    <a:pt x="8" y="24"/>
                    <a:pt x="4" y="28"/>
                    <a:pt x="0" y="29"/>
                  </a:cubicBezTo>
                  <a:cubicBezTo>
                    <a:pt x="0" y="25"/>
                    <a:pt x="1" y="19"/>
                    <a:pt x="5" y="12"/>
                  </a:cubicBezTo>
                  <a:cubicBezTo>
                    <a:pt x="8" y="6"/>
                    <a:pt x="12" y="2"/>
                    <a:pt x="15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3" name="Freeform 500">
              <a:extLst>
                <a:ext uri="{FF2B5EF4-FFF2-40B4-BE49-F238E27FC236}">
                  <a16:creationId xmlns:a16="http://schemas.microsoft.com/office/drawing/2014/main" id="{DEE84E26-6C41-4E29-9F8A-45D430B56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94" y="2917825"/>
              <a:ext cx="65088" cy="52388"/>
            </a:xfrm>
            <a:custGeom>
              <a:avLst/>
              <a:gdLst>
                <a:gd name="T0" fmla="*/ 14 w 25"/>
                <a:gd name="T1" fmla="*/ 6 h 20"/>
                <a:gd name="T2" fmla="*/ 25 w 25"/>
                <a:gd name="T3" fmla="*/ 20 h 20"/>
                <a:gd name="T4" fmla="*/ 10 w 25"/>
                <a:gd name="T5" fmla="*/ 13 h 20"/>
                <a:gd name="T6" fmla="*/ 0 w 25"/>
                <a:gd name="T7" fmla="*/ 1 h 20"/>
                <a:gd name="T8" fmla="*/ 14 w 25"/>
                <a:gd name="T9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0">
                  <a:moveTo>
                    <a:pt x="14" y="6"/>
                  </a:moveTo>
                  <a:cubicBezTo>
                    <a:pt x="20" y="10"/>
                    <a:pt x="24" y="16"/>
                    <a:pt x="25" y="20"/>
                  </a:cubicBezTo>
                  <a:cubicBezTo>
                    <a:pt x="21" y="20"/>
                    <a:pt x="16" y="18"/>
                    <a:pt x="10" y="13"/>
                  </a:cubicBezTo>
                  <a:cubicBezTo>
                    <a:pt x="5" y="9"/>
                    <a:pt x="1" y="4"/>
                    <a:pt x="0" y="1"/>
                  </a:cubicBezTo>
                  <a:cubicBezTo>
                    <a:pt x="3" y="0"/>
                    <a:pt x="9" y="2"/>
                    <a:pt x="14" y="6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4" name="Freeform 501">
              <a:extLst>
                <a:ext uri="{FF2B5EF4-FFF2-40B4-BE49-F238E27FC236}">
                  <a16:creationId xmlns:a16="http://schemas.microsoft.com/office/drawing/2014/main" id="{6588B40F-07CA-4E8D-B861-19E34A481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169" y="2892425"/>
              <a:ext cx="39688" cy="77788"/>
            </a:xfrm>
            <a:custGeom>
              <a:avLst/>
              <a:gdLst>
                <a:gd name="T0" fmla="*/ 14 w 15"/>
                <a:gd name="T1" fmla="*/ 0 h 30"/>
                <a:gd name="T2" fmla="*/ 11 w 15"/>
                <a:gd name="T3" fmla="*/ 18 h 30"/>
                <a:gd name="T4" fmla="*/ 0 w 15"/>
                <a:gd name="T5" fmla="*/ 30 h 30"/>
                <a:gd name="T6" fmla="*/ 4 w 15"/>
                <a:gd name="T7" fmla="*/ 12 h 30"/>
                <a:gd name="T8" fmla="*/ 14 w 15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0">
                  <a:moveTo>
                    <a:pt x="14" y="0"/>
                  </a:moveTo>
                  <a:cubicBezTo>
                    <a:pt x="15" y="5"/>
                    <a:pt x="14" y="11"/>
                    <a:pt x="11" y="18"/>
                  </a:cubicBezTo>
                  <a:cubicBezTo>
                    <a:pt x="8" y="24"/>
                    <a:pt x="4" y="28"/>
                    <a:pt x="0" y="30"/>
                  </a:cubicBezTo>
                  <a:cubicBezTo>
                    <a:pt x="0" y="25"/>
                    <a:pt x="1" y="19"/>
                    <a:pt x="4" y="12"/>
                  </a:cubicBezTo>
                  <a:cubicBezTo>
                    <a:pt x="7" y="6"/>
                    <a:pt x="11" y="1"/>
                    <a:pt x="14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5" name="Freeform 502">
              <a:extLst>
                <a:ext uri="{FF2B5EF4-FFF2-40B4-BE49-F238E27FC236}">
                  <a16:creationId xmlns:a16="http://schemas.microsoft.com/office/drawing/2014/main" id="{72B4FCE6-AB34-47F8-B346-9620C115C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794" y="2881313"/>
              <a:ext cx="69850" cy="47625"/>
            </a:xfrm>
            <a:custGeom>
              <a:avLst/>
              <a:gdLst>
                <a:gd name="T0" fmla="*/ 15 w 27"/>
                <a:gd name="T1" fmla="*/ 5 h 18"/>
                <a:gd name="T2" fmla="*/ 27 w 27"/>
                <a:gd name="T3" fmla="*/ 18 h 18"/>
                <a:gd name="T4" fmla="*/ 12 w 27"/>
                <a:gd name="T5" fmla="*/ 12 h 18"/>
                <a:gd name="T6" fmla="*/ 0 w 27"/>
                <a:gd name="T7" fmla="*/ 0 h 18"/>
                <a:gd name="T8" fmla="*/ 15 w 27"/>
                <a:gd name="T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8">
                  <a:moveTo>
                    <a:pt x="15" y="5"/>
                  </a:moveTo>
                  <a:cubicBezTo>
                    <a:pt x="21" y="9"/>
                    <a:pt x="25" y="14"/>
                    <a:pt x="27" y="18"/>
                  </a:cubicBezTo>
                  <a:cubicBezTo>
                    <a:pt x="23" y="18"/>
                    <a:pt x="17" y="16"/>
                    <a:pt x="12" y="12"/>
                  </a:cubicBezTo>
                  <a:cubicBezTo>
                    <a:pt x="6" y="9"/>
                    <a:pt x="2" y="4"/>
                    <a:pt x="0" y="0"/>
                  </a:cubicBezTo>
                  <a:cubicBezTo>
                    <a:pt x="4" y="0"/>
                    <a:pt x="10" y="1"/>
                    <a:pt x="15" y="5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6" name="Freeform 503">
              <a:extLst>
                <a:ext uri="{FF2B5EF4-FFF2-40B4-BE49-F238E27FC236}">
                  <a16:creationId xmlns:a16="http://schemas.microsoft.com/office/drawing/2014/main" id="{55A72709-60E8-4AE3-BEFF-6967ED012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44" y="2847975"/>
              <a:ext cx="38100" cy="80963"/>
            </a:xfrm>
            <a:custGeom>
              <a:avLst/>
              <a:gdLst>
                <a:gd name="T0" fmla="*/ 14 w 15"/>
                <a:gd name="T1" fmla="*/ 0 h 31"/>
                <a:gd name="T2" fmla="*/ 11 w 15"/>
                <a:gd name="T3" fmla="*/ 19 h 31"/>
                <a:gd name="T4" fmla="*/ 1 w 15"/>
                <a:gd name="T5" fmla="*/ 31 h 31"/>
                <a:gd name="T6" fmla="*/ 4 w 15"/>
                <a:gd name="T7" fmla="*/ 13 h 31"/>
                <a:gd name="T8" fmla="*/ 14 w 15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1">
                  <a:moveTo>
                    <a:pt x="14" y="0"/>
                  </a:moveTo>
                  <a:cubicBezTo>
                    <a:pt x="15" y="5"/>
                    <a:pt x="14" y="12"/>
                    <a:pt x="11" y="19"/>
                  </a:cubicBezTo>
                  <a:cubicBezTo>
                    <a:pt x="8" y="25"/>
                    <a:pt x="4" y="29"/>
                    <a:pt x="1" y="31"/>
                  </a:cubicBezTo>
                  <a:cubicBezTo>
                    <a:pt x="0" y="26"/>
                    <a:pt x="1" y="20"/>
                    <a:pt x="4" y="13"/>
                  </a:cubicBezTo>
                  <a:cubicBezTo>
                    <a:pt x="7" y="7"/>
                    <a:pt x="10" y="2"/>
                    <a:pt x="14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7" name="Freeform 504">
              <a:extLst>
                <a:ext uri="{FF2B5EF4-FFF2-40B4-BE49-F238E27FC236}">
                  <a16:creationId xmlns:a16="http://schemas.microsoft.com/office/drawing/2014/main" id="{263478F6-D3CA-4B25-BC8C-2F1BE477B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682" y="2846388"/>
              <a:ext cx="69850" cy="42863"/>
            </a:xfrm>
            <a:custGeom>
              <a:avLst/>
              <a:gdLst>
                <a:gd name="T0" fmla="*/ 15 w 27"/>
                <a:gd name="T1" fmla="*/ 4 h 17"/>
                <a:gd name="T2" fmla="*/ 27 w 27"/>
                <a:gd name="T3" fmla="*/ 17 h 17"/>
                <a:gd name="T4" fmla="*/ 12 w 27"/>
                <a:gd name="T5" fmla="*/ 12 h 17"/>
                <a:gd name="T6" fmla="*/ 0 w 27"/>
                <a:gd name="T7" fmla="*/ 1 h 17"/>
                <a:gd name="T8" fmla="*/ 15 w 27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7">
                  <a:moveTo>
                    <a:pt x="15" y="4"/>
                  </a:moveTo>
                  <a:cubicBezTo>
                    <a:pt x="20" y="8"/>
                    <a:pt x="25" y="13"/>
                    <a:pt x="27" y="17"/>
                  </a:cubicBezTo>
                  <a:cubicBezTo>
                    <a:pt x="23" y="17"/>
                    <a:pt x="17" y="15"/>
                    <a:pt x="12" y="12"/>
                  </a:cubicBezTo>
                  <a:cubicBezTo>
                    <a:pt x="6" y="8"/>
                    <a:pt x="1" y="4"/>
                    <a:pt x="0" y="1"/>
                  </a:cubicBezTo>
                  <a:cubicBezTo>
                    <a:pt x="3" y="0"/>
                    <a:pt x="9" y="1"/>
                    <a:pt x="15" y="4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8" name="Freeform 505">
              <a:extLst>
                <a:ext uri="{FF2B5EF4-FFF2-40B4-BE49-F238E27FC236}">
                  <a16:creationId xmlns:a16="http://schemas.microsoft.com/office/drawing/2014/main" id="{68C222E4-84B2-4B79-B997-90FCE3581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532" y="2803525"/>
              <a:ext cx="34925" cy="84138"/>
            </a:xfrm>
            <a:custGeom>
              <a:avLst/>
              <a:gdLst>
                <a:gd name="T0" fmla="*/ 11 w 13"/>
                <a:gd name="T1" fmla="*/ 0 h 32"/>
                <a:gd name="T2" fmla="*/ 10 w 13"/>
                <a:gd name="T3" fmla="*/ 19 h 32"/>
                <a:gd name="T4" fmla="*/ 1 w 13"/>
                <a:gd name="T5" fmla="*/ 32 h 32"/>
                <a:gd name="T6" fmla="*/ 3 w 13"/>
                <a:gd name="T7" fmla="*/ 15 h 32"/>
                <a:gd name="T8" fmla="*/ 11 w 13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2">
                  <a:moveTo>
                    <a:pt x="11" y="0"/>
                  </a:moveTo>
                  <a:cubicBezTo>
                    <a:pt x="13" y="5"/>
                    <a:pt x="13" y="13"/>
                    <a:pt x="10" y="19"/>
                  </a:cubicBezTo>
                  <a:cubicBezTo>
                    <a:pt x="8" y="26"/>
                    <a:pt x="4" y="31"/>
                    <a:pt x="1" y="32"/>
                  </a:cubicBezTo>
                  <a:cubicBezTo>
                    <a:pt x="0" y="28"/>
                    <a:pt x="1" y="21"/>
                    <a:pt x="3" y="15"/>
                  </a:cubicBezTo>
                  <a:cubicBezTo>
                    <a:pt x="5" y="8"/>
                    <a:pt x="8" y="2"/>
                    <a:pt x="11" y="0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49" name="Freeform 506">
              <a:extLst>
                <a:ext uri="{FF2B5EF4-FFF2-40B4-BE49-F238E27FC236}">
                  <a16:creationId xmlns:a16="http://schemas.microsoft.com/office/drawing/2014/main" id="{E8AB25B7-D158-43DA-9BEE-E0EEB80F3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32" y="2778125"/>
              <a:ext cx="42863" cy="80963"/>
            </a:xfrm>
            <a:custGeom>
              <a:avLst/>
              <a:gdLst>
                <a:gd name="T0" fmla="*/ 13 w 17"/>
                <a:gd name="T1" fmla="*/ 13 h 31"/>
                <a:gd name="T2" fmla="*/ 16 w 17"/>
                <a:gd name="T3" fmla="*/ 31 h 31"/>
                <a:gd name="T4" fmla="*/ 6 w 17"/>
                <a:gd name="T5" fmla="*/ 16 h 31"/>
                <a:gd name="T6" fmla="*/ 2 w 17"/>
                <a:gd name="T7" fmla="*/ 7 h 31"/>
                <a:gd name="T8" fmla="*/ 0 w 17"/>
                <a:gd name="T9" fmla="*/ 0 h 31"/>
                <a:gd name="T10" fmla="*/ 7 w 17"/>
                <a:gd name="T11" fmla="*/ 4 h 31"/>
                <a:gd name="T12" fmla="*/ 13 w 17"/>
                <a:gd name="T13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1">
                  <a:moveTo>
                    <a:pt x="13" y="13"/>
                  </a:moveTo>
                  <a:cubicBezTo>
                    <a:pt x="17" y="20"/>
                    <a:pt x="17" y="26"/>
                    <a:pt x="16" y="31"/>
                  </a:cubicBezTo>
                  <a:cubicBezTo>
                    <a:pt x="13" y="28"/>
                    <a:pt x="10" y="22"/>
                    <a:pt x="6" y="16"/>
                  </a:cubicBezTo>
                  <a:cubicBezTo>
                    <a:pt x="5" y="13"/>
                    <a:pt x="3" y="10"/>
                    <a:pt x="2" y="7"/>
                  </a:cubicBezTo>
                  <a:cubicBezTo>
                    <a:pt x="1" y="4"/>
                    <a:pt x="0" y="2"/>
                    <a:pt x="0" y="0"/>
                  </a:cubicBezTo>
                  <a:cubicBezTo>
                    <a:pt x="2" y="0"/>
                    <a:pt x="4" y="1"/>
                    <a:pt x="7" y="4"/>
                  </a:cubicBezTo>
                  <a:cubicBezTo>
                    <a:pt x="9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0" name="Freeform 507">
              <a:extLst>
                <a:ext uri="{FF2B5EF4-FFF2-40B4-BE49-F238E27FC236}">
                  <a16:creationId xmlns:a16="http://schemas.microsoft.com/office/drawing/2014/main" id="{422DE931-E3F7-4440-B457-40D3CE38C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307" y="2824163"/>
              <a:ext cx="85725" cy="477838"/>
            </a:xfrm>
            <a:custGeom>
              <a:avLst/>
              <a:gdLst>
                <a:gd name="T0" fmla="*/ 31 w 33"/>
                <a:gd name="T1" fmla="*/ 184 h 184"/>
                <a:gd name="T2" fmla="*/ 31 w 33"/>
                <a:gd name="T3" fmla="*/ 184 h 184"/>
                <a:gd name="T4" fmla="*/ 32 w 33"/>
                <a:gd name="T5" fmla="*/ 183 h 184"/>
                <a:gd name="T6" fmla="*/ 2 w 33"/>
                <a:gd name="T7" fmla="*/ 1 h 184"/>
                <a:gd name="T8" fmla="*/ 1 w 33"/>
                <a:gd name="T9" fmla="*/ 0 h 184"/>
                <a:gd name="T10" fmla="*/ 0 w 33"/>
                <a:gd name="T11" fmla="*/ 2 h 184"/>
                <a:gd name="T12" fmla="*/ 30 w 33"/>
                <a:gd name="T13" fmla="*/ 183 h 184"/>
                <a:gd name="T14" fmla="*/ 31 w 33"/>
                <a:gd name="T15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84">
                  <a:moveTo>
                    <a:pt x="31" y="184"/>
                  </a:moveTo>
                  <a:cubicBezTo>
                    <a:pt x="31" y="184"/>
                    <a:pt x="31" y="184"/>
                    <a:pt x="31" y="184"/>
                  </a:cubicBezTo>
                  <a:cubicBezTo>
                    <a:pt x="32" y="184"/>
                    <a:pt x="33" y="183"/>
                    <a:pt x="32" y="183"/>
                  </a:cubicBezTo>
                  <a:cubicBezTo>
                    <a:pt x="32" y="182"/>
                    <a:pt x="26" y="56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24" y="56"/>
                    <a:pt x="30" y="182"/>
                    <a:pt x="30" y="183"/>
                  </a:cubicBezTo>
                  <a:cubicBezTo>
                    <a:pt x="30" y="184"/>
                    <a:pt x="31" y="184"/>
                    <a:pt x="31" y="184"/>
                  </a:cubicBezTo>
                </a:path>
              </a:pathLst>
            </a:custGeom>
            <a:solidFill>
              <a:srgbClr val="2A3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1" name="Freeform 508">
              <a:extLst>
                <a:ext uri="{FF2B5EF4-FFF2-40B4-BE49-F238E27FC236}">
                  <a16:creationId xmlns:a16="http://schemas.microsoft.com/office/drawing/2014/main" id="{C4C01601-FE62-469B-8CEB-AEA4B150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882" y="3224213"/>
              <a:ext cx="38100" cy="76200"/>
            </a:xfrm>
            <a:custGeom>
              <a:avLst/>
              <a:gdLst>
                <a:gd name="T0" fmla="*/ 11 w 15"/>
                <a:gd name="T1" fmla="*/ 13 h 29"/>
                <a:gd name="T2" fmla="*/ 15 w 15"/>
                <a:gd name="T3" fmla="*/ 29 h 29"/>
                <a:gd name="T4" fmla="*/ 4 w 15"/>
                <a:gd name="T5" fmla="*/ 18 h 29"/>
                <a:gd name="T6" fmla="*/ 2 w 15"/>
                <a:gd name="T7" fmla="*/ 0 h 29"/>
                <a:gd name="T8" fmla="*/ 11 w 15"/>
                <a:gd name="T9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9">
                  <a:moveTo>
                    <a:pt x="11" y="13"/>
                  </a:moveTo>
                  <a:cubicBezTo>
                    <a:pt x="14" y="19"/>
                    <a:pt x="15" y="25"/>
                    <a:pt x="15" y="29"/>
                  </a:cubicBezTo>
                  <a:cubicBezTo>
                    <a:pt x="11" y="28"/>
                    <a:pt x="7" y="24"/>
                    <a:pt x="4" y="18"/>
                  </a:cubicBezTo>
                  <a:cubicBezTo>
                    <a:pt x="1" y="11"/>
                    <a:pt x="0" y="5"/>
                    <a:pt x="2" y="0"/>
                  </a:cubicBezTo>
                  <a:cubicBezTo>
                    <a:pt x="5" y="2"/>
                    <a:pt x="8" y="7"/>
                    <a:pt x="11" y="13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2" name="Freeform 509">
              <a:extLst>
                <a:ext uri="{FF2B5EF4-FFF2-40B4-BE49-F238E27FC236}">
                  <a16:creationId xmlns:a16="http://schemas.microsoft.com/office/drawing/2014/main" id="{641F14E4-ED68-4CB7-9FD9-595FC9B00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157" y="3263900"/>
              <a:ext cx="65088" cy="36513"/>
            </a:xfrm>
            <a:custGeom>
              <a:avLst/>
              <a:gdLst>
                <a:gd name="T0" fmla="*/ 25 w 25"/>
                <a:gd name="T1" fmla="*/ 0 h 14"/>
                <a:gd name="T2" fmla="*/ 14 w 25"/>
                <a:gd name="T3" fmla="*/ 10 h 14"/>
                <a:gd name="T4" fmla="*/ 0 w 25"/>
                <a:gd name="T5" fmla="*/ 14 h 14"/>
                <a:gd name="T6" fmla="*/ 11 w 25"/>
                <a:gd name="T7" fmla="*/ 3 h 14"/>
                <a:gd name="T8" fmla="*/ 25 w 25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4">
                  <a:moveTo>
                    <a:pt x="25" y="0"/>
                  </a:moveTo>
                  <a:cubicBezTo>
                    <a:pt x="24" y="3"/>
                    <a:pt x="20" y="7"/>
                    <a:pt x="14" y="10"/>
                  </a:cubicBezTo>
                  <a:cubicBezTo>
                    <a:pt x="9" y="12"/>
                    <a:pt x="4" y="14"/>
                    <a:pt x="0" y="14"/>
                  </a:cubicBezTo>
                  <a:cubicBezTo>
                    <a:pt x="1" y="10"/>
                    <a:pt x="5" y="6"/>
                    <a:pt x="11" y="3"/>
                  </a:cubicBezTo>
                  <a:cubicBezTo>
                    <a:pt x="16" y="0"/>
                    <a:pt x="22" y="0"/>
                    <a:pt x="25" y="0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3" name="Freeform 510">
              <a:extLst>
                <a:ext uri="{FF2B5EF4-FFF2-40B4-BE49-F238E27FC236}">
                  <a16:creationId xmlns:a16="http://schemas.microsoft.com/office/drawing/2014/main" id="{C4565065-B5EE-4CB1-8E1D-E9D3F326E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344" y="3187700"/>
              <a:ext cx="31750" cy="76200"/>
            </a:xfrm>
            <a:custGeom>
              <a:avLst/>
              <a:gdLst>
                <a:gd name="T0" fmla="*/ 9 w 12"/>
                <a:gd name="T1" fmla="*/ 13 h 29"/>
                <a:gd name="T2" fmla="*/ 11 w 12"/>
                <a:gd name="T3" fmla="*/ 29 h 29"/>
                <a:gd name="T4" fmla="*/ 2 w 12"/>
                <a:gd name="T5" fmla="*/ 17 h 29"/>
                <a:gd name="T6" fmla="*/ 0 w 12"/>
                <a:gd name="T7" fmla="*/ 8 h 29"/>
                <a:gd name="T8" fmla="*/ 1 w 12"/>
                <a:gd name="T9" fmla="*/ 0 h 29"/>
                <a:gd name="T10" fmla="*/ 9 w 12"/>
                <a:gd name="T11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29">
                  <a:moveTo>
                    <a:pt x="9" y="13"/>
                  </a:moveTo>
                  <a:cubicBezTo>
                    <a:pt x="11" y="20"/>
                    <a:pt x="12" y="25"/>
                    <a:pt x="11" y="29"/>
                  </a:cubicBezTo>
                  <a:cubicBezTo>
                    <a:pt x="8" y="28"/>
                    <a:pt x="4" y="23"/>
                    <a:pt x="2" y="17"/>
                  </a:cubicBezTo>
                  <a:cubicBezTo>
                    <a:pt x="1" y="14"/>
                    <a:pt x="0" y="10"/>
                    <a:pt x="0" y="8"/>
                  </a:cubicBezTo>
                  <a:cubicBezTo>
                    <a:pt x="0" y="5"/>
                    <a:pt x="0" y="2"/>
                    <a:pt x="1" y="0"/>
                  </a:cubicBezTo>
                  <a:cubicBezTo>
                    <a:pt x="4" y="2"/>
                    <a:pt x="7" y="7"/>
                    <a:pt x="9" y="1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4" name="Freeform 511">
              <a:extLst>
                <a:ext uri="{FF2B5EF4-FFF2-40B4-BE49-F238E27FC236}">
                  <a16:creationId xmlns:a16="http://schemas.microsoft.com/office/drawing/2014/main" id="{0BF26B66-2C52-4377-9EDD-AA6DE974D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094" y="3232150"/>
              <a:ext cx="69850" cy="33338"/>
            </a:xfrm>
            <a:custGeom>
              <a:avLst/>
              <a:gdLst>
                <a:gd name="T0" fmla="*/ 27 w 27"/>
                <a:gd name="T1" fmla="*/ 1 h 13"/>
                <a:gd name="T2" fmla="*/ 22 w 27"/>
                <a:gd name="T3" fmla="*/ 6 h 13"/>
                <a:gd name="T4" fmla="*/ 15 w 27"/>
                <a:gd name="T5" fmla="*/ 10 h 13"/>
                <a:gd name="T6" fmla="*/ 0 w 27"/>
                <a:gd name="T7" fmla="*/ 13 h 13"/>
                <a:gd name="T8" fmla="*/ 12 w 27"/>
                <a:gd name="T9" fmla="*/ 3 h 13"/>
                <a:gd name="T10" fmla="*/ 27 w 27"/>
                <a:gd name="T11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13">
                  <a:moveTo>
                    <a:pt x="27" y="1"/>
                  </a:moveTo>
                  <a:cubicBezTo>
                    <a:pt x="26" y="3"/>
                    <a:pt x="25" y="4"/>
                    <a:pt x="22" y="6"/>
                  </a:cubicBezTo>
                  <a:cubicBezTo>
                    <a:pt x="20" y="7"/>
                    <a:pt x="18" y="8"/>
                    <a:pt x="15" y="10"/>
                  </a:cubicBezTo>
                  <a:cubicBezTo>
                    <a:pt x="10" y="12"/>
                    <a:pt x="4" y="13"/>
                    <a:pt x="0" y="13"/>
                  </a:cubicBezTo>
                  <a:cubicBezTo>
                    <a:pt x="2" y="9"/>
                    <a:pt x="6" y="5"/>
                    <a:pt x="12" y="3"/>
                  </a:cubicBezTo>
                  <a:cubicBezTo>
                    <a:pt x="18" y="0"/>
                    <a:pt x="24" y="0"/>
                    <a:pt x="27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5" name="Freeform 512">
              <a:extLst>
                <a:ext uri="{FF2B5EF4-FFF2-40B4-BE49-F238E27FC236}">
                  <a16:creationId xmlns:a16="http://schemas.microsoft.com/office/drawing/2014/main" id="{754DFEBB-AD39-4B57-84C0-2E2BF2FA2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219" y="3151188"/>
              <a:ext cx="28575" cy="77788"/>
            </a:xfrm>
            <a:custGeom>
              <a:avLst/>
              <a:gdLst>
                <a:gd name="T0" fmla="*/ 9 w 11"/>
                <a:gd name="T1" fmla="*/ 14 h 30"/>
                <a:gd name="T2" fmla="*/ 10 w 11"/>
                <a:gd name="T3" fmla="*/ 30 h 30"/>
                <a:gd name="T4" fmla="*/ 6 w 11"/>
                <a:gd name="T5" fmla="*/ 25 h 30"/>
                <a:gd name="T6" fmla="*/ 2 w 11"/>
                <a:gd name="T7" fmla="*/ 17 h 30"/>
                <a:gd name="T8" fmla="*/ 3 w 11"/>
                <a:gd name="T9" fmla="*/ 0 h 30"/>
                <a:gd name="T10" fmla="*/ 7 w 11"/>
                <a:gd name="T11" fmla="*/ 5 h 30"/>
                <a:gd name="T12" fmla="*/ 8 w 11"/>
                <a:gd name="T13" fmla="*/ 9 h 30"/>
                <a:gd name="T14" fmla="*/ 9 w 11"/>
                <a:gd name="T15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30">
                  <a:moveTo>
                    <a:pt x="9" y="14"/>
                  </a:moveTo>
                  <a:cubicBezTo>
                    <a:pt x="11" y="20"/>
                    <a:pt x="11" y="26"/>
                    <a:pt x="10" y="30"/>
                  </a:cubicBezTo>
                  <a:cubicBezTo>
                    <a:pt x="9" y="29"/>
                    <a:pt x="7" y="27"/>
                    <a:pt x="6" y="25"/>
                  </a:cubicBezTo>
                  <a:cubicBezTo>
                    <a:pt x="4" y="23"/>
                    <a:pt x="3" y="20"/>
                    <a:pt x="2" y="17"/>
                  </a:cubicBezTo>
                  <a:cubicBezTo>
                    <a:pt x="0" y="10"/>
                    <a:pt x="1" y="4"/>
                    <a:pt x="3" y="0"/>
                  </a:cubicBezTo>
                  <a:cubicBezTo>
                    <a:pt x="4" y="1"/>
                    <a:pt x="6" y="3"/>
                    <a:pt x="7" y="5"/>
                  </a:cubicBezTo>
                  <a:cubicBezTo>
                    <a:pt x="7" y="7"/>
                    <a:pt x="8" y="8"/>
                    <a:pt x="8" y="9"/>
                  </a:cubicBezTo>
                  <a:cubicBezTo>
                    <a:pt x="9" y="11"/>
                    <a:pt x="9" y="12"/>
                    <a:pt x="9" y="14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6" name="Freeform 513">
              <a:extLst>
                <a:ext uri="{FF2B5EF4-FFF2-40B4-BE49-F238E27FC236}">
                  <a16:creationId xmlns:a16="http://schemas.microsoft.com/office/drawing/2014/main" id="{5A7A8CF3-665B-4E2A-8835-DF32D8806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794" y="3206750"/>
              <a:ext cx="73025" cy="25400"/>
            </a:xfrm>
            <a:custGeom>
              <a:avLst/>
              <a:gdLst>
                <a:gd name="T0" fmla="*/ 28 w 28"/>
                <a:gd name="T1" fmla="*/ 1 h 10"/>
                <a:gd name="T2" fmla="*/ 15 w 28"/>
                <a:gd name="T3" fmla="*/ 8 h 10"/>
                <a:gd name="T4" fmla="*/ 7 w 28"/>
                <a:gd name="T5" fmla="*/ 10 h 10"/>
                <a:gd name="T6" fmla="*/ 0 w 28"/>
                <a:gd name="T7" fmla="*/ 9 h 10"/>
                <a:gd name="T8" fmla="*/ 13 w 28"/>
                <a:gd name="T9" fmla="*/ 1 h 10"/>
                <a:gd name="T10" fmla="*/ 17 w 28"/>
                <a:gd name="T11" fmla="*/ 0 h 10"/>
                <a:gd name="T12" fmla="*/ 21 w 28"/>
                <a:gd name="T13" fmla="*/ 0 h 10"/>
                <a:gd name="T14" fmla="*/ 28 w 28"/>
                <a:gd name="T15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0">
                  <a:moveTo>
                    <a:pt x="28" y="1"/>
                  </a:moveTo>
                  <a:cubicBezTo>
                    <a:pt x="26" y="4"/>
                    <a:pt x="21" y="6"/>
                    <a:pt x="15" y="8"/>
                  </a:cubicBezTo>
                  <a:cubicBezTo>
                    <a:pt x="12" y="9"/>
                    <a:pt x="10" y="9"/>
                    <a:pt x="7" y="10"/>
                  </a:cubicBezTo>
                  <a:cubicBezTo>
                    <a:pt x="4" y="10"/>
                    <a:pt x="2" y="10"/>
                    <a:pt x="0" y="9"/>
                  </a:cubicBezTo>
                  <a:cubicBezTo>
                    <a:pt x="2" y="6"/>
                    <a:pt x="7" y="3"/>
                    <a:pt x="13" y="1"/>
                  </a:cubicBezTo>
                  <a:cubicBezTo>
                    <a:pt x="14" y="0"/>
                    <a:pt x="16" y="0"/>
                    <a:pt x="17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4" y="0"/>
                    <a:pt x="26" y="0"/>
                    <a:pt x="28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7" name="Freeform 514">
              <a:extLst>
                <a:ext uri="{FF2B5EF4-FFF2-40B4-BE49-F238E27FC236}">
                  <a16:creationId xmlns:a16="http://schemas.microsoft.com/office/drawing/2014/main" id="{6CAB410A-C065-405D-BA83-3B5D42533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032" y="3116263"/>
              <a:ext cx="22225" cy="79375"/>
            </a:xfrm>
            <a:custGeom>
              <a:avLst/>
              <a:gdLst>
                <a:gd name="T0" fmla="*/ 8 w 9"/>
                <a:gd name="T1" fmla="*/ 15 h 31"/>
                <a:gd name="T2" fmla="*/ 7 w 9"/>
                <a:gd name="T3" fmla="*/ 31 h 31"/>
                <a:gd name="T4" fmla="*/ 3 w 9"/>
                <a:gd name="T5" fmla="*/ 26 h 31"/>
                <a:gd name="T6" fmla="*/ 0 w 9"/>
                <a:gd name="T7" fmla="*/ 17 h 31"/>
                <a:gd name="T8" fmla="*/ 0 w 9"/>
                <a:gd name="T9" fmla="*/ 8 h 31"/>
                <a:gd name="T10" fmla="*/ 3 w 9"/>
                <a:gd name="T11" fmla="*/ 0 h 31"/>
                <a:gd name="T12" fmla="*/ 6 w 9"/>
                <a:gd name="T13" fmla="*/ 6 h 31"/>
                <a:gd name="T14" fmla="*/ 8 w 9"/>
                <a:gd name="T15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31">
                  <a:moveTo>
                    <a:pt x="8" y="15"/>
                  </a:moveTo>
                  <a:cubicBezTo>
                    <a:pt x="9" y="22"/>
                    <a:pt x="9" y="28"/>
                    <a:pt x="7" y="31"/>
                  </a:cubicBezTo>
                  <a:cubicBezTo>
                    <a:pt x="6" y="30"/>
                    <a:pt x="4" y="28"/>
                    <a:pt x="3" y="26"/>
                  </a:cubicBezTo>
                  <a:cubicBezTo>
                    <a:pt x="2" y="24"/>
                    <a:pt x="1" y="21"/>
                    <a:pt x="0" y="17"/>
                  </a:cubicBezTo>
                  <a:cubicBezTo>
                    <a:pt x="0" y="14"/>
                    <a:pt x="0" y="11"/>
                    <a:pt x="0" y="8"/>
                  </a:cubicBezTo>
                  <a:cubicBezTo>
                    <a:pt x="1" y="5"/>
                    <a:pt x="2" y="2"/>
                    <a:pt x="3" y="0"/>
                  </a:cubicBezTo>
                  <a:cubicBezTo>
                    <a:pt x="4" y="2"/>
                    <a:pt x="5" y="4"/>
                    <a:pt x="6" y="6"/>
                  </a:cubicBezTo>
                  <a:cubicBezTo>
                    <a:pt x="7" y="9"/>
                    <a:pt x="8" y="12"/>
                    <a:pt x="8" y="1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8" name="Freeform 515">
              <a:extLst>
                <a:ext uri="{FF2B5EF4-FFF2-40B4-BE49-F238E27FC236}">
                  <a16:creationId xmlns:a16="http://schemas.microsoft.com/office/drawing/2014/main" id="{A98802D9-FDFA-4772-A35F-5A2112FCA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669" y="3178175"/>
              <a:ext cx="74613" cy="22225"/>
            </a:xfrm>
            <a:custGeom>
              <a:avLst/>
              <a:gdLst>
                <a:gd name="T0" fmla="*/ 29 w 29"/>
                <a:gd name="T1" fmla="*/ 2 h 9"/>
                <a:gd name="T2" fmla="*/ 15 w 29"/>
                <a:gd name="T3" fmla="*/ 8 h 9"/>
                <a:gd name="T4" fmla="*/ 7 w 29"/>
                <a:gd name="T5" fmla="*/ 9 h 9"/>
                <a:gd name="T6" fmla="*/ 0 w 29"/>
                <a:gd name="T7" fmla="*/ 8 h 9"/>
                <a:gd name="T8" fmla="*/ 14 w 29"/>
                <a:gd name="T9" fmla="*/ 1 h 9"/>
                <a:gd name="T10" fmla="*/ 22 w 29"/>
                <a:gd name="T11" fmla="*/ 0 h 9"/>
                <a:gd name="T12" fmla="*/ 29 w 29"/>
                <a:gd name="T1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9">
                  <a:moveTo>
                    <a:pt x="29" y="2"/>
                  </a:moveTo>
                  <a:cubicBezTo>
                    <a:pt x="26" y="5"/>
                    <a:pt x="21" y="7"/>
                    <a:pt x="15" y="8"/>
                  </a:cubicBezTo>
                  <a:cubicBezTo>
                    <a:pt x="12" y="8"/>
                    <a:pt x="10" y="9"/>
                    <a:pt x="7" y="9"/>
                  </a:cubicBezTo>
                  <a:cubicBezTo>
                    <a:pt x="4" y="9"/>
                    <a:pt x="2" y="9"/>
                    <a:pt x="0" y="8"/>
                  </a:cubicBezTo>
                  <a:cubicBezTo>
                    <a:pt x="3" y="5"/>
                    <a:pt x="8" y="2"/>
                    <a:pt x="14" y="1"/>
                  </a:cubicBezTo>
                  <a:cubicBezTo>
                    <a:pt x="17" y="0"/>
                    <a:pt x="20" y="0"/>
                    <a:pt x="22" y="0"/>
                  </a:cubicBezTo>
                  <a:cubicBezTo>
                    <a:pt x="25" y="1"/>
                    <a:pt x="27" y="1"/>
                    <a:pt x="29" y="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59" name="Freeform 516">
              <a:extLst>
                <a:ext uri="{FF2B5EF4-FFF2-40B4-BE49-F238E27FC236}">
                  <a16:creationId xmlns:a16="http://schemas.microsoft.com/office/drawing/2014/main" id="{A3E7C620-BD0A-4D33-A166-FA50A351C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257" y="3084513"/>
              <a:ext cx="22225" cy="80963"/>
            </a:xfrm>
            <a:custGeom>
              <a:avLst/>
              <a:gdLst>
                <a:gd name="T0" fmla="*/ 8 w 8"/>
                <a:gd name="T1" fmla="*/ 15 h 31"/>
                <a:gd name="T2" fmla="*/ 8 w 8"/>
                <a:gd name="T3" fmla="*/ 20 h 31"/>
                <a:gd name="T4" fmla="*/ 8 w 8"/>
                <a:gd name="T5" fmla="*/ 25 h 31"/>
                <a:gd name="T6" fmla="*/ 6 w 8"/>
                <a:gd name="T7" fmla="*/ 31 h 31"/>
                <a:gd name="T8" fmla="*/ 2 w 8"/>
                <a:gd name="T9" fmla="*/ 26 h 31"/>
                <a:gd name="T10" fmla="*/ 0 w 8"/>
                <a:gd name="T11" fmla="*/ 17 h 31"/>
                <a:gd name="T12" fmla="*/ 0 w 8"/>
                <a:gd name="T13" fmla="*/ 12 h 31"/>
                <a:gd name="T14" fmla="*/ 1 w 8"/>
                <a:gd name="T15" fmla="*/ 7 h 31"/>
                <a:gd name="T16" fmla="*/ 3 w 8"/>
                <a:gd name="T17" fmla="*/ 3 h 31"/>
                <a:gd name="T18" fmla="*/ 5 w 8"/>
                <a:gd name="T19" fmla="*/ 0 h 31"/>
                <a:gd name="T20" fmla="*/ 7 w 8"/>
                <a:gd name="T21" fmla="*/ 6 h 31"/>
                <a:gd name="T22" fmla="*/ 8 w 8"/>
                <a:gd name="T23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31">
                  <a:moveTo>
                    <a:pt x="8" y="15"/>
                  </a:moveTo>
                  <a:cubicBezTo>
                    <a:pt x="8" y="17"/>
                    <a:pt x="8" y="19"/>
                    <a:pt x="8" y="20"/>
                  </a:cubicBezTo>
                  <a:cubicBezTo>
                    <a:pt x="8" y="22"/>
                    <a:pt x="8" y="23"/>
                    <a:pt x="8" y="25"/>
                  </a:cubicBezTo>
                  <a:cubicBezTo>
                    <a:pt x="7" y="27"/>
                    <a:pt x="7" y="30"/>
                    <a:pt x="6" y="31"/>
                  </a:cubicBezTo>
                  <a:cubicBezTo>
                    <a:pt x="4" y="30"/>
                    <a:pt x="3" y="28"/>
                    <a:pt x="2" y="26"/>
                  </a:cubicBezTo>
                  <a:cubicBezTo>
                    <a:pt x="1" y="23"/>
                    <a:pt x="0" y="20"/>
                    <a:pt x="0" y="17"/>
                  </a:cubicBezTo>
                  <a:cubicBezTo>
                    <a:pt x="0" y="15"/>
                    <a:pt x="0" y="14"/>
                    <a:pt x="0" y="12"/>
                  </a:cubicBezTo>
                  <a:cubicBezTo>
                    <a:pt x="1" y="10"/>
                    <a:pt x="1" y="9"/>
                    <a:pt x="1" y="7"/>
                  </a:cubicBezTo>
                  <a:cubicBezTo>
                    <a:pt x="2" y="6"/>
                    <a:pt x="2" y="5"/>
                    <a:pt x="3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6" y="2"/>
                    <a:pt x="7" y="4"/>
                    <a:pt x="7" y="6"/>
                  </a:cubicBezTo>
                  <a:cubicBezTo>
                    <a:pt x="8" y="9"/>
                    <a:pt x="8" y="12"/>
                    <a:pt x="8" y="1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0" name="Freeform 517">
              <a:extLst>
                <a:ext uri="{FF2B5EF4-FFF2-40B4-BE49-F238E27FC236}">
                  <a16:creationId xmlns:a16="http://schemas.microsoft.com/office/drawing/2014/main" id="{CF4DF56C-404B-44C0-B687-4A6229282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307" y="3151188"/>
              <a:ext cx="73025" cy="20638"/>
            </a:xfrm>
            <a:custGeom>
              <a:avLst/>
              <a:gdLst>
                <a:gd name="T0" fmla="*/ 28 w 28"/>
                <a:gd name="T1" fmla="*/ 3 h 8"/>
                <a:gd name="T2" fmla="*/ 26 w 28"/>
                <a:gd name="T3" fmla="*/ 5 h 8"/>
                <a:gd name="T4" fmla="*/ 23 w 28"/>
                <a:gd name="T5" fmla="*/ 6 h 8"/>
                <a:gd name="T6" fmla="*/ 19 w 28"/>
                <a:gd name="T7" fmla="*/ 7 h 8"/>
                <a:gd name="T8" fmla="*/ 15 w 28"/>
                <a:gd name="T9" fmla="*/ 7 h 8"/>
                <a:gd name="T10" fmla="*/ 6 w 28"/>
                <a:gd name="T11" fmla="*/ 8 h 8"/>
                <a:gd name="T12" fmla="*/ 0 w 28"/>
                <a:gd name="T13" fmla="*/ 6 h 8"/>
                <a:gd name="T14" fmla="*/ 5 w 28"/>
                <a:gd name="T15" fmla="*/ 2 h 8"/>
                <a:gd name="T16" fmla="*/ 9 w 28"/>
                <a:gd name="T17" fmla="*/ 1 h 8"/>
                <a:gd name="T18" fmla="*/ 14 w 28"/>
                <a:gd name="T19" fmla="*/ 0 h 8"/>
                <a:gd name="T20" fmla="*/ 22 w 28"/>
                <a:gd name="T21" fmla="*/ 1 h 8"/>
                <a:gd name="T22" fmla="*/ 28 w 28"/>
                <a:gd name="T23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8">
                  <a:moveTo>
                    <a:pt x="28" y="3"/>
                  </a:moveTo>
                  <a:cubicBezTo>
                    <a:pt x="28" y="4"/>
                    <a:pt x="27" y="4"/>
                    <a:pt x="26" y="5"/>
                  </a:cubicBezTo>
                  <a:cubicBezTo>
                    <a:pt x="25" y="5"/>
                    <a:pt x="24" y="6"/>
                    <a:pt x="23" y="6"/>
                  </a:cubicBezTo>
                  <a:cubicBezTo>
                    <a:pt x="22" y="6"/>
                    <a:pt x="20" y="7"/>
                    <a:pt x="19" y="7"/>
                  </a:cubicBezTo>
                  <a:cubicBezTo>
                    <a:pt x="18" y="7"/>
                    <a:pt x="16" y="7"/>
                    <a:pt x="15" y="7"/>
                  </a:cubicBezTo>
                  <a:cubicBezTo>
                    <a:pt x="12" y="8"/>
                    <a:pt x="9" y="8"/>
                    <a:pt x="6" y="8"/>
                  </a:cubicBezTo>
                  <a:cubicBezTo>
                    <a:pt x="4" y="7"/>
                    <a:pt x="1" y="7"/>
                    <a:pt x="0" y="6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7" y="2"/>
                    <a:pt x="8" y="1"/>
                    <a:pt x="9" y="1"/>
                  </a:cubicBezTo>
                  <a:cubicBezTo>
                    <a:pt x="11" y="0"/>
                    <a:pt x="12" y="0"/>
                    <a:pt x="14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5" y="1"/>
                    <a:pt x="27" y="2"/>
                    <a:pt x="28" y="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1" name="Freeform 518">
              <a:extLst>
                <a:ext uri="{FF2B5EF4-FFF2-40B4-BE49-F238E27FC236}">
                  <a16:creationId xmlns:a16="http://schemas.microsoft.com/office/drawing/2014/main" id="{03B741D4-527F-46DD-AE73-68684AC94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244" y="3055938"/>
              <a:ext cx="23813" cy="80963"/>
            </a:xfrm>
            <a:custGeom>
              <a:avLst/>
              <a:gdLst>
                <a:gd name="T0" fmla="*/ 8 w 9"/>
                <a:gd name="T1" fmla="*/ 16 h 31"/>
                <a:gd name="T2" fmla="*/ 4 w 9"/>
                <a:gd name="T3" fmla="*/ 31 h 31"/>
                <a:gd name="T4" fmla="*/ 1 w 9"/>
                <a:gd name="T5" fmla="*/ 25 h 31"/>
                <a:gd name="T6" fmla="*/ 0 w 9"/>
                <a:gd name="T7" fmla="*/ 21 h 31"/>
                <a:gd name="T8" fmla="*/ 0 w 9"/>
                <a:gd name="T9" fmla="*/ 16 h 31"/>
                <a:gd name="T10" fmla="*/ 1 w 9"/>
                <a:gd name="T11" fmla="*/ 11 h 31"/>
                <a:gd name="T12" fmla="*/ 2 w 9"/>
                <a:gd name="T13" fmla="*/ 7 h 31"/>
                <a:gd name="T14" fmla="*/ 4 w 9"/>
                <a:gd name="T15" fmla="*/ 3 h 31"/>
                <a:gd name="T16" fmla="*/ 6 w 9"/>
                <a:gd name="T17" fmla="*/ 0 h 31"/>
                <a:gd name="T18" fmla="*/ 8 w 9"/>
                <a:gd name="T19" fmla="*/ 7 h 31"/>
                <a:gd name="T20" fmla="*/ 8 w 9"/>
                <a:gd name="T21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31">
                  <a:moveTo>
                    <a:pt x="8" y="16"/>
                  </a:moveTo>
                  <a:cubicBezTo>
                    <a:pt x="8" y="22"/>
                    <a:pt x="6" y="28"/>
                    <a:pt x="4" y="31"/>
                  </a:cubicBezTo>
                  <a:cubicBezTo>
                    <a:pt x="3" y="30"/>
                    <a:pt x="2" y="28"/>
                    <a:pt x="1" y="25"/>
                  </a:cubicBezTo>
                  <a:cubicBezTo>
                    <a:pt x="1" y="24"/>
                    <a:pt x="1" y="22"/>
                    <a:pt x="0" y="21"/>
                  </a:cubicBezTo>
                  <a:cubicBezTo>
                    <a:pt x="0" y="19"/>
                    <a:pt x="0" y="18"/>
                    <a:pt x="0" y="16"/>
                  </a:cubicBezTo>
                  <a:cubicBezTo>
                    <a:pt x="0" y="15"/>
                    <a:pt x="1" y="13"/>
                    <a:pt x="1" y="11"/>
                  </a:cubicBezTo>
                  <a:cubicBezTo>
                    <a:pt x="1" y="10"/>
                    <a:pt x="2" y="8"/>
                    <a:pt x="2" y="7"/>
                  </a:cubicBezTo>
                  <a:cubicBezTo>
                    <a:pt x="3" y="5"/>
                    <a:pt x="4" y="4"/>
                    <a:pt x="4" y="3"/>
                  </a:cubicBezTo>
                  <a:cubicBezTo>
                    <a:pt x="5" y="2"/>
                    <a:pt x="6" y="1"/>
                    <a:pt x="6" y="0"/>
                  </a:cubicBezTo>
                  <a:cubicBezTo>
                    <a:pt x="7" y="2"/>
                    <a:pt x="8" y="4"/>
                    <a:pt x="8" y="7"/>
                  </a:cubicBezTo>
                  <a:cubicBezTo>
                    <a:pt x="9" y="9"/>
                    <a:pt x="9" y="12"/>
                    <a:pt x="8" y="16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2" name="Freeform 519">
              <a:extLst>
                <a:ext uri="{FF2B5EF4-FFF2-40B4-BE49-F238E27FC236}">
                  <a16:creationId xmlns:a16="http://schemas.microsoft.com/office/drawing/2014/main" id="{BB1E6711-CFA3-4A58-9B40-F51E92B5B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4" y="3125788"/>
              <a:ext cx="74613" cy="20638"/>
            </a:xfrm>
            <a:custGeom>
              <a:avLst/>
              <a:gdLst>
                <a:gd name="T0" fmla="*/ 29 w 29"/>
                <a:gd name="T1" fmla="*/ 5 h 8"/>
                <a:gd name="T2" fmla="*/ 26 w 29"/>
                <a:gd name="T3" fmla="*/ 6 h 8"/>
                <a:gd name="T4" fmla="*/ 23 w 29"/>
                <a:gd name="T5" fmla="*/ 7 h 8"/>
                <a:gd name="T6" fmla="*/ 19 w 29"/>
                <a:gd name="T7" fmla="*/ 8 h 8"/>
                <a:gd name="T8" fmla="*/ 15 w 29"/>
                <a:gd name="T9" fmla="*/ 8 h 8"/>
                <a:gd name="T10" fmla="*/ 10 w 29"/>
                <a:gd name="T11" fmla="*/ 8 h 8"/>
                <a:gd name="T12" fmla="*/ 6 w 29"/>
                <a:gd name="T13" fmla="*/ 7 h 8"/>
                <a:gd name="T14" fmla="*/ 0 w 29"/>
                <a:gd name="T15" fmla="*/ 5 h 8"/>
                <a:gd name="T16" fmla="*/ 15 w 29"/>
                <a:gd name="T17" fmla="*/ 1 h 8"/>
                <a:gd name="T18" fmla="*/ 29 w 29"/>
                <a:gd name="T1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8">
                  <a:moveTo>
                    <a:pt x="29" y="5"/>
                  </a:moveTo>
                  <a:cubicBezTo>
                    <a:pt x="28" y="6"/>
                    <a:pt x="27" y="6"/>
                    <a:pt x="26" y="6"/>
                  </a:cubicBezTo>
                  <a:cubicBezTo>
                    <a:pt x="25" y="7"/>
                    <a:pt x="24" y="7"/>
                    <a:pt x="23" y="7"/>
                  </a:cubicBezTo>
                  <a:cubicBezTo>
                    <a:pt x="22" y="7"/>
                    <a:pt x="21" y="8"/>
                    <a:pt x="19" y="8"/>
                  </a:cubicBezTo>
                  <a:cubicBezTo>
                    <a:pt x="18" y="8"/>
                    <a:pt x="16" y="8"/>
                    <a:pt x="15" y="8"/>
                  </a:cubicBezTo>
                  <a:cubicBezTo>
                    <a:pt x="13" y="8"/>
                    <a:pt x="12" y="8"/>
                    <a:pt x="10" y="8"/>
                  </a:cubicBezTo>
                  <a:cubicBezTo>
                    <a:pt x="9" y="8"/>
                    <a:pt x="8" y="7"/>
                    <a:pt x="6" y="7"/>
                  </a:cubicBezTo>
                  <a:cubicBezTo>
                    <a:pt x="4" y="7"/>
                    <a:pt x="2" y="6"/>
                    <a:pt x="0" y="5"/>
                  </a:cubicBezTo>
                  <a:cubicBezTo>
                    <a:pt x="3" y="2"/>
                    <a:pt x="9" y="0"/>
                    <a:pt x="15" y="1"/>
                  </a:cubicBezTo>
                  <a:cubicBezTo>
                    <a:pt x="21" y="1"/>
                    <a:pt x="26" y="3"/>
                    <a:pt x="29" y="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3" name="Freeform 520">
              <a:extLst>
                <a:ext uri="{FF2B5EF4-FFF2-40B4-BE49-F238E27FC236}">
                  <a16:creationId xmlns:a16="http://schemas.microsoft.com/office/drawing/2014/main" id="{00412439-2E89-4413-9935-FFE1367FB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819" y="3030538"/>
              <a:ext cx="25400" cy="79375"/>
            </a:xfrm>
            <a:custGeom>
              <a:avLst/>
              <a:gdLst>
                <a:gd name="T0" fmla="*/ 9 w 10"/>
                <a:gd name="T1" fmla="*/ 16 h 31"/>
                <a:gd name="T2" fmla="*/ 6 w 10"/>
                <a:gd name="T3" fmla="*/ 25 h 31"/>
                <a:gd name="T4" fmla="*/ 3 w 10"/>
                <a:gd name="T5" fmla="*/ 31 h 31"/>
                <a:gd name="T6" fmla="*/ 0 w 10"/>
                <a:gd name="T7" fmla="*/ 25 h 31"/>
                <a:gd name="T8" fmla="*/ 1 w 10"/>
                <a:gd name="T9" fmla="*/ 16 h 31"/>
                <a:gd name="T10" fmla="*/ 2 w 10"/>
                <a:gd name="T11" fmla="*/ 11 h 31"/>
                <a:gd name="T12" fmla="*/ 4 w 10"/>
                <a:gd name="T13" fmla="*/ 6 h 31"/>
                <a:gd name="T14" fmla="*/ 6 w 10"/>
                <a:gd name="T15" fmla="*/ 3 h 31"/>
                <a:gd name="T16" fmla="*/ 8 w 10"/>
                <a:gd name="T17" fmla="*/ 0 h 31"/>
                <a:gd name="T18" fmla="*/ 10 w 10"/>
                <a:gd name="T19" fmla="*/ 7 h 31"/>
                <a:gd name="T20" fmla="*/ 9 w 10"/>
                <a:gd name="T21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31">
                  <a:moveTo>
                    <a:pt x="9" y="16"/>
                  </a:moveTo>
                  <a:cubicBezTo>
                    <a:pt x="8" y="19"/>
                    <a:pt x="7" y="22"/>
                    <a:pt x="6" y="25"/>
                  </a:cubicBezTo>
                  <a:cubicBezTo>
                    <a:pt x="5" y="27"/>
                    <a:pt x="4" y="29"/>
                    <a:pt x="3" y="31"/>
                  </a:cubicBezTo>
                  <a:cubicBezTo>
                    <a:pt x="2" y="29"/>
                    <a:pt x="1" y="27"/>
                    <a:pt x="0" y="25"/>
                  </a:cubicBezTo>
                  <a:cubicBezTo>
                    <a:pt x="0" y="22"/>
                    <a:pt x="0" y="19"/>
                    <a:pt x="1" y="16"/>
                  </a:cubicBezTo>
                  <a:cubicBezTo>
                    <a:pt x="1" y="14"/>
                    <a:pt x="1" y="12"/>
                    <a:pt x="2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4" y="5"/>
                    <a:pt x="5" y="4"/>
                    <a:pt x="6" y="3"/>
                  </a:cubicBezTo>
                  <a:cubicBezTo>
                    <a:pt x="7" y="2"/>
                    <a:pt x="8" y="1"/>
                    <a:pt x="8" y="0"/>
                  </a:cubicBezTo>
                  <a:cubicBezTo>
                    <a:pt x="9" y="2"/>
                    <a:pt x="10" y="4"/>
                    <a:pt x="10" y="7"/>
                  </a:cubicBezTo>
                  <a:cubicBezTo>
                    <a:pt x="10" y="10"/>
                    <a:pt x="9" y="13"/>
                    <a:pt x="9" y="16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4" name="Freeform 521">
              <a:extLst>
                <a:ext uri="{FF2B5EF4-FFF2-40B4-BE49-F238E27FC236}">
                  <a16:creationId xmlns:a16="http://schemas.microsoft.com/office/drawing/2014/main" id="{648BC3C2-6A3B-4322-BFBE-F00916F1D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344" y="3105150"/>
              <a:ext cx="73025" cy="20638"/>
            </a:xfrm>
            <a:custGeom>
              <a:avLst/>
              <a:gdLst>
                <a:gd name="T0" fmla="*/ 28 w 28"/>
                <a:gd name="T1" fmla="*/ 6 h 8"/>
                <a:gd name="T2" fmla="*/ 25 w 28"/>
                <a:gd name="T3" fmla="*/ 7 h 8"/>
                <a:gd name="T4" fmla="*/ 22 w 28"/>
                <a:gd name="T5" fmla="*/ 8 h 8"/>
                <a:gd name="T6" fmla="*/ 18 w 28"/>
                <a:gd name="T7" fmla="*/ 8 h 8"/>
                <a:gd name="T8" fmla="*/ 14 w 28"/>
                <a:gd name="T9" fmla="*/ 7 h 8"/>
                <a:gd name="T10" fmla="*/ 6 w 28"/>
                <a:gd name="T11" fmla="*/ 6 h 8"/>
                <a:gd name="T12" fmla="*/ 0 w 28"/>
                <a:gd name="T13" fmla="*/ 3 h 8"/>
                <a:gd name="T14" fmla="*/ 6 w 28"/>
                <a:gd name="T15" fmla="*/ 0 h 8"/>
                <a:gd name="T16" fmla="*/ 15 w 28"/>
                <a:gd name="T17" fmla="*/ 0 h 8"/>
                <a:gd name="T18" fmla="*/ 23 w 28"/>
                <a:gd name="T19" fmla="*/ 2 h 8"/>
                <a:gd name="T20" fmla="*/ 28 w 28"/>
                <a:gd name="T21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">
                  <a:moveTo>
                    <a:pt x="28" y="6"/>
                  </a:moveTo>
                  <a:cubicBezTo>
                    <a:pt x="27" y="7"/>
                    <a:pt x="26" y="7"/>
                    <a:pt x="25" y="7"/>
                  </a:cubicBezTo>
                  <a:cubicBezTo>
                    <a:pt x="25" y="7"/>
                    <a:pt x="23" y="7"/>
                    <a:pt x="22" y="8"/>
                  </a:cubicBezTo>
                  <a:cubicBezTo>
                    <a:pt x="21" y="8"/>
                    <a:pt x="20" y="8"/>
                    <a:pt x="18" y="8"/>
                  </a:cubicBezTo>
                  <a:cubicBezTo>
                    <a:pt x="17" y="8"/>
                    <a:pt x="16" y="8"/>
                    <a:pt x="14" y="7"/>
                  </a:cubicBezTo>
                  <a:cubicBezTo>
                    <a:pt x="11" y="7"/>
                    <a:pt x="8" y="6"/>
                    <a:pt x="6" y="6"/>
                  </a:cubicBezTo>
                  <a:cubicBezTo>
                    <a:pt x="3" y="5"/>
                    <a:pt x="1" y="4"/>
                    <a:pt x="0" y="3"/>
                  </a:cubicBezTo>
                  <a:cubicBezTo>
                    <a:pt x="1" y="2"/>
                    <a:pt x="3" y="1"/>
                    <a:pt x="6" y="0"/>
                  </a:cubicBezTo>
                  <a:cubicBezTo>
                    <a:pt x="9" y="0"/>
                    <a:pt x="12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5" y="4"/>
                    <a:pt x="27" y="5"/>
                    <a:pt x="28" y="6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5" name="Freeform 522">
              <a:extLst>
                <a:ext uri="{FF2B5EF4-FFF2-40B4-BE49-F238E27FC236}">
                  <a16:creationId xmlns:a16="http://schemas.microsoft.com/office/drawing/2014/main" id="{BF482C1C-26B0-4747-81DC-8428B5381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982" y="3009900"/>
              <a:ext cx="28575" cy="77788"/>
            </a:xfrm>
            <a:custGeom>
              <a:avLst/>
              <a:gdLst>
                <a:gd name="T0" fmla="*/ 9 w 11"/>
                <a:gd name="T1" fmla="*/ 15 h 30"/>
                <a:gd name="T2" fmla="*/ 2 w 11"/>
                <a:gd name="T3" fmla="*/ 30 h 30"/>
                <a:gd name="T4" fmla="*/ 0 w 11"/>
                <a:gd name="T5" fmla="*/ 23 h 30"/>
                <a:gd name="T6" fmla="*/ 0 w 11"/>
                <a:gd name="T7" fmla="*/ 19 h 30"/>
                <a:gd name="T8" fmla="*/ 1 w 11"/>
                <a:gd name="T9" fmla="*/ 14 h 30"/>
                <a:gd name="T10" fmla="*/ 3 w 11"/>
                <a:gd name="T11" fmla="*/ 10 h 30"/>
                <a:gd name="T12" fmla="*/ 5 w 11"/>
                <a:gd name="T13" fmla="*/ 6 h 30"/>
                <a:gd name="T14" fmla="*/ 10 w 11"/>
                <a:gd name="T15" fmla="*/ 0 h 30"/>
                <a:gd name="T16" fmla="*/ 11 w 11"/>
                <a:gd name="T17" fmla="*/ 7 h 30"/>
                <a:gd name="T18" fmla="*/ 9 w 11"/>
                <a:gd name="T1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30">
                  <a:moveTo>
                    <a:pt x="9" y="15"/>
                  </a:moveTo>
                  <a:cubicBezTo>
                    <a:pt x="7" y="22"/>
                    <a:pt x="4" y="27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2"/>
                    <a:pt x="0" y="21"/>
                    <a:pt x="0" y="19"/>
                  </a:cubicBezTo>
                  <a:cubicBezTo>
                    <a:pt x="0" y="18"/>
                    <a:pt x="1" y="16"/>
                    <a:pt x="1" y="14"/>
                  </a:cubicBezTo>
                  <a:cubicBezTo>
                    <a:pt x="1" y="13"/>
                    <a:pt x="2" y="11"/>
                    <a:pt x="3" y="10"/>
                  </a:cubicBezTo>
                  <a:cubicBezTo>
                    <a:pt x="3" y="8"/>
                    <a:pt x="4" y="7"/>
                    <a:pt x="5" y="6"/>
                  </a:cubicBezTo>
                  <a:cubicBezTo>
                    <a:pt x="7" y="3"/>
                    <a:pt x="9" y="1"/>
                    <a:pt x="10" y="0"/>
                  </a:cubicBezTo>
                  <a:cubicBezTo>
                    <a:pt x="11" y="2"/>
                    <a:pt x="11" y="4"/>
                    <a:pt x="11" y="7"/>
                  </a:cubicBezTo>
                  <a:cubicBezTo>
                    <a:pt x="11" y="9"/>
                    <a:pt x="10" y="12"/>
                    <a:pt x="9" y="1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6" name="Freeform 523">
              <a:extLst>
                <a:ext uri="{FF2B5EF4-FFF2-40B4-BE49-F238E27FC236}">
                  <a16:creationId xmlns:a16="http://schemas.microsoft.com/office/drawing/2014/main" id="{49275BA6-00CC-4997-9A14-BA917BC14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332" y="3081338"/>
              <a:ext cx="71438" cy="26988"/>
            </a:xfrm>
            <a:custGeom>
              <a:avLst/>
              <a:gdLst>
                <a:gd name="T0" fmla="*/ 28 w 28"/>
                <a:gd name="T1" fmla="*/ 9 h 10"/>
                <a:gd name="T2" fmla="*/ 22 w 28"/>
                <a:gd name="T3" fmla="*/ 10 h 10"/>
                <a:gd name="T4" fmla="*/ 18 w 28"/>
                <a:gd name="T5" fmla="*/ 10 h 10"/>
                <a:gd name="T6" fmla="*/ 14 w 28"/>
                <a:gd name="T7" fmla="*/ 9 h 10"/>
                <a:gd name="T8" fmla="*/ 10 w 28"/>
                <a:gd name="T9" fmla="*/ 8 h 10"/>
                <a:gd name="T10" fmla="*/ 6 w 28"/>
                <a:gd name="T11" fmla="*/ 6 h 10"/>
                <a:gd name="T12" fmla="*/ 0 w 28"/>
                <a:gd name="T13" fmla="*/ 3 h 10"/>
                <a:gd name="T14" fmla="*/ 16 w 28"/>
                <a:gd name="T15" fmla="*/ 2 h 10"/>
                <a:gd name="T16" fmla="*/ 23 w 28"/>
                <a:gd name="T17" fmla="*/ 5 h 10"/>
                <a:gd name="T18" fmla="*/ 28 w 28"/>
                <a:gd name="T1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10">
                  <a:moveTo>
                    <a:pt x="28" y="9"/>
                  </a:moveTo>
                  <a:cubicBezTo>
                    <a:pt x="27" y="10"/>
                    <a:pt x="25" y="10"/>
                    <a:pt x="22" y="10"/>
                  </a:cubicBezTo>
                  <a:cubicBezTo>
                    <a:pt x="21" y="10"/>
                    <a:pt x="20" y="10"/>
                    <a:pt x="18" y="10"/>
                  </a:cubicBezTo>
                  <a:cubicBezTo>
                    <a:pt x="17" y="9"/>
                    <a:pt x="16" y="9"/>
                    <a:pt x="14" y="9"/>
                  </a:cubicBezTo>
                  <a:cubicBezTo>
                    <a:pt x="13" y="8"/>
                    <a:pt x="11" y="8"/>
                    <a:pt x="10" y="8"/>
                  </a:cubicBezTo>
                  <a:cubicBezTo>
                    <a:pt x="8" y="7"/>
                    <a:pt x="7" y="7"/>
                    <a:pt x="6" y="6"/>
                  </a:cubicBezTo>
                  <a:cubicBezTo>
                    <a:pt x="4" y="5"/>
                    <a:pt x="2" y="4"/>
                    <a:pt x="0" y="3"/>
                  </a:cubicBezTo>
                  <a:cubicBezTo>
                    <a:pt x="4" y="1"/>
                    <a:pt x="10" y="0"/>
                    <a:pt x="16" y="2"/>
                  </a:cubicBezTo>
                  <a:cubicBezTo>
                    <a:pt x="19" y="2"/>
                    <a:pt x="21" y="3"/>
                    <a:pt x="23" y="5"/>
                  </a:cubicBezTo>
                  <a:cubicBezTo>
                    <a:pt x="25" y="6"/>
                    <a:pt x="27" y="8"/>
                    <a:pt x="28" y="9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7" name="Freeform 524">
              <a:extLst>
                <a:ext uri="{FF2B5EF4-FFF2-40B4-BE49-F238E27FC236}">
                  <a16:creationId xmlns:a16="http://schemas.microsoft.com/office/drawing/2014/main" id="{A9364F7E-D3A9-4240-BFE0-C24BB84DE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732" y="2990850"/>
              <a:ext cx="36513" cy="74613"/>
            </a:xfrm>
            <a:custGeom>
              <a:avLst/>
              <a:gdLst>
                <a:gd name="T0" fmla="*/ 10 w 14"/>
                <a:gd name="T1" fmla="*/ 15 h 29"/>
                <a:gd name="T2" fmla="*/ 6 w 14"/>
                <a:gd name="T3" fmla="*/ 23 h 29"/>
                <a:gd name="T4" fmla="*/ 1 w 14"/>
                <a:gd name="T5" fmla="*/ 29 h 29"/>
                <a:gd name="T6" fmla="*/ 0 w 14"/>
                <a:gd name="T7" fmla="*/ 22 h 29"/>
                <a:gd name="T8" fmla="*/ 2 w 14"/>
                <a:gd name="T9" fmla="*/ 13 h 29"/>
                <a:gd name="T10" fmla="*/ 4 w 14"/>
                <a:gd name="T11" fmla="*/ 9 h 29"/>
                <a:gd name="T12" fmla="*/ 7 w 14"/>
                <a:gd name="T13" fmla="*/ 5 h 29"/>
                <a:gd name="T14" fmla="*/ 13 w 14"/>
                <a:gd name="T15" fmla="*/ 0 h 29"/>
                <a:gd name="T16" fmla="*/ 10 w 14"/>
                <a:gd name="T17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29">
                  <a:moveTo>
                    <a:pt x="10" y="15"/>
                  </a:moveTo>
                  <a:cubicBezTo>
                    <a:pt x="9" y="18"/>
                    <a:pt x="7" y="21"/>
                    <a:pt x="6" y="23"/>
                  </a:cubicBezTo>
                  <a:cubicBezTo>
                    <a:pt x="4" y="26"/>
                    <a:pt x="3" y="28"/>
                    <a:pt x="1" y="29"/>
                  </a:cubicBezTo>
                  <a:cubicBezTo>
                    <a:pt x="0" y="27"/>
                    <a:pt x="0" y="25"/>
                    <a:pt x="0" y="22"/>
                  </a:cubicBezTo>
                  <a:cubicBezTo>
                    <a:pt x="0" y="20"/>
                    <a:pt x="1" y="16"/>
                    <a:pt x="2" y="13"/>
                  </a:cubicBezTo>
                  <a:cubicBezTo>
                    <a:pt x="3" y="12"/>
                    <a:pt x="4" y="10"/>
                    <a:pt x="4" y="9"/>
                  </a:cubicBezTo>
                  <a:cubicBezTo>
                    <a:pt x="5" y="8"/>
                    <a:pt x="6" y="6"/>
                    <a:pt x="7" y="5"/>
                  </a:cubicBezTo>
                  <a:cubicBezTo>
                    <a:pt x="9" y="3"/>
                    <a:pt x="11" y="1"/>
                    <a:pt x="13" y="0"/>
                  </a:cubicBezTo>
                  <a:cubicBezTo>
                    <a:pt x="14" y="4"/>
                    <a:pt x="13" y="9"/>
                    <a:pt x="10" y="1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8" name="Freeform 525">
              <a:extLst>
                <a:ext uri="{FF2B5EF4-FFF2-40B4-BE49-F238E27FC236}">
                  <a16:creationId xmlns:a16="http://schemas.microsoft.com/office/drawing/2014/main" id="{33857CE2-BE31-4787-ABE2-C9AE00AEC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494" y="3065463"/>
              <a:ext cx="69850" cy="28575"/>
            </a:xfrm>
            <a:custGeom>
              <a:avLst/>
              <a:gdLst>
                <a:gd name="T0" fmla="*/ 27 w 27"/>
                <a:gd name="T1" fmla="*/ 10 h 11"/>
                <a:gd name="T2" fmla="*/ 21 w 27"/>
                <a:gd name="T3" fmla="*/ 10 h 11"/>
                <a:gd name="T4" fmla="*/ 17 w 27"/>
                <a:gd name="T5" fmla="*/ 10 h 11"/>
                <a:gd name="T6" fmla="*/ 13 w 27"/>
                <a:gd name="T7" fmla="*/ 8 h 11"/>
                <a:gd name="T8" fmla="*/ 5 w 27"/>
                <a:gd name="T9" fmla="*/ 5 h 11"/>
                <a:gd name="T10" fmla="*/ 0 w 27"/>
                <a:gd name="T11" fmla="*/ 1 h 11"/>
                <a:gd name="T12" fmla="*/ 7 w 27"/>
                <a:gd name="T13" fmla="*/ 0 h 11"/>
                <a:gd name="T14" fmla="*/ 15 w 27"/>
                <a:gd name="T15" fmla="*/ 1 h 11"/>
                <a:gd name="T16" fmla="*/ 27 w 27"/>
                <a:gd name="T17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1">
                  <a:moveTo>
                    <a:pt x="27" y="10"/>
                  </a:moveTo>
                  <a:cubicBezTo>
                    <a:pt x="25" y="11"/>
                    <a:pt x="23" y="11"/>
                    <a:pt x="21" y="10"/>
                  </a:cubicBezTo>
                  <a:cubicBezTo>
                    <a:pt x="20" y="10"/>
                    <a:pt x="18" y="10"/>
                    <a:pt x="17" y="10"/>
                  </a:cubicBezTo>
                  <a:cubicBezTo>
                    <a:pt x="16" y="9"/>
                    <a:pt x="14" y="9"/>
                    <a:pt x="13" y="8"/>
                  </a:cubicBezTo>
                  <a:cubicBezTo>
                    <a:pt x="10" y="7"/>
                    <a:pt x="7" y="6"/>
                    <a:pt x="5" y="5"/>
                  </a:cubicBezTo>
                  <a:cubicBezTo>
                    <a:pt x="3" y="4"/>
                    <a:pt x="1" y="2"/>
                    <a:pt x="0" y="1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9" y="0"/>
                    <a:pt x="12" y="0"/>
                    <a:pt x="15" y="1"/>
                  </a:cubicBezTo>
                  <a:cubicBezTo>
                    <a:pt x="21" y="4"/>
                    <a:pt x="25" y="7"/>
                    <a:pt x="27" y="1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69" name="Freeform 526">
              <a:extLst>
                <a:ext uri="{FF2B5EF4-FFF2-40B4-BE49-F238E27FC236}">
                  <a16:creationId xmlns:a16="http://schemas.microsoft.com/office/drawing/2014/main" id="{5CFF0CFD-FC74-4A0F-B151-82972A9D4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482" y="2978150"/>
              <a:ext cx="41275" cy="69850"/>
            </a:xfrm>
            <a:custGeom>
              <a:avLst/>
              <a:gdLst>
                <a:gd name="T0" fmla="*/ 12 w 16"/>
                <a:gd name="T1" fmla="*/ 15 h 27"/>
                <a:gd name="T2" fmla="*/ 9 w 16"/>
                <a:gd name="T3" fmla="*/ 19 h 27"/>
                <a:gd name="T4" fmla="*/ 8 w 16"/>
                <a:gd name="T5" fmla="*/ 21 h 27"/>
                <a:gd name="T6" fmla="*/ 7 w 16"/>
                <a:gd name="T7" fmla="*/ 22 h 27"/>
                <a:gd name="T8" fmla="*/ 2 w 16"/>
                <a:gd name="T9" fmla="*/ 27 h 27"/>
                <a:gd name="T10" fmla="*/ 4 w 16"/>
                <a:gd name="T11" fmla="*/ 12 h 27"/>
                <a:gd name="T12" fmla="*/ 10 w 16"/>
                <a:gd name="T13" fmla="*/ 4 h 27"/>
                <a:gd name="T14" fmla="*/ 11 w 16"/>
                <a:gd name="T15" fmla="*/ 3 h 27"/>
                <a:gd name="T16" fmla="*/ 13 w 16"/>
                <a:gd name="T17" fmla="*/ 2 h 27"/>
                <a:gd name="T18" fmla="*/ 16 w 16"/>
                <a:gd name="T19" fmla="*/ 0 h 27"/>
                <a:gd name="T20" fmla="*/ 15 w 16"/>
                <a:gd name="T21" fmla="*/ 6 h 27"/>
                <a:gd name="T22" fmla="*/ 14 w 16"/>
                <a:gd name="T23" fmla="*/ 10 h 27"/>
                <a:gd name="T24" fmla="*/ 12 w 16"/>
                <a:gd name="T2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27">
                  <a:moveTo>
                    <a:pt x="12" y="15"/>
                  </a:moveTo>
                  <a:cubicBezTo>
                    <a:pt x="11" y="16"/>
                    <a:pt x="10" y="18"/>
                    <a:pt x="9" y="19"/>
                  </a:cubicBezTo>
                  <a:cubicBezTo>
                    <a:pt x="9" y="19"/>
                    <a:pt x="8" y="20"/>
                    <a:pt x="8" y="21"/>
                  </a:cubicBezTo>
                  <a:cubicBezTo>
                    <a:pt x="8" y="21"/>
                    <a:pt x="7" y="22"/>
                    <a:pt x="7" y="22"/>
                  </a:cubicBezTo>
                  <a:cubicBezTo>
                    <a:pt x="5" y="25"/>
                    <a:pt x="3" y="26"/>
                    <a:pt x="2" y="27"/>
                  </a:cubicBezTo>
                  <a:cubicBezTo>
                    <a:pt x="0" y="24"/>
                    <a:pt x="1" y="18"/>
                    <a:pt x="4" y="12"/>
                  </a:cubicBezTo>
                  <a:cubicBezTo>
                    <a:pt x="6" y="9"/>
                    <a:pt x="8" y="6"/>
                    <a:pt x="10" y="4"/>
                  </a:cubicBezTo>
                  <a:cubicBezTo>
                    <a:pt x="10" y="4"/>
                    <a:pt x="11" y="3"/>
                    <a:pt x="11" y="3"/>
                  </a:cubicBezTo>
                  <a:cubicBezTo>
                    <a:pt x="12" y="2"/>
                    <a:pt x="12" y="2"/>
                    <a:pt x="13" y="2"/>
                  </a:cubicBezTo>
                  <a:cubicBezTo>
                    <a:pt x="14" y="1"/>
                    <a:pt x="15" y="0"/>
                    <a:pt x="16" y="0"/>
                  </a:cubicBezTo>
                  <a:cubicBezTo>
                    <a:pt x="16" y="2"/>
                    <a:pt x="16" y="4"/>
                    <a:pt x="15" y="6"/>
                  </a:cubicBezTo>
                  <a:cubicBezTo>
                    <a:pt x="15" y="8"/>
                    <a:pt x="14" y="9"/>
                    <a:pt x="14" y="10"/>
                  </a:cubicBezTo>
                  <a:cubicBezTo>
                    <a:pt x="13" y="12"/>
                    <a:pt x="13" y="13"/>
                    <a:pt x="12" y="1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0" name="Freeform 527">
              <a:extLst>
                <a:ext uri="{FF2B5EF4-FFF2-40B4-BE49-F238E27FC236}">
                  <a16:creationId xmlns:a16="http://schemas.microsoft.com/office/drawing/2014/main" id="{C0EFBA2A-43D6-448A-A9C0-A894334A1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244" y="3051175"/>
              <a:ext cx="66675" cy="30163"/>
            </a:xfrm>
            <a:custGeom>
              <a:avLst/>
              <a:gdLst>
                <a:gd name="T0" fmla="*/ 26 w 26"/>
                <a:gd name="T1" fmla="*/ 12 h 12"/>
                <a:gd name="T2" fmla="*/ 23 w 26"/>
                <a:gd name="T3" fmla="*/ 12 h 12"/>
                <a:gd name="T4" fmla="*/ 22 w 26"/>
                <a:gd name="T5" fmla="*/ 12 h 12"/>
                <a:gd name="T6" fmla="*/ 20 w 26"/>
                <a:gd name="T7" fmla="*/ 12 h 12"/>
                <a:gd name="T8" fmla="*/ 12 w 26"/>
                <a:gd name="T9" fmla="*/ 9 h 12"/>
                <a:gd name="T10" fmla="*/ 0 w 26"/>
                <a:gd name="T11" fmla="*/ 0 h 12"/>
                <a:gd name="T12" fmla="*/ 7 w 26"/>
                <a:gd name="T13" fmla="*/ 0 h 12"/>
                <a:gd name="T14" fmla="*/ 9 w 26"/>
                <a:gd name="T15" fmla="*/ 0 h 12"/>
                <a:gd name="T16" fmla="*/ 11 w 26"/>
                <a:gd name="T17" fmla="*/ 1 h 12"/>
                <a:gd name="T18" fmla="*/ 15 w 26"/>
                <a:gd name="T19" fmla="*/ 2 h 12"/>
                <a:gd name="T20" fmla="*/ 19 w 26"/>
                <a:gd name="T21" fmla="*/ 4 h 12"/>
                <a:gd name="T22" fmla="*/ 22 w 26"/>
                <a:gd name="T23" fmla="*/ 7 h 12"/>
                <a:gd name="T24" fmla="*/ 26 w 26"/>
                <a:gd name="T2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12">
                  <a:moveTo>
                    <a:pt x="26" y="12"/>
                  </a:moveTo>
                  <a:cubicBezTo>
                    <a:pt x="25" y="12"/>
                    <a:pt x="24" y="12"/>
                    <a:pt x="23" y="12"/>
                  </a:cubicBezTo>
                  <a:cubicBezTo>
                    <a:pt x="23" y="12"/>
                    <a:pt x="22" y="12"/>
                    <a:pt x="22" y="12"/>
                  </a:cubicBezTo>
                  <a:cubicBezTo>
                    <a:pt x="21" y="12"/>
                    <a:pt x="21" y="12"/>
                    <a:pt x="20" y="12"/>
                  </a:cubicBezTo>
                  <a:cubicBezTo>
                    <a:pt x="18" y="11"/>
                    <a:pt x="15" y="10"/>
                    <a:pt x="12" y="9"/>
                  </a:cubicBezTo>
                  <a:cubicBezTo>
                    <a:pt x="7" y="7"/>
                    <a:pt x="2" y="3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8" y="0"/>
                    <a:pt x="8" y="0"/>
                    <a:pt x="9" y="0"/>
                  </a:cubicBezTo>
                  <a:cubicBezTo>
                    <a:pt x="10" y="0"/>
                    <a:pt x="10" y="0"/>
                    <a:pt x="11" y="1"/>
                  </a:cubicBezTo>
                  <a:cubicBezTo>
                    <a:pt x="12" y="1"/>
                    <a:pt x="14" y="2"/>
                    <a:pt x="15" y="2"/>
                  </a:cubicBezTo>
                  <a:cubicBezTo>
                    <a:pt x="17" y="3"/>
                    <a:pt x="18" y="4"/>
                    <a:pt x="19" y="4"/>
                  </a:cubicBezTo>
                  <a:cubicBezTo>
                    <a:pt x="20" y="5"/>
                    <a:pt x="21" y="6"/>
                    <a:pt x="22" y="7"/>
                  </a:cubicBezTo>
                  <a:cubicBezTo>
                    <a:pt x="24" y="9"/>
                    <a:pt x="26" y="11"/>
                    <a:pt x="26" y="1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1" name="Freeform 528">
              <a:extLst>
                <a:ext uri="{FF2B5EF4-FFF2-40B4-BE49-F238E27FC236}">
                  <a16:creationId xmlns:a16="http://schemas.microsoft.com/office/drawing/2014/main" id="{5BAC0BA2-2551-465F-B456-5624A83A3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9994" y="2967038"/>
              <a:ext cx="46038" cy="68263"/>
            </a:xfrm>
            <a:custGeom>
              <a:avLst/>
              <a:gdLst>
                <a:gd name="T0" fmla="*/ 12 w 18"/>
                <a:gd name="T1" fmla="*/ 14 h 26"/>
                <a:gd name="T2" fmla="*/ 10 w 18"/>
                <a:gd name="T3" fmla="*/ 16 h 26"/>
                <a:gd name="T4" fmla="*/ 9 w 18"/>
                <a:gd name="T5" fmla="*/ 18 h 26"/>
                <a:gd name="T6" fmla="*/ 6 w 18"/>
                <a:gd name="T7" fmla="*/ 22 h 26"/>
                <a:gd name="T8" fmla="*/ 3 w 18"/>
                <a:gd name="T9" fmla="*/ 24 h 26"/>
                <a:gd name="T10" fmla="*/ 1 w 18"/>
                <a:gd name="T11" fmla="*/ 26 h 26"/>
                <a:gd name="T12" fmla="*/ 1 w 18"/>
                <a:gd name="T13" fmla="*/ 19 h 26"/>
                <a:gd name="T14" fmla="*/ 5 w 18"/>
                <a:gd name="T15" fmla="*/ 11 h 26"/>
                <a:gd name="T16" fmla="*/ 8 w 18"/>
                <a:gd name="T17" fmla="*/ 7 h 26"/>
                <a:gd name="T18" fmla="*/ 11 w 18"/>
                <a:gd name="T19" fmla="*/ 4 h 26"/>
                <a:gd name="T20" fmla="*/ 18 w 18"/>
                <a:gd name="T21" fmla="*/ 0 h 26"/>
                <a:gd name="T22" fmla="*/ 12 w 18"/>
                <a:gd name="T23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26">
                  <a:moveTo>
                    <a:pt x="12" y="14"/>
                  </a:moveTo>
                  <a:cubicBezTo>
                    <a:pt x="11" y="15"/>
                    <a:pt x="11" y="16"/>
                    <a:pt x="10" y="16"/>
                  </a:cubicBezTo>
                  <a:cubicBezTo>
                    <a:pt x="10" y="17"/>
                    <a:pt x="10" y="18"/>
                    <a:pt x="9" y="18"/>
                  </a:cubicBezTo>
                  <a:cubicBezTo>
                    <a:pt x="8" y="19"/>
                    <a:pt x="7" y="21"/>
                    <a:pt x="6" y="22"/>
                  </a:cubicBezTo>
                  <a:cubicBezTo>
                    <a:pt x="5" y="23"/>
                    <a:pt x="4" y="23"/>
                    <a:pt x="3" y="24"/>
                  </a:cubicBezTo>
                  <a:cubicBezTo>
                    <a:pt x="2" y="25"/>
                    <a:pt x="1" y="25"/>
                    <a:pt x="1" y="26"/>
                  </a:cubicBezTo>
                  <a:cubicBezTo>
                    <a:pt x="0" y="24"/>
                    <a:pt x="0" y="22"/>
                    <a:pt x="1" y="19"/>
                  </a:cubicBezTo>
                  <a:cubicBezTo>
                    <a:pt x="2" y="17"/>
                    <a:pt x="3" y="14"/>
                    <a:pt x="5" y="11"/>
                  </a:cubicBezTo>
                  <a:cubicBezTo>
                    <a:pt x="6" y="10"/>
                    <a:pt x="7" y="8"/>
                    <a:pt x="8" y="7"/>
                  </a:cubicBezTo>
                  <a:cubicBezTo>
                    <a:pt x="9" y="6"/>
                    <a:pt x="10" y="5"/>
                    <a:pt x="11" y="4"/>
                  </a:cubicBezTo>
                  <a:cubicBezTo>
                    <a:pt x="13" y="2"/>
                    <a:pt x="15" y="1"/>
                    <a:pt x="18" y="0"/>
                  </a:cubicBezTo>
                  <a:cubicBezTo>
                    <a:pt x="18" y="4"/>
                    <a:pt x="16" y="9"/>
                    <a:pt x="12" y="14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2" name="Freeform 529">
              <a:extLst>
                <a:ext uri="{FF2B5EF4-FFF2-40B4-BE49-F238E27FC236}">
                  <a16:creationId xmlns:a16="http://schemas.microsoft.com/office/drawing/2014/main" id="{CA7EE030-3C4D-4787-B118-1E81919C1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582" y="3036888"/>
              <a:ext cx="65088" cy="36513"/>
            </a:xfrm>
            <a:custGeom>
              <a:avLst/>
              <a:gdLst>
                <a:gd name="T0" fmla="*/ 25 w 25"/>
                <a:gd name="T1" fmla="*/ 14 h 14"/>
                <a:gd name="T2" fmla="*/ 19 w 25"/>
                <a:gd name="T3" fmla="*/ 13 h 14"/>
                <a:gd name="T4" fmla="*/ 15 w 25"/>
                <a:gd name="T5" fmla="*/ 12 h 14"/>
                <a:gd name="T6" fmla="*/ 11 w 25"/>
                <a:gd name="T7" fmla="*/ 10 h 14"/>
                <a:gd name="T8" fmla="*/ 4 w 25"/>
                <a:gd name="T9" fmla="*/ 5 h 14"/>
                <a:gd name="T10" fmla="*/ 0 w 25"/>
                <a:gd name="T11" fmla="*/ 0 h 14"/>
                <a:gd name="T12" fmla="*/ 3 w 25"/>
                <a:gd name="T13" fmla="*/ 0 h 14"/>
                <a:gd name="T14" fmla="*/ 7 w 25"/>
                <a:gd name="T15" fmla="*/ 0 h 14"/>
                <a:gd name="T16" fmla="*/ 11 w 25"/>
                <a:gd name="T17" fmla="*/ 1 h 14"/>
                <a:gd name="T18" fmla="*/ 13 w 25"/>
                <a:gd name="T19" fmla="*/ 2 h 14"/>
                <a:gd name="T20" fmla="*/ 15 w 25"/>
                <a:gd name="T21" fmla="*/ 3 h 14"/>
                <a:gd name="T22" fmla="*/ 25 w 25"/>
                <a:gd name="T2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14">
                  <a:moveTo>
                    <a:pt x="25" y="14"/>
                  </a:moveTo>
                  <a:cubicBezTo>
                    <a:pt x="23" y="14"/>
                    <a:pt x="21" y="14"/>
                    <a:pt x="19" y="13"/>
                  </a:cubicBezTo>
                  <a:cubicBezTo>
                    <a:pt x="18" y="13"/>
                    <a:pt x="17" y="12"/>
                    <a:pt x="15" y="12"/>
                  </a:cubicBezTo>
                  <a:cubicBezTo>
                    <a:pt x="14" y="11"/>
                    <a:pt x="13" y="11"/>
                    <a:pt x="11" y="10"/>
                  </a:cubicBezTo>
                  <a:cubicBezTo>
                    <a:pt x="9" y="8"/>
                    <a:pt x="6" y="7"/>
                    <a:pt x="4" y="5"/>
                  </a:cubicBezTo>
                  <a:cubicBezTo>
                    <a:pt x="2" y="3"/>
                    <a:pt x="1" y="2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6" y="0"/>
                    <a:pt x="7" y="0"/>
                  </a:cubicBezTo>
                  <a:cubicBezTo>
                    <a:pt x="8" y="1"/>
                    <a:pt x="10" y="1"/>
                    <a:pt x="11" y="1"/>
                  </a:cubicBezTo>
                  <a:cubicBezTo>
                    <a:pt x="12" y="2"/>
                    <a:pt x="12" y="2"/>
                    <a:pt x="13" y="2"/>
                  </a:cubicBezTo>
                  <a:cubicBezTo>
                    <a:pt x="14" y="3"/>
                    <a:pt x="14" y="3"/>
                    <a:pt x="15" y="3"/>
                  </a:cubicBezTo>
                  <a:cubicBezTo>
                    <a:pt x="20" y="7"/>
                    <a:pt x="24" y="11"/>
                    <a:pt x="25" y="14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3" name="Freeform 530">
              <a:extLst>
                <a:ext uri="{FF2B5EF4-FFF2-40B4-BE49-F238E27FC236}">
                  <a16:creationId xmlns:a16="http://schemas.microsoft.com/office/drawing/2014/main" id="{D39B7B6E-D244-4F6B-96EB-00995966A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569" y="3009900"/>
              <a:ext cx="79375" cy="20638"/>
            </a:xfrm>
            <a:custGeom>
              <a:avLst/>
              <a:gdLst>
                <a:gd name="T0" fmla="*/ 16 w 31"/>
                <a:gd name="T1" fmla="*/ 7 h 8"/>
                <a:gd name="T2" fmla="*/ 11 w 31"/>
                <a:gd name="T3" fmla="*/ 8 h 8"/>
                <a:gd name="T4" fmla="*/ 7 w 31"/>
                <a:gd name="T5" fmla="*/ 8 h 8"/>
                <a:gd name="T6" fmla="*/ 3 w 31"/>
                <a:gd name="T7" fmla="*/ 8 h 8"/>
                <a:gd name="T8" fmla="*/ 2 w 31"/>
                <a:gd name="T9" fmla="*/ 8 h 8"/>
                <a:gd name="T10" fmla="*/ 0 w 31"/>
                <a:gd name="T11" fmla="*/ 7 h 8"/>
                <a:gd name="T12" fmla="*/ 1 w 31"/>
                <a:gd name="T13" fmla="*/ 6 h 8"/>
                <a:gd name="T14" fmla="*/ 3 w 31"/>
                <a:gd name="T15" fmla="*/ 5 h 8"/>
                <a:gd name="T16" fmla="*/ 6 w 31"/>
                <a:gd name="T17" fmla="*/ 3 h 8"/>
                <a:gd name="T18" fmla="*/ 10 w 31"/>
                <a:gd name="T19" fmla="*/ 1 h 8"/>
                <a:gd name="T20" fmla="*/ 15 w 31"/>
                <a:gd name="T21" fmla="*/ 0 h 8"/>
                <a:gd name="T22" fmla="*/ 19 w 31"/>
                <a:gd name="T23" fmla="*/ 0 h 8"/>
                <a:gd name="T24" fmla="*/ 24 w 31"/>
                <a:gd name="T25" fmla="*/ 0 h 8"/>
                <a:gd name="T26" fmla="*/ 31 w 31"/>
                <a:gd name="T27" fmla="*/ 2 h 8"/>
                <a:gd name="T28" fmla="*/ 25 w 31"/>
                <a:gd name="T29" fmla="*/ 5 h 8"/>
                <a:gd name="T30" fmla="*/ 20 w 31"/>
                <a:gd name="T31" fmla="*/ 6 h 8"/>
                <a:gd name="T32" fmla="*/ 16 w 31"/>
                <a:gd name="T3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8">
                  <a:moveTo>
                    <a:pt x="16" y="7"/>
                  </a:moveTo>
                  <a:cubicBezTo>
                    <a:pt x="14" y="8"/>
                    <a:pt x="13" y="8"/>
                    <a:pt x="11" y="8"/>
                  </a:cubicBezTo>
                  <a:cubicBezTo>
                    <a:pt x="10" y="8"/>
                    <a:pt x="8" y="8"/>
                    <a:pt x="7" y="8"/>
                  </a:cubicBezTo>
                  <a:cubicBezTo>
                    <a:pt x="6" y="8"/>
                    <a:pt x="4" y="8"/>
                    <a:pt x="3" y="8"/>
                  </a:cubicBezTo>
                  <a:cubicBezTo>
                    <a:pt x="3" y="8"/>
                    <a:pt x="2" y="8"/>
                    <a:pt x="2" y="8"/>
                  </a:cubicBezTo>
                  <a:cubicBezTo>
                    <a:pt x="1" y="7"/>
                    <a:pt x="1" y="7"/>
                    <a:pt x="0" y="7"/>
                  </a:cubicBezTo>
                  <a:cubicBezTo>
                    <a:pt x="0" y="7"/>
                    <a:pt x="1" y="6"/>
                    <a:pt x="1" y="6"/>
                  </a:cubicBezTo>
                  <a:cubicBezTo>
                    <a:pt x="2" y="6"/>
                    <a:pt x="2" y="5"/>
                    <a:pt x="3" y="5"/>
                  </a:cubicBezTo>
                  <a:cubicBezTo>
                    <a:pt x="3" y="4"/>
                    <a:pt x="5" y="4"/>
                    <a:pt x="6" y="3"/>
                  </a:cubicBezTo>
                  <a:cubicBezTo>
                    <a:pt x="7" y="2"/>
                    <a:pt x="8" y="2"/>
                    <a:pt x="10" y="1"/>
                  </a:cubicBezTo>
                  <a:cubicBezTo>
                    <a:pt x="11" y="1"/>
                    <a:pt x="13" y="0"/>
                    <a:pt x="15" y="0"/>
                  </a:cubicBezTo>
                  <a:cubicBezTo>
                    <a:pt x="16" y="0"/>
                    <a:pt x="18" y="0"/>
                    <a:pt x="19" y="0"/>
                  </a:cubicBezTo>
                  <a:cubicBezTo>
                    <a:pt x="21" y="0"/>
                    <a:pt x="22" y="0"/>
                    <a:pt x="24" y="0"/>
                  </a:cubicBezTo>
                  <a:cubicBezTo>
                    <a:pt x="27" y="0"/>
                    <a:pt x="29" y="1"/>
                    <a:pt x="31" y="2"/>
                  </a:cubicBezTo>
                  <a:cubicBezTo>
                    <a:pt x="29" y="3"/>
                    <a:pt x="27" y="4"/>
                    <a:pt x="25" y="5"/>
                  </a:cubicBezTo>
                  <a:cubicBezTo>
                    <a:pt x="23" y="6"/>
                    <a:pt x="22" y="6"/>
                    <a:pt x="20" y="6"/>
                  </a:cubicBezTo>
                  <a:cubicBezTo>
                    <a:pt x="19" y="7"/>
                    <a:pt x="18" y="7"/>
                    <a:pt x="16" y="7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4" name="Freeform 531">
              <a:extLst>
                <a:ext uri="{FF2B5EF4-FFF2-40B4-BE49-F238E27FC236}">
                  <a16:creationId xmlns:a16="http://schemas.microsoft.com/office/drawing/2014/main" id="{B75F1CC6-5500-4D8A-B3F6-A3DC43823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94" y="3014663"/>
              <a:ext cx="307975" cy="287338"/>
            </a:xfrm>
            <a:custGeom>
              <a:avLst/>
              <a:gdLst>
                <a:gd name="T0" fmla="*/ 1 w 119"/>
                <a:gd name="T1" fmla="*/ 111 h 111"/>
                <a:gd name="T2" fmla="*/ 2 w 119"/>
                <a:gd name="T3" fmla="*/ 110 h 111"/>
                <a:gd name="T4" fmla="*/ 22 w 119"/>
                <a:gd name="T5" fmla="*/ 62 h 111"/>
                <a:gd name="T6" fmla="*/ 118 w 119"/>
                <a:gd name="T7" fmla="*/ 2 h 111"/>
                <a:gd name="T8" fmla="*/ 119 w 119"/>
                <a:gd name="T9" fmla="*/ 1 h 111"/>
                <a:gd name="T10" fmla="*/ 118 w 119"/>
                <a:gd name="T11" fmla="*/ 0 h 111"/>
                <a:gd name="T12" fmla="*/ 20 w 119"/>
                <a:gd name="T13" fmla="*/ 61 h 111"/>
                <a:gd name="T14" fmla="*/ 0 w 119"/>
                <a:gd name="T15" fmla="*/ 110 h 111"/>
                <a:gd name="T16" fmla="*/ 1 w 119"/>
                <a:gd name="T17" fmla="*/ 111 h 111"/>
                <a:gd name="T18" fmla="*/ 1 w 119"/>
                <a:gd name="T19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9" h="111">
                  <a:moveTo>
                    <a:pt x="1" y="111"/>
                  </a:moveTo>
                  <a:cubicBezTo>
                    <a:pt x="2" y="111"/>
                    <a:pt x="2" y="111"/>
                    <a:pt x="2" y="110"/>
                  </a:cubicBezTo>
                  <a:cubicBezTo>
                    <a:pt x="2" y="110"/>
                    <a:pt x="6" y="87"/>
                    <a:pt x="22" y="62"/>
                  </a:cubicBezTo>
                  <a:cubicBezTo>
                    <a:pt x="37" y="39"/>
                    <a:pt x="66" y="10"/>
                    <a:pt x="118" y="2"/>
                  </a:cubicBezTo>
                  <a:cubicBezTo>
                    <a:pt x="119" y="2"/>
                    <a:pt x="119" y="1"/>
                    <a:pt x="119" y="1"/>
                  </a:cubicBezTo>
                  <a:cubicBezTo>
                    <a:pt x="119" y="0"/>
                    <a:pt x="119" y="0"/>
                    <a:pt x="118" y="0"/>
                  </a:cubicBezTo>
                  <a:cubicBezTo>
                    <a:pt x="65" y="8"/>
                    <a:pt x="36" y="38"/>
                    <a:pt x="20" y="61"/>
                  </a:cubicBezTo>
                  <a:cubicBezTo>
                    <a:pt x="4" y="86"/>
                    <a:pt x="0" y="110"/>
                    <a:pt x="0" y="110"/>
                  </a:cubicBezTo>
                  <a:cubicBezTo>
                    <a:pt x="0" y="110"/>
                    <a:pt x="1" y="111"/>
                    <a:pt x="1" y="111"/>
                  </a:cubicBezTo>
                  <a:cubicBezTo>
                    <a:pt x="1" y="111"/>
                    <a:pt x="1" y="111"/>
                    <a:pt x="1" y="111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5" name="Freeform 532">
              <a:extLst>
                <a:ext uri="{FF2B5EF4-FFF2-40B4-BE49-F238E27FC236}">
                  <a16:creationId xmlns:a16="http://schemas.microsoft.com/office/drawing/2014/main" id="{ABB9854E-B541-4ECC-A1A0-C11DF7F1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32" y="3263900"/>
              <a:ext cx="65088" cy="36513"/>
            </a:xfrm>
            <a:custGeom>
              <a:avLst/>
              <a:gdLst>
                <a:gd name="T0" fmla="*/ 14 w 25"/>
                <a:gd name="T1" fmla="*/ 3 h 14"/>
                <a:gd name="T2" fmla="*/ 25 w 25"/>
                <a:gd name="T3" fmla="*/ 14 h 14"/>
                <a:gd name="T4" fmla="*/ 11 w 25"/>
                <a:gd name="T5" fmla="*/ 10 h 14"/>
                <a:gd name="T6" fmla="*/ 0 w 25"/>
                <a:gd name="T7" fmla="*/ 0 h 14"/>
                <a:gd name="T8" fmla="*/ 14 w 25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14">
                  <a:moveTo>
                    <a:pt x="14" y="3"/>
                  </a:moveTo>
                  <a:cubicBezTo>
                    <a:pt x="20" y="6"/>
                    <a:pt x="24" y="10"/>
                    <a:pt x="25" y="14"/>
                  </a:cubicBezTo>
                  <a:cubicBezTo>
                    <a:pt x="21" y="14"/>
                    <a:pt x="16" y="12"/>
                    <a:pt x="11" y="10"/>
                  </a:cubicBezTo>
                  <a:cubicBezTo>
                    <a:pt x="5" y="7"/>
                    <a:pt x="1" y="3"/>
                    <a:pt x="0" y="0"/>
                  </a:cubicBezTo>
                  <a:cubicBezTo>
                    <a:pt x="3" y="0"/>
                    <a:pt x="9" y="0"/>
                    <a:pt x="14" y="3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6" name="Freeform 533">
              <a:extLst>
                <a:ext uri="{FF2B5EF4-FFF2-40B4-BE49-F238E27FC236}">
                  <a16:creationId xmlns:a16="http://schemas.microsoft.com/office/drawing/2014/main" id="{D7C3610C-D7BF-46A5-A502-E67F48F97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107" y="3224213"/>
              <a:ext cx="36513" cy="76200"/>
            </a:xfrm>
            <a:custGeom>
              <a:avLst/>
              <a:gdLst>
                <a:gd name="T0" fmla="*/ 13 w 14"/>
                <a:gd name="T1" fmla="*/ 0 h 29"/>
                <a:gd name="T2" fmla="*/ 11 w 14"/>
                <a:gd name="T3" fmla="*/ 18 h 29"/>
                <a:gd name="T4" fmla="*/ 0 w 14"/>
                <a:gd name="T5" fmla="*/ 29 h 29"/>
                <a:gd name="T6" fmla="*/ 4 w 14"/>
                <a:gd name="T7" fmla="*/ 13 h 29"/>
                <a:gd name="T8" fmla="*/ 13 w 1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29">
                  <a:moveTo>
                    <a:pt x="13" y="0"/>
                  </a:moveTo>
                  <a:cubicBezTo>
                    <a:pt x="14" y="5"/>
                    <a:pt x="14" y="11"/>
                    <a:pt x="11" y="18"/>
                  </a:cubicBezTo>
                  <a:cubicBezTo>
                    <a:pt x="8" y="24"/>
                    <a:pt x="4" y="28"/>
                    <a:pt x="0" y="29"/>
                  </a:cubicBezTo>
                  <a:cubicBezTo>
                    <a:pt x="0" y="25"/>
                    <a:pt x="1" y="19"/>
                    <a:pt x="4" y="13"/>
                  </a:cubicBezTo>
                  <a:cubicBezTo>
                    <a:pt x="7" y="7"/>
                    <a:pt x="10" y="2"/>
                    <a:pt x="13" y="0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7" name="Freeform 534">
              <a:extLst>
                <a:ext uri="{FF2B5EF4-FFF2-40B4-BE49-F238E27FC236}">
                  <a16:creationId xmlns:a16="http://schemas.microsoft.com/office/drawing/2014/main" id="{FA3EDF04-EC55-40DF-BF8B-1EF2F256C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32" y="3232150"/>
              <a:ext cx="66675" cy="33338"/>
            </a:xfrm>
            <a:custGeom>
              <a:avLst/>
              <a:gdLst>
                <a:gd name="T0" fmla="*/ 15 w 26"/>
                <a:gd name="T1" fmla="*/ 3 h 13"/>
                <a:gd name="T2" fmla="*/ 26 w 26"/>
                <a:gd name="T3" fmla="*/ 13 h 13"/>
                <a:gd name="T4" fmla="*/ 12 w 26"/>
                <a:gd name="T5" fmla="*/ 10 h 13"/>
                <a:gd name="T6" fmla="*/ 4 w 26"/>
                <a:gd name="T7" fmla="*/ 6 h 13"/>
                <a:gd name="T8" fmla="*/ 0 w 26"/>
                <a:gd name="T9" fmla="*/ 1 h 13"/>
                <a:gd name="T10" fmla="*/ 15 w 26"/>
                <a:gd name="T11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5" y="3"/>
                  </a:moveTo>
                  <a:cubicBezTo>
                    <a:pt x="21" y="5"/>
                    <a:pt x="25" y="9"/>
                    <a:pt x="26" y="13"/>
                  </a:cubicBezTo>
                  <a:cubicBezTo>
                    <a:pt x="23" y="13"/>
                    <a:pt x="17" y="12"/>
                    <a:pt x="12" y="10"/>
                  </a:cubicBezTo>
                  <a:cubicBezTo>
                    <a:pt x="9" y="8"/>
                    <a:pt x="6" y="7"/>
                    <a:pt x="4" y="6"/>
                  </a:cubicBezTo>
                  <a:cubicBezTo>
                    <a:pt x="2" y="4"/>
                    <a:pt x="1" y="3"/>
                    <a:pt x="0" y="1"/>
                  </a:cubicBezTo>
                  <a:cubicBezTo>
                    <a:pt x="3" y="0"/>
                    <a:pt x="9" y="0"/>
                    <a:pt x="15" y="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8" name="Freeform 535">
              <a:extLst>
                <a:ext uri="{FF2B5EF4-FFF2-40B4-BE49-F238E27FC236}">
                  <a16:creationId xmlns:a16="http://schemas.microsoft.com/office/drawing/2014/main" id="{B8F4B949-F416-49C7-A37C-F1BE52E50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582" y="3187700"/>
              <a:ext cx="30163" cy="76200"/>
            </a:xfrm>
            <a:custGeom>
              <a:avLst/>
              <a:gdLst>
                <a:gd name="T0" fmla="*/ 11 w 12"/>
                <a:gd name="T1" fmla="*/ 0 h 29"/>
                <a:gd name="T2" fmla="*/ 12 w 12"/>
                <a:gd name="T3" fmla="*/ 8 h 29"/>
                <a:gd name="T4" fmla="*/ 10 w 12"/>
                <a:gd name="T5" fmla="*/ 17 h 29"/>
                <a:gd name="T6" fmla="*/ 1 w 12"/>
                <a:gd name="T7" fmla="*/ 29 h 29"/>
                <a:gd name="T8" fmla="*/ 3 w 12"/>
                <a:gd name="T9" fmla="*/ 13 h 29"/>
                <a:gd name="T10" fmla="*/ 11 w 12"/>
                <a:gd name="T1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29">
                  <a:moveTo>
                    <a:pt x="11" y="0"/>
                  </a:moveTo>
                  <a:cubicBezTo>
                    <a:pt x="12" y="2"/>
                    <a:pt x="12" y="5"/>
                    <a:pt x="12" y="8"/>
                  </a:cubicBezTo>
                  <a:cubicBezTo>
                    <a:pt x="12" y="10"/>
                    <a:pt x="11" y="14"/>
                    <a:pt x="10" y="17"/>
                  </a:cubicBezTo>
                  <a:cubicBezTo>
                    <a:pt x="8" y="23"/>
                    <a:pt x="4" y="28"/>
                    <a:pt x="1" y="29"/>
                  </a:cubicBezTo>
                  <a:cubicBezTo>
                    <a:pt x="0" y="25"/>
                    <a:pt x="1" y="20"/>
                    <a:pt x="3" y="13"/>
                  </a:cubicBezTo>
                  <a:cubicBezTo>
                    <a:pt x="5" y="7"/>
                    <a:pt x="8" y="2"/>
                    <a:pt x="11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79" name="Freeform 536">
              <a:extLst>
                <a:ext uri="{FF2B5EF4-FFF2-40B4-BE49-F238E27FC236}">
                  <a16:creationId xmlns:a16="http://schemas.microsoft.com/office/drawing/2014/main" id="{C3D2449C-20D0-4936-ACC4-DD26853DC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857" y="3206750"/>
              <a:ext cx="73025" cy="25400"/>
            </a:xfrm>
            <a:custGeom>
              <a:avLst/>
              <a:gdLst>
                <a:gd name="T0" fmla="*/ 15 w 28"/>
                <a:gd name="T1" fmla="*/ 1 h 10"/>
                <a:gd name="T2" fmla="*/ 28 w 28"/>
                <a:gd name="T3" fmla="*/ 9 h 10"/>
                <a:gd name="T4" fmla="*/ 21 w 28"/>
                <a:gd name="T5" fmla="*/ 10 h 10"/>
                <a:gd name="T6" fmla="*/ 13 w 28"/>
                <a:gd name="T7" fmla="*/ 8 h 10"/>
                <a:gd name="T8" fmla="*/ 0 w 28"/>
                <a:gd name="T9" fmla="*/ 1 h 10"/>
                <a:gd name="T10" fmla="*/ 7 w 28"/>
                <a:gd name="T11" fmla="*/ 0 h 10"/>
                <a:gd name="T12" fmla="*/ 11 w 28"/>
                <a:gd name="T13" fmla="*/ 0 h 10"/>
                <a:gd name="T14" fmla="*/ 15 w 28"/>
                <a:gd name="T15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0">
                  <a:moveTo>
                    <a:pt x="15" y="1"/>
                  </a:moveTo>
                  <a:cubicBezTo>
                    <a:pt x="21" y="3"/>
                    <a:pt x="26" y="6"/>
                    <a:pt x="28" y="9"/>
                  </a:cubicBezTo>
                  <a:cubicBezTo>
                    <a:pt x="26" y="10"/>
                    <a:pt x="24" y="10"/>
                    <a:pt x="21" y="10"/>
                  </a:cubicBezTo>
                  <a:cubicBezTo>
                    <a:pt x="18" y="9"/>
                    <a:pt x="16" y="9"/>
                    <a:pt x="13" y="8"/>
                  </a:cubicBezTo>
                  <a:cubicBezTo>
                    <a:pt x="7" y="6"/>
                    <a:pt x="2" y="4"/>
                    <a:pt x="0" y="1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3" y="0"/>
                    <a:pt x="15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0" name="Freeform 537">
              <a:extLst>
                <a:ext uri="{FF2B5EF4-FFF2-40B4-BE49-F238E27FC236}">
                  <a16:creationId xmlns:a16="http://schemas.microsoft.com/office/drawing/2014/main" id="{F1636D24-55F8-48D4-8395-837AEAFCA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882" y="3151188"/>
              <a:ext cx="28575" cy="77788"/>
            </a:xfrm>
            <a:custGeom>
              <a:avLst/>
              <a:gdLst>
                <a:gd name="T0" fmla="*/ 8 w 11"/>
                <a:gd name="T1" fmla="*/ 0 h 30"/>
                <a:gd name="T2" fmla="*/ 9 w 11"/>
                <a:gd name="T3" fmla="*/ 17 h 30"/>
                <a:gd name="T4" fmla="*/ 5 w 11"/>
                <a:gd name="T5" fmla="*/ 25 h 30"/>
                <a:gd name="T6" fmla="*/ 1 w 11"/>
                <a:gd name="T7" fmla="*/ 30 h 30"/>
                <a:gd name="T8" fmla="*/ 1 w 11"/>
                <a:gd name="T9" fmla="*/ 14 h 30"/>
                <a:gd name="T10" fmla="*/ 3 w 11"/>
                <a:gd name="T11" fmla="*/ 9 h 30"/>
                <a:gd name="T12" fmla="*/ 4 w 11"/>
                <a:gd name="T13" fmla="*/ 5 h 30"/>
                <a:gd name="T14" fmla="*/ 8 w 11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30">
                  <a:moveTo>
                    <a:pt x="8" y="0"/>
                  </a:moveTo>
                  <a:cubicBezTo>
                    <a:pt x="10" y="4"/>
                    <a:pt x="11" y="10"/>
                    <a:pt x="9" y="17"/>
                  </a:cubicBezTo>
                  <a:cubicBezTo>
                    <a:pt x="8" y="20"/>
                    <a:pt x="7" y="23"/>
                    <a:pt x="5" y="25"/>
                  </a:cubicBezTo>
                  <a:cubicBezTo>
                    <a:pt x="4" y="27"/>
                    <a:pt x="2" y="29"/>
                    <a:pt x="1" y="30"/>
                  </a:cubicBezTo>
                  <a:cubicBezTo>
                    <a:pt x="0" y="26"/>
                    <a:pt x="0" y="20"/>
                    <a:pt x="1" y="14"/>
                  </a:cubicBezTo>
                  <a:cubicBezTo>
                    <a:pt x="2" y="12"/>
                    <a:pt x="2" y="11"/>
                    <a:pt x="3" y="9"/>
                  </a:cubicBezTo>
                  <a:cubicBezTo>
                    <a:pt x="3" y="8"/>
                    <a:pt x="4" y="7"/>
                    <a:pt x="4" y="5"/>
                  </a:cubicBezTo>
                  <a:cubicBezTo>
                    <a:pt x="5" y="3"/>
                    <a:pt x="7" y="1"/>
                    <a:pt x="8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1" name="Freeform 538">
              <a:extLst>
                <a:ext uri="{FF2B5EF4-FFF2-40B4-BE49-F238E27FC236}">
                  <a16:creationId xmlns:a16="http://schemas.microsoft.com/office/drawing/2014/main" id="{AC8CF3D1-C115-4BD9-8233-BCD06F24D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807" y="3178175"/>
              <a:ext cx="76200" cy="22225"/>
            </a:xfrm>
            <a:custGeom>
              <a:avLst/>
              <a:gdLst>
                <a:gd name="T0" fmla="*/ 15 w 29"/>
                <a:gd name="T1" fmla="*/ 1 h 9"/>
                <a:gd name="T2" fmla="*/ 29 w 29"/>
                <a:gd name="T3" fmla="*/ 8 h 9"/>
                <a:gd name="T4" fmla="*/ 22 w 29"/>
                <a:gd name="T5" fmla="*/ 9 h 9"/>
                <a:gd name="T6" fmla="*/ 14 w 29"/>
                <a:gd name="T7" fmla="*/ 8 h 9"/>
                <a:gd name="T8" fmla="*/ 0 w 29"/>
                <a:gd name="T9" fmla="*/ 2 h 9"/>
                <a:gd name="T10" fmla="*/ 7 w 29"/>
                <a:gd name="T11" fmla="*/ 0 h 9"/>
                <a:gd name="T12" fmla="*/ 15 w 29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9">
                  <a:moveTo>
                    <a:pt x="15" y="1"/>
                  </a:moveTo>
                  <a:cubicBezTo>
                    <a:pt x="21" y="2"/>
                    <a:pt x="26" y="5"/>
                    <a:pt x="29" y="8"/>
                  </a:cubicBezTo>
                  <a:cubicBezTo>
                    <a:pt x="27" y="9"/>
                    <a:pt x="25" y="9"/>
                    <a:pt x="22" y="9"/>
                  </a:cubicBezTo>
                  <a:cubicBezTo>
                    <a:pt x="19" y="9"/>
                    <a:pt x="16" y="8"/>
                    <a:pt x="14" y="8"/>
                  </a:cubicBezTo>
                  <a:cubicBezTo>
                    <a:pt x="8" y="7"/>
                    <a:pt x="3" y="5"/>
                    <a:pt x="0" y="2"/>
                  </a:cubicBezTo>
                  <a:cubicBezTo>
                    <a:pt x="2" y="1"/>
                    <a:pt x="4" y="1"/>
                    <a:pt x="7" y="0"/>
                  </a:cubicBezTo>
                  <a:cubicBezTo>
                    <a:pt x="9" y="0"/>
                    <a:pt x="12" y="0"/>
                    <a:pt x="15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2" name="Freeform 539">
              <a:extLst>
                <a:ext uri="{FF2B5EF4-FFF2-40B4-BE49-F238E27FC236}">
                  <a16:creationId xmlns:a16="http://schemas.microsoft.com/office/drawing/2014/main" id="{C4AF58ED-08AB-49E2-9CCA-CCC6051CB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832" y="3116263"/>
              <a:ext cx="23813" cy="79375"/>
            </a:xfrm>
            <a:custGeom>
              <a:avLst/>
              <a:gdLst>
                <a:gd name="T0" fmla="*/ 6 w 9"/>
                <a:gd name="T1" fmla="*/ 0 h 31"/>
                <a:gd name="T2" fmla="*/ 8 w 9"/>
                <a:gd name="T3" fmla="*/ 8 h 31"/>
                <a:gd name="T4" fmla="*/ 8 w 9"/>
                <a:gd name="T5" fmla="*/ 17 h 31"/>
                <a:gd name="T6" fmla="*/ 6 w 9"/>
                <a:gd name="T7" fmla="*/ 26 h 31"/>
                <a:gd name="T8" fmla="*/ 2 w 9"/>
                <a:gd name="T9" fmla="*/ 31 h 31"/>
                <a:gd name="T10" fmla="*/ 1 w 9"/>
                <a:gd name="T11" fmla="*/ 15 h 31"/>
                <a:gd name="T12" fmla="*/ 3 w 9"/>
                <a:gd name="T13" fmla="*/ 6 h 31"/>
                <a:gd name="T14" fmla="*/ 6 w 9"/>
                <a:gd name="T1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31">
                  <a:moveTo>
                    <a:pt x="6" y="0"/>
                  </a:moveTo>
                  <a:cubicBezTo>
                    <a:pt x="7" y="2"/>
                    <a:pt x="8" y="5"/>
                    <a:pt x="8" y="8"/>
                  </a:cubicBezTo>
                  <a:cubicBezTo>
                    <a:pt x="9" y="11"/>
                    <a:pt x="9" y="14"/>
                    <a:pt x="8" y="17"/>
                  </a:cubicBezTo>
                  <a:cubicBezTo>
                    <a:pt x="8" y="21"/>
                    <a:pt x="7" y="24"/>
                    <a:pt x="6" y="26"/>
                  </a:cubicBezTo>
                  <a:cubicBezTo>
                    <a:pt x="5" y="28"/>
                    <a:pt x="3" y="30"/>
                    <a:pt x="2" y="31"/>
                  </a:cubicBezTo>
                  <a:cubicBezTo>
                    <a:pt x="0" y="28"/>
                    <a:pt x="0" y="22"/>
                    <a:pt x="1" y="15"/>
                  </a:cubicBezTo>
                  <a:cubicBezTo>
                    <a:pt x="1" y="12"/>
                    <a:pt x="2" y="9"/>
                    <a:pt x="3" y="6"/>
                  </a:cubicBezTo>
                  <a:cubicBezTo>
                    <a:pt x="4" y="4"/>
                    <a:pt x="5" y="2"/>
                    <a:pt x="6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3" name="Freeform 540">
              <a:extLst>
                <a:ext uri="{FF2B5EF4-FFF2-40B4-BE49-F238E27FC236}">
                  <a16:creationId xmlns:a16="http://schemas.microsoft.com/office/drawing/2014/main" id="{BC15A4DF-14F2-4363-A315-3948E9469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44" y="3151188"/>
              <a:ext cx="73025" cy="20638"/>
            </a:xfrm>
            <a:custGeom>
              <a:avLst/>
              <a:gdLst>
                <a:gd name="T0" fmla="*/ 14 w 28"/>
                <a:gd name="T1" fmla="*/ 0 h 8"/>
                <a:gd name="T2" fmla="*/ 19 w 28"/>
                <a:gd name="T3" fmla="*/ 1 h 8"/>
                <a:gd name="T4" fmla="*/ 23 w 28"/>
                <a:gd name="T5" fmla="*/ 2 h 8"/>
                <a:gd name="T6" fmla="*/ 28 w 28"/>
                <a:gd name="T7" fmla="*/ 6 h 8"/>
                <a:gd name="T8" fmla="*/ 22 w 28"/>
                <a:gd name="T9" fmla="*/ 8 h 8"/>
                <a:gd name="T10" fmla="*/ 13 w 28"/>
                <a:gd name="T11" fmla="*/ 7 h 8"/>
                <a:gd name="T12" fmla="*/ 9 w 28"/>
                <a:gd name="T13" fmla="*/ 7 h 8"/>
                <a:gd name="T14" fmla="*/ 5 w 28"/>
                <a:gd name="T15" fmla="*/ 6 h 8"/>
                <a:gd name="T16" fmla="*/ 2 w 28"/>
                <a:gd name="T17" fmla="*/ 5 h 8"/>
                <a:gd name="T18" fmla="*/ 0 w 28"/>
                <a:gd name="T19" fmla="*/ 3 h 8"/>
                <a:gd name="T20" fmla="*/ 6 w 28"/>
                <a:gd name="T21" fmla="*/ 1 h 8"/>
                <a:gd name="T22" fmla="*/ 14 w 28"/>
                <a:gd name="T2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8">
                  <a:moveTo>
                    <a:pt x="14" y="0"/>
                  </a:moveTo>
                  <a:cubicBezTo>
                    <a:pt x="16" y="0"/>
                    <a:pt x="17" y="0"/>
                    <a:pt x="19" y="1"/>
                  </a:cubicBezTo>
                  <a:cubicBezTo>
                    <a:pt x="20" y="1"/>
                    <a:pt x="21" y="2"/>
                    <a:pt x="23" y="2"/>
                  </a:cubicBezTo>
                  <a:cubicBezTo>
                    <a:pt x="25" y="3"/>
                    <a:pt x="27" y="5"/>
                    <a:pt x="28" y="6"/>
                  </a:cubicBezTo>
                  <a:cubicBezTo>
                    <a:pt x="27" y="7"/>
                    <a:pt x="24" y="7"/>
                    <a:pt x="22" y="8"/>
                  </a:cubicBezTo>
                  <a:cubicBezTo>
                    <a:pt x="19" y="8"/>
                    <a:pt x="16" y="8"/>
                    <a:pt x="13" y="7"/>
                  </a:cubicBezTo>
                  <a:cubicBezTo>
                    <a:pt x="12" y="7"/>
                    <a:pt x="10" y="7"/>
                    <a:pt x="9" y="7"/>
                  </a:cubicBezTo>
                  <a:cubicBezTo>
                    <a:pt x="8" y="7"/>
                    <a:pt x="6" y="6"/>
                    <a:pt x="5" y="6"/>
                  </a:cubicBezTo>
                  <a:cubicBezTo>
                    <a:pt x="4" y="6"/>
                    <a:pt x="3" y="5"/>
                    <a:pt x="2" y="5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1" y="2"/>
                    <a:pt x="3" y="1"/>
                    <a:pt x="6" y="1"/>
                  </a:cubicBez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4" name="Freeform 541">
              <a:extLst>
                <a:ext uri="{FF2B5EF4-FFF2-40B4-BE49-F238E27FC236}">
                  <a16:creationId xmlns:a16="http://schemas.microsoft.com/office/drawing/2014/main" id="{543A0B5F-302F-4502-AA5A-44149AB13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194" y="3084513"/>
              <a:ext cx="20638" cy="80963"/>
            </a:xfrm>
            <a:custGeom>
              <a:avLst/>
              <a:gdLst>
                <a:gd name="T0" fmla="*/ 3 w 8"/>
                <a:gd name="T1" fmla="*/ 0 h 31"/>
                <a:gd name="T2" fmla="*/ 5 w 8"/>
                <a:gd name="T3" fmla="*/ 3 h 31"/>
                <a:gd name="T4" fmla="*/ 7 w 8"/>
                <a:gd name="T5" fmla="*/ 7 h 31"/>
                <a:gd name="T6" fmla="*/ 8 w 8"/>
                <a:gd name="T7" fmla="*/ 12 h 31"/>
                <a:gd name="T8" fmla="*/ 8 w 8"/>
                <a:gd name="T9" fmla="*/ 17 h 31"/>
                <a:gd name="T10" fmla="*/ 6 w 8"/>
                <a:gd name="T11" fmla="*/ 26 h 31"/>
                <a:gd name="T12" fmla="*/ 2 w 8"/>
                <a:gd name="T13" fmla="*/ 31 h 31"/>
                <a:gd name="T14" fmla="*/ 0 w 8"/>
                <a:gd name="T15" fmla="*/ 25 h 31"/>
                <a:gd name="T16" fmla="*/ 0 w 8"/>
                <a:gd name="T17" fmla="*/ 20 h 31"/>
                <a:gd name="T18" fmla="*/ 0 w 8"/>
                <a:gd name="T19" fmla="*/ 15 h 31"/>
                <a:gd name="T20" fmla="*/ 1 w 8"/>
                <a:gd name="T21" fmla="*/ 6 h 31"/>
                <a:gd name="T22" fmla="*/ 3 w 8"/>
                <a:gd name="T2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31">
                  <a:moveTo>
                    <a:pt x="3" y="0"/>
                  </a:moveTo>
                  <a:cubicBezTo>
                    <a:pt x="4" y="1"/>
                    <a:pt x="5" y="2"/>
                    <a:pt x="5" y="3"/>
                  </a:cubicBezTo>
                  <a:cubicBezTo>
                    <a:pt x="6" y="5"/>
                    <a:pt x="6" y="6"/>
                    <a:pt x="7" y="7"/>
                  </a:cubicBezTo>
                  <a:cubicBezTo>
                    <a:pt x="7" y="9"/>
                    <a:pt x="7" y="10"/>
                    <a:pt x="8" y="12"/>
                  </a:cubicBezTo>
                  <a:cubicBezTo>
                    <a:pt x="8" y="14"/>
                    <a:pt x="8" y="15"/>
                    <a:pt x="8" y="17"/>
                  </a:cubicBezTo>
                  <a:cubicBezTo>
                    <a:pt x="8" y="20"/>
                    <a:pt x="7" y="23"/>
                    <a:pt x="6" y="26"/>
                  </a:cubicBezTo>
                  <a:cubicBezTo>
                    <a:pt x="5" y="28"/>
                    <a:pt x="4" y="30"/>
                    <a:pt x="2" y="31"/>
                  </a:cubicBezTo>
                  <a:cubicBezTo>
                    <a:pt x="1" y="30"/>
                    <a:pt x="1" y="27"/>
                    <a:pt x="0" y="25"/>
                  </a:cubicBezTo>
                  <a:cubicBezTo>
                    <a:pt x="0" y="23"/>
                    <a:pt x="0" y="22"/>
                    <a:pt x="0" y="20"/>
                  </a:cubicBezTo>
                  <a:cubicBezTo>
                    <a:pt x="0" y="19"/>
                    <a:pt x="0" y="17"/>
                    <a:pt x="0" y="15"/>
                  </a:cubicBezTo>
                  <a:cubicBezTo>
                    <a:pt x="0" y="12"/>
                    <a:pt x="0" y="9"/>
                    <a:pt x="1" y="6"/>
                  </a:cubicBezTo>
                  <a:cubicBezTo>
                    <a:pt x="1" y="4"/>
                    <a:pt x="2" y="2"/>
                    <a:pt x="3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5" name="Freeform 542">
              <a:extLst>
                <a:ext uri="{FF2B5EF4-FFF2-40B4-BE49-F238E27FC236}">
                  <a16:creationId xmlns:a16="http://schemas.microsoft.com/office/drawing/2014/main" id="{446D57F7-0538-46FE-9138-C1DCB0CB9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2" y="3125788"/>
              <a:ext cx="76200" cy="20638"/>
            </a:xfrm>
            <a:custGeom>
              <a:avLst/>
              <a:gdLst>
                <a:gd name="T0" fmla="*/ 14 w 29"/>
                <a:gd name="T1" fmla="*/ 1 h 8"/>
                <a:gd name="T2" fmla="*/ 29 w 29"/>
                <a:gd name="T3" fmla="*/ 5 h 8"/>
                <a:gd name="T4" fmla="*/ 23 w 29"/>
                <a:gd name="T5" fmla="*/ 7 h 8"/>
                <a:gd name="T6" fmla="*/ 18 w 29"/>
                <a:gd name="T7" fmla="*/ 8 h 8"/>
                <a:gd name="T8" fmla="*/ 14 w 29"/>
                <a:gd name="T9" fmla="*/ 8 h 8"/>
                <a:gd name="T10" fmla="*/ 10 w 29"/>
                <a:gd name="T11" fmla="*/ 8 h 8"/>
                <a:gd name="T12" fmla="*/ 6 w 29"/>
                <a:gd name="T13" fmla="*/ 7 h 8"/>
                <a:gd name="T14" fmla="*/ 3 w 29"/>
                <a:gd name="T15" fmla="*/ 6 h 8"/>
                <a:gd name="T16" fmla="*/ 0 w 29"/>
                <a:gd name="T17" fmla="*/ 5 h 8"/>
                <a:gd name="T18" fmla="*/ 14 w 29"/>
                <a:gd name="T1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8">
                  <a:moveTo>
                    <a:pt x="14" y="1"/>
                  </a:moveTo>
                  <a:cubicBezTo>
                    <a:pt x="20" y="0"/>
                    <a:pt x="26" y="2"/>
                    <a:pt x="29" y="5"/>
                  </a:cubicBezTo>
                  <a:cubicBezTo>
                    <a:pt x="27" y="6"/>
                    <a:pt x="25" y="7"/>
                    <a:pt x="23" y="7"/>
                  </a:cubicBezTo>
                  <a:cubicBezTo>
                    <a:pt x="21" y="7"/>
                    <a:pt x="20" y="8"/>
                    <a:pt x="18" y="8"/>
                  </a:cubicBezTo>
                  <a:cubicBezTo>
                    <a:pt x="17" y="8"/>
                    <a:pt x="16" y="8"/>
                    <a:pt x="14" y="8"/>
                  </a:cubicBezTo>
                  <a:cubicBezTo>
                    <a:pt x="13" y="8"/>
                    <a:pt x="11" y="8"/>
                    <a:pt x="10" y="8"/>
                  </a:cubicBezTo>
                  <a:cubicBezTo>
                    <a:pt x="8" y="8"/>
                    <a:pt x="7" y="7"/>
                    <a:pt x="6" y="7"/>
                  </a:cubicBezTo>
                  <a:cubicBezTo>
                    <a:pt x="5" y="7"/>
                    <a:pt x="4" y="7"/>
                    <a:pt x="3" y="6"/>
                  </a:cubicBezTo>
                  <a:cubicBezTo>
                    <a:pt x="2" y="6"/>
                    <a:pt x="1" y="6"/>
                    <a:pt x="0" y="5"/>
                  </a:cubicBezTo>
                  <a:cubicBezTo>
                    <a:pt x="3" y="3"/>
                    <a:pt x="8" y="1"/>
                    <a:pt x="14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6" name="Freeform 543">
              <a:extLst>
                <a:ext uri="{FF2B5EF4-FFF2-40B4-BE49-F238E27FC236}">
                  <a16:creationId xmlns:a16="http://schemas.microsoft.com/office/drawing/2014/main" id="{6CE34C20-A8B4-468A-A4FD-BA37D1260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19" y="3055938"/>
              <a:ext cx="23813" cy="80963"/>
            </a:xfrm>
            <a:custGeom>
              <a:avLst/>
              <a:gdLst>
                <a:gd name="T0" fmla="*/ 2 w 9"/>
                <a:gd name="T1" fmla="*/ 0 h 31"/>
                <a:gd name="T2" fmla="*/ 5 w 9"/>
                <a:gd name="T3" fmla="*/ 3 h 31"/>
                <a:gd name="T4" fmla="*/ 7 w 9"/>
                <a:gd name="T5" fmla="*/ 7 h 31"/>
                <a:gd name="T6" fmla="*/ 8 w 9"/>
                <a:gd name="T7" fmla="*/ 11 h 31"/>
                <a:gd name="T8" fmla="*/ 9 w 9"/>
                <a:gd name="T9" fmla="*/ 16 h 31"/>
                <a:gd name="T10" fmla="*/ 9 w 9"/>
                <a:gd name="T11" fmla="*/ 21 h 31"/>
                <a:gd name="T12" fmla="*/ 8 w 9"/>
                <a:gd name="T13" fmla="*/ 25 h 31"/>
                <a:gd name="T14" fmla="*/ 5 w 9"/>
                <a:gd name="T15" fmla="*/ 31 h 31"/>
                <a:gd name="T16" fmla="*/ 1 w 9"/>
                <a:gd name="T17" fmla="*/ 16 h 31"/>
                <a:gd name="T18" fmla="*/ 1 w 9"/>
                <a:gd name="T19" fmla="*/ 7 h 31"/>
                <a:gd name="T20" fmla="*/ 2 w 9"/>
                <a:gd name="T2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31">
                  <a:moveTo>
                    <a:pt x="2" y="0"/>
                  </a:moveTo>
                  <a:cubicBezTo>
                    <a:pt x="3" y="1"/>
                    <a:pt x="4" y="2"/>
                    <a:pt x="5" y="3"/>
                  </a:cubicBezTo>
                  <a:cubicBezTo>
                    <a:pt x="5" y="4"/>
                    <a:pt x="6" y="5"/>
                    <a:pt x="7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3"/>
                    <a:pt x="8" y="15"/>
                    <a:pt x="9" y="16"/>
                  </a:cubicBezTo>
                  <a:cubicBezTo>
                    <a:pt x="9" y="18"/>
                    <a:pt x="9" y="19"/>
                    <a:pt x="9" y="21"/>
                  </a:cubicBezTo>
                  <a:cubicBezTo>
                    <a:pt x="8" y="22"/>
                    <a:pt x="8" y="24"/>
                    <a:pt x="8" y="25"/>
                  </a:cubicBezTo>
                  <a:cubicBezTo>
                    <a:pt x="7" y="28"/>
                    <a:pt x="6" y="30"/>
                    <a:pt x="5" y="31"/>
                  </a:cubicBezTo>
                  <a:cubicBezTo>
                    <a:pt x="3" y="28"/>
                    <a:pt x="1" y="22"/>
                    <a:pt x="1" y="16"/>
                  </a:cubicBezTo>
                  <a:cubicBezTo>
                    <a:pt x="0" y="12"/>
                    <a:pt x="0" y="9"/>
                    <a:pt x="1" y="7"/>
                  </a:cubicBezTo>
                  <a:cubicBezTo>
                    <a:pt x="1" y="4"/>
                    <a:pt x="2" y="2"/>
                    <a:pt x="2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7" name="Freeform 544">
              <a:extLst>
                <a:ext uri="{FF2B5EF4-FFF2-40B4-BE49-F238E27FC236}">
                  <a16:creationId xmlns:a16="http://schemas.microsoft.com/office/drawing/2014/main" id="{E07D3923-8FA1-4D97-A24F-EBB56EB38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307" y="3105150"/>
              <a:ext cx="71438" cy="20638"/>
            </a:xfrm>
            <a:custGeom>
              <a:avLst/>
              <a:gdLst>
                <a:gd name="T0" fmla="*/ 13 w 28"/>
                <a:gd name="T1" fmla="*/ 0 h 8"/>
                <a:gd name="T2" fmla="*/ 22 w 28"/>
                <a:gd name="T3" fmla="*/ 0 h 8"/>
                <a:gd name="T4" fmla="*/ 28 w 28"/>
                <a:gd name="T5" fmla="*/ 3 h 8"/>
                <a:gd name="T6" fmla="*/ 22 w 28"/>
                <a:gd name="T7" fmla="*/ 6 h 8"/>
                <a:gd name="T8" fmla="*/ 14 w 28"/>
                <a:gd name="T9" fmla="*/ 7 h 8"/>
                <a:gd name="T10" fmla="*/ 10 w 28"/>
                <a:gd name="T11" fmla="*/ 8 h 8"/>
                <a:gd name="T12" fmla="*/ 6 w 28"/>
                <a:gd name="T13" fmla="*/ 8 h 8"/>
                <a:gd name="T14" fmla="*/ 2 w 28"/>
                <a:gd name="T15" fmla="*/ 7 h 8"/>
                <a:gd name="T16" fmla="*/ 0 w 28"/>
                <a:gd name="T17" fmla="*/ 6 h 8"/>
                <a:gd name="T18" fmla="*/ 5 w 28"/>
                <a:gd name="T19" fmla="*/ 2 h 8"/>
                <a:gd name="T20" fmla="*/ 13 w 28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">
                  <a:moveTo>
                    <a:pt x="13" y="0"/>
                  </a:moveTo>
                  <a:cubicBezTo>
                    <a:pt x="16" y="0"/>
                    <a:pt x="19" y="0"/>
                    <a:pt x="22" y="0"/>
                  </a:cubicBezTo>
                  <a:cubicBezTo>
                    <a:pt x="24" y="1"/>
                    <a:pt x="27" y="2"/>
                    <a:pt x="28" y="3"/>
                  </a:cubicBezTo>
                  <a:cubicBezTo>
                    <a:pt x="27" y="4"/>
                    <a:pt x="25" y="5"/>
                    <a:pt x="22" y="6"/>
                  </a:cubicBezTo>
                  <a:cubicBezTo>
                    <a:pt x="20" y="6"/>
                    <a:pt x="17" y="7"/>
                    <a:pt x="14" y="7"/>
                  </a:cubicBezTo>
                  <a:cubicBezTo>
                    <a:pt x="12" y="8"/>
                    <a:pt x="11" y="8"/>
                    <a:pt x="10" y="8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7"/>
                    <a:pt x="3" y="7"/>
                    <a:pt x="2" y="7"/>
                  </a:cubicBezTo>
                  <a:cubicBezTo>
                    <a:pt x="1" y="7"/>
                    <a:pt x="1" y="7"/>
                    <a:pt x="0" y="6"/>
                  </a:cubicBezTo>
                  <a:cubicBezTo>
                    <a:pt x="1" y="5"/>
                    <a:pt x="3" y="4"/>
                    <a:pt x="5" y="2"/>
                  </a:cubicBezTo>
                  <a:cubicBezTo>
                    <a:pt x="7" y="1"/>
                    <a:pt x="10" y="0"/>
                    <a:pt x="13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8" name="Freeform 545">
              <a:extLst>
                <a:ext uri="{FF2B5EF4-FFF2-40B4-BE49-F238E27FC236}">
                  <a16:creationId xmlns:a16="http://schemas.microsoft.com/office/drawing/2014/main" id="{85752BBD-4B2B-40AB-98C2-5E4D88BD8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457" y="3030538"/>
              <a:ext cx="25400" cy="79375"/>
            </a:xfrm>
            <a:custGeom>
              <a:avLst/>
              <a:gdLst>
                <a:gd name="T0" fmla="*/ 1 w 10"/>
                <a:gd name="T1" fmla="*/ 0 h 31"/>
                <a:gd name="T2" fmla="*/ 4 w 10"/>
                <a:gd name="T3" fmla="*/ 3 h 31"/>
                <a:gd name="T4" fmla="*/ 6 w 10"/>
                <a:gd name="T5" fmla="*/ 6 h 31"/>
                <a:gd name="T6" fmla="*/ 8 w 10"/>
                <a:gd name="T7" fmla="*/ 11 h 31"/>
                <a:gd name="T8" fmla="*/ 9 w 10"/>
                <a:gd name="T9" fmla="*/ 16 h 31"/>
                <a:gd name="T10" fmla="*/ 9 w 10"/>
                <a:gd name="T11" fmla="*/ 25 h 31"/>
                <a:gd name="T12" fmla="*/ 7 w 10"/>
                <a:gd name="T13" fmla="*/ 31 h 31"/>
                <a:gd name="T14" fmla="*/ 4 w 10"/>
                <a:gd name="T15" fmla="*/ 25 h 31"/>
                <a:gd name="T16" fmla="*/ 1 w 10"/>
                <a:gd name="T17" fmla="*/ 16 h 31"/>
                <a:gd name="T18" fmla="*/ 0 w 10"/>
                <a:gd name="T19" fmla="*/ 7 h 31"/>
                <a:gd name="T20" fmla="*/ 1 w 10"/>
                <a:gd name="T2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31">
                  <a:moveTo>
                    <a:pt x="1" y="0"/>
                  </a:moveTo>
                  <a:cubicBezTo>
                    <a:pt x="2" y="1"/>
                    <a:pt x="3" y="2"/>
                    <a:pt x="4" y="3"/>
                  </a:cubicBezTo>
                  <a:cubicBezTo>
                    <a:pt x="5" y="4"/>
                    <a:pt x="6" y="5"/>
                    <a:pt x="6" y="6"/>
                  </a:cubicBezTo>
                  <a:cubicBezTo>
                    <a:pt x="7" y="8"/>
                    <a:pt x="8" y="9"/>
                    <a:pt x="8" y="11"/>
                  </a:cubicBezTo>
                  <a:cubicBezTo>
                    <a:pt x="9" y="12"/>
                    <a:pt x="9" y="14"/>
                    <a:pt x="9" y="16"/>
                  </a:cubicBezTo>
                  <a:cubicBezTo>
                    <a:pt x="10" y="19"/>
                    <a:pt x="10" y="22"/>
                    <a:pt x="9" y="25"/>
                  </a:cubicBezTo>
                  <a:cubicBezTo>
                    <a:pt x="9" y="27"/>
                    <a:pt x="8" y="29"/>
                    <a:pt x="7" y="31"/>
                  </a:cubicBezTo>
                  <a:cubicBezTo>
                    <a:pt x="6" y="29"/>
                    <a:pt x="5" y="27"/>
                    <a:pt x="4" y="25"/>
                  </a:cubicBezTo>
                  <a:cubicBezTo>
                    <a:pt x="3" y="22"/>
                    <a:pt x="2" y="19"/>
                    <a:pt x="1" y="16"/>
                  </a:cubicBezTo>
                  <a:cubicBezTo>
                    <a:pt x="1" y="13"/>
                    <a:pt x="0" y="10"/>
                    <a:pt x="0" y="7"/>
                  </a:cubicBezTo>
                  <a:cubicBezTo>
                    <a:pt x="0" y="4"/>
                    <a:pt x="1" y="2"/>
                    <a:pt x="1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89" name="Freeform 546">
              <a:extLst>
                <a:ext uri="{FF2B5EF4-FFF2-40B4-BE49-F238E27FC236}">
                  <a16:creationId xmlns:a16="http://schemas.microsoft.com/office/drawing/2014/main" id="{C2492A0D-7D1A-4E21-9D23-3DA230893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319" y="3081338"/>
              <a:ext cx="73025" cy="26988"/>
            </a:xfrm>
            <a:custGeom>
              <a:avLst/>
              <a:gdLst>
                <a:gd name="T0" fmla="*/ 12 w 28"/>
                <a:gd name="T1" fmla="*/ 2 h 10"/>
                <a:gd name="T2" fmla="*/ 28 w 28"/>
                <a:gd name="T3" fmla="*/ 3 h 10"/>
                <a:gd name="T4" fmla="*/ 22 w 28"/>
                <a:gd name="T5" fmla="*/ 6 h 10"/>
                <a:gd name="T6" fmla="*/ 18 w 28"/>
                <a:gd name="T7" fmla="*/ 8 h 10"/>
                <a:gd name="T8" fmla="*/ 14 w 28"/>
                <a:gd name="T9" fmla="*/ 9 h 10"/>
                <a:gd name="T10" fmla="*/ 10 w 28"/>
                <a:gd name="T11" fmla="*/ 10 h 10"/>
                <a:gd name="T12" fmla="*/ 6 w 28"/>
                <a:gd name="T13" fmla="*/ 10 h 10"/>
                <a:gd name="T14" fmla="*/ 0 w 28"/>
                <a:gd name="T15" fmla="*/ 9 h 10"/>
                <a:gd name="T16" fmla="*/ 5 w 28"/>
                <a:gd name="T17" fmla="*/ 5 h 10"/>
                <a:gd name="T18" fmla="*/ 12 w 28"/>
                <a:gd name="T1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10">
                  <a:moveTo>
                    <a:pt x="12" y="2"/>
                  </a:moveTo>
                  <a:cubicBezTo>
                    <a:pt x="18" y="0"/>
                    <a:pt x="24" y="1"/>
                    <a:pt x="28" y="3"/>
                  </a:cubicBezTo>
                  <a:cubicBezTo>
                    <a:pt x="26" y="4"/>
                    <a:pt x="24" y="5"/>
                    <a:pt x="22" y="6"/>
                  </a:cubicBezTo>
                  <a:cubicBezTo>
                    <a:pt x="21" y="7"/>
                    <a:pt x="20" y="7"/>
                    <a:pt x="18" y="8"/>
                  </a:cubicBezTo>
                  <a:cubicBezTo>
                    <a:pt x="17" y="8"/>
                    <a:pt x="15" y="8"/>
                    <a:pt x="14" y="9"/>
                  </a:cubicBezTo>
                  <a:cubicBezTo>
                    <a:pt x="12" y="9"/>
                    <a:pt x="11" y="9"/>
                    <a:pt x="10" y="10"/>
                  </a:cubicBezTo>
                  <a:cubicBezTo>
                    <a:pt x="8" y="10"/>
                    <a:pt x="7" y="10"/>
                    <a:pt x="6" y="10"/>
                  </a:cubicBezTo>
                  <a:cubicBezTo>
                    <a:pt x="3" y="10"/>
                    <a:pt x="1" y="10"/>
                    <a:pt x="0" y="9"/>
                  </a:cubicBezTo>
                  <a:cubicBezTo>
                    <a:pt x="1" y="8"/>
                    <a:pt x="2" y="6"/>
                    <a:pt x="5" y="5"/>
                  </a:cubicBezTo>
                  <a:cubicBezTo>
                    <a:pt x="7" y="3"/>
                    <a:pt x="9" y="2"/>
                    <a:pt x="12" y="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0" name="Freeform 547">
              <a:extLst>
                <a:ext uri="{FF2B5EF4-FFF2-40B4-BE49-F238E27FC236}">
                  <a16:creationId xmlns:a16="http://schemas.microsoft.com/office/drawing/2014/main" id="{7AA9B97B-6F42-42B8-AAC7-9901BFFD8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2" y="3009900"/>
              <a:ext cx="28575" cy="77788"/>
            </a:xfrm>
            <a:custGeom>
              <a:avLst/>
              <a:gdLst>
                <a:gd name="T0" fmla="*/ 1 w 11"/>
                <a:gd name="T1" fmla="*/ 0 h 30"/>
                <a:gd name="T2" fmla="*/ 6 w 11"/>
                <a:gd name="T3" fmla="*/ 6 h 30"/>
                <a:gd name="T4" fmla="*/ 8 w 11"/>
                <a:gd name="T5" fmla="*/ 10 h 30"/>
                <a:gd name="T6" fmla="*/ 10 w 11"/>
                <a:gd name="T7" fmla="*/ 14 h 30"/>
                <a:gd name="T8" fmla="*/ 11 w 11"/>
                <a:gd name="T9" fmla="*/ 19 h 30"/>
                <a:gd name="T10" fmla="*/ 11 w 11"/>
                <a:gd name="T11" fmla="*/ 23 h 30"/>
                <a:gd name="T12" fmla="*/ 9 w 11"/>
                <a:gd name="T13" fmla="*/ 30 h 30"/>
                <a:gd name="T14" fmla="*/ 2 w 11"/>
                <a:gd name="T15" fmla="*/ 15 h 30"/>
                <a:gd name="T16" fmla="*/ 0 w 11"/>
                <a:gd name="T17" fmla="*/ 7 h 30"/>
                <a:gd name="T18" fmla="*/ 1 w 11"/>
                <a:gd name="T1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30">
                  <a:moveTo>
                    <a:pt x="1" y="0"/>
                  </a:moveTo>
                  <a:cubicBezTo>
                    <a:pt x="2" y="1"/>
                    <a:pt x="4" y="3"/>
                    <a:pt x="6" y="6"/>
                  </a:cubicBezTo>
                  <a:cubicBezTo>
                    <a:pt x="7" y="7"/>
                    <a:pt x="8" y="8"/>
                    <a:pt x="8" y="10"/>
                  </a:cubicBezTo>
                  <a:cubicBezTo>
                    <a:pt x="9" y="11"/>
                    <a:pt x="9" y="13"/>
                    <a:pt x="10" y="14"/>
                  </a:cubicBezTo>
                  <a:cubicBezTo>
                    <a:pt x="10" y="16"/>
                    <a:pt x="11" y="18"/>
                    <a:pt x="11" y="19"/>
                  </a:cubicBezTo>
                  <a:cubicBezTo>
                    <a:pt x="11" y="21"/>
                    <a:pt x="11" y="22"/>
                    <a:pt x="11" y="23"/>
                  </a:cubicBezTo>
                  <a:cubicBezTo>
                    <a:pt x="11" y="26"/>
                    <a:pt x="10" y="28"/>
                    <a:pt x="9" y="30"/>
                  </a:cubicBezTo>
                  <a:cubicBezTo>
                    <a:pt x="7" y="27"/>
                    <a:pt x="4" y="22"/>
                    <a:pt x="2" y="15"/>
                  </a:cubicBezTo>
                  <a:cubicBezTo>
                    <a:pt x="1" y="12"/>
                    <a:pt x="0" y="9"/>
                    <a:pt x="0" y="7"/>
                  </a:cubicBezTo>
                  <a:cubicBezTo>
                    <a:pt x="0" y="4"/>
                    <a:pt x="0" y="2"/>
                    <a:pt x="1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1" name="Freeform 548">
              <a:extLst>
                <a:ext uri="{FF2B5EF4-FFF2-40B4-BE49-F238E27FC236}">
                  <a16:creationId xmlns:a16="http://schemas.microsoft.com/office/drawing/2014/main" id="{88ADF757-14C6-48FC-B299-AE9ECBFF9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744" y="3065463"/>
              <a:ext cx="69850" cy="28575"/>
            </a:xfrm>
            <a:custGeom>
              <a:avLst/>
              <a:gdLst>
                <a:gd name="T0" fmla="*/ 12 w 27"/>
                <a:gd name="T1" fmla="*/ 1 h 11"/>
                <a:gd name="T2" fmla="*/ 20 w 27"/>
                <a:gd name="T3" fmla="*/ 0 h 11"/>
                <a:gd name="T4" fmla="*/ 27 w 27"/>
                <a:gd name="T5" fmla="*/ 1 h 11"/>
                <a:gd name="T6" fmla="*/ 22 w 27"/>
                <a:gd name="T7" fmla="*/ 5 h 11"/>
                <a:gd name="T8" fmla="*/ 14 w 27"/>
                <a:gd name="T9" fmla="*/ 8 h 11"/>
                <a:gd name="T10" fmla="*/ 10 w 27"/>
                <a:gd name="T11" fmla="*/ 10 h 11"/>
                <a:gd name="T12" fmla="*/ 6 w 27"/>
                <a:gd name="T13" fmla="*/ 10 h 11"/>
                <a:gd name="T14" fmla="*/ 0 w 27"/>
                <a:gd name="T15" fmla="*/ 10 h 11"/>
                <a:gd name="T16" fmla="*/ 12 w 27"/>
                <a:gd name="T17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1">
                  <a:moveTo>
                    <a:pt x="12" y="1"/>
                  </a:moveTo>
                  <a:cubicBezTo>
                    <a:pt x="15" y="0"/>
                    <a:pt x="18" y="0"/>
                    <a:pt x="20" y="0"/>
                  </a:cubicBezTo>
                  <a:cubicBezTo>
                    <a:pt x="23" y="0"/>
                    <a:pt x="25" y="0"/>
                    <a:pt x="27" y="1"/>
                  </a:cubicBezTo>
                  <a:cubicBezTo>
                    <a:pt x="26" y="2"/>
                    <a:pt x="24" y="4"/>
                    <a:pt x="22" y="5"/>
                  </a:cubicBezTo>
                  <a:cubicBezTo>
                    <a:pt x="20" y="6"/>
                    <a:pt x="17" y="7"/>
                    <a:pt x="14" y="8"/>
                  </a:cubicBezTo>
                  <a:cubicBezTo>
                    <a:pt x="13" y="9"/>
                    <a:pt x="11" y="9"/>
                    <a:pt x="10" y="10"/>
                  </a:cubicBezTo>
                  <a:cubicBezTo>
                    <a:pt x="9" y="10"/>
                    <a:pt x="7" y="10"/>
                    <a:pt x="6" y="10"/>
                  </a:cubicBezTo>
                  <a:cubicBezTo>
                    <a:pt x="4" y="11"/>
                    <a:pt x="2" y="11"/>
                    <a:pt x="0" y="10"/>
                  </a:cubicBezTo>
                  <a:cubicBezTo>
                    <a:pt x="2" y="7"/>
                    <a:pt x="6" y="4"/>
                    <a:pt x="12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2" name="Freeform 549">
              <a:extLst>
                <a:ext uri="{FF2B5EF4-FFF2-40B4-BE49-F238E27FC236}">
                  <a16:creationId xmlns:a16="http://schemas.microsoft.com/office/drawing/2014/main" id="{71327059-B5AF-43EF-83CA-DF69FC3BD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432" y="2990850"/>
              <a:ext cx="36513" cy="74613"/>
            </a:xfrm>
            <a:custGeom>
              <a:avLst/>
              <a:gdLst>
                <a:gd name="T0" fmla="*/ 1 w 14"/>
                <a:gd name="T1" fmla="*/ 0 h 29"/>
                <a:gd name="T2" fmla="*/ 7 w 14"/>
                <a:gd name="T3" fmla="*/ 5 h 29"/>
                <a:gd name="T4" fmla="*/ 9 w 14"/>
                <a:gd name="T5" fmla="*/ 9 h 29"/>
                <a:gd name="T6" fmla="*/ 12 w 14"/>
                <a:gd name="T7" fmla="*/ 13 h 29"/>
                <a:gd name="T8" fmla="*/ 14 w 14"/>
                <a:gd name="T9" fmla="*/ 22 h 29"/>
                <a:gd name="T10" fmla="*/ 13 w 14"/>
                <a:gd name="T11" fmla="*/ 29 h 29"/>
                <a:gd name="T12" fmla="*/ 8 w 14"/>
                <a:gd name="T13" fmla="*/ 23 h 29"/>
                <a:gd name="T14" fmla="*/ 4 w 14"/>
                <a:gd name="T15" fmla="*/ 15 h 29"/>
                <a:gd name="T16" fmla="*/ 1 w 14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29">
                  <a:moveTo>
                    <a:pt x="1" y="0"/>
                  </a:moveTo>
                  <a:cubicBezTo>
                    <a:pt x="3" y="1"/>
                    <a:pt x="5" y="3"/>
                    <a:pt x="7" y="5"/>
                  </a:cubicBezTo>
                  <a:cubicBezTo>
                    <a:pt x="8" y="6"/>
                    <a:pt x="9" y="8"/>
                    <a:pt x="9" y="9"/>
                  </a:cubicBezTo>
                  <a:cubicBezTo>
                    <a:pt x="10" y="10"/>
                    <a:pt x="11" y="12"/>
                    <a:pt x="12" y="13"/>
                  </a:cubicBezTo>
                  <a:cubicBezTo>
                    <a:pt x="13" y="16"/>
                    <a:pt x="14" y="20"/>
                    <a:pt x="14" y="22"/>
                  </a:cubicBezTo>
                  <a:cubicBezTo>
                    <a:pt x="14" y="25"/>
                    <a:pt x="14" y="27"/>
                    <a:pt x="13" y="29"/>
                  </a:cubicBezTo>
                  <a:cubicBezTo>
                    <a:pt x="11" y="28"/>
                    <a:pt x="10" y="26"/>
                    <a:pt x="8" y="23"/>
                  </a:cubicBezTo>
                  <a:cubicBezTo>
                    <a:pt x="7" y="21"/>
                    <a:pt x="5" y="18"/>
                    <a:pt x="4" y="15"/>
                  </a:cubicBezTo>
                  <a:cubicBezTo>
                    <a:pt x="1" y="9"/>
                    <a:pt x="0" y="4"/>
                    <a:pt x="1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3" name="Freeform 550">
              <a:extLst>
                <a:ext uri="{FF2B5EF4-FFF2-40B4-BE49-F238E27FC236}">
                  <a16:creationId xmlns:a16="http://schemas.microsoft.com/office/drawing/2014/main" id="{1751C0FE-3D06-40F5-A90B-FF0DDC2D5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169" y="3051175"/>
              <a:ext cx="68263" cy="30163"/>
            </a:xfrm>
            <a:custGeom>
              <a:avLst/>
              <a:gdLst>
                <a:gd name="T0" fmla="*/ 11 w 26"/>
                <a:gd name="T1" fmla="*/ 2 h 12"/>
                <a:gd name="T2" fmla="*/ 15 w 26"/>
                <a:gd name="T3" fmla="*/ 1 h 12"/>
                <a:gd name="T4" fmla="*/ 17 w 26"/>
                <a:gd name="T5" fmla="*/ 0 h 12"/>
                <a:gd name="T6" fmla="*/ 19 w 26"/>
                <a:gd name="T7" fmla="*/ 0 h 12"/>
                <a:gd name="T8" fmla="*/ 26 w 26"/>
                <a:gd name="T9" fmla="*/ 0 h 12"/>
                <a:gd name="T10" fmla="*/ 14 w 26"/>
                <a:gd name="T11" fmla="*/ 9 h 12"/>
                <a:gd name="T12" fmla="*/ 6 w 26"/>
                <a:gd name="T13" fmla="*/ 12 h 12"/>
                <a:gd name="T14" fmla="*/ 4 w 26"/>
                <a:gd name="T15" fmla="*/ 12 h 12"/>
                <a:gd name="T16" fmla="*/ 2 w 26"/>
                <a:gd name="T17" fmla="*/ 12 h 12"/>
                <a:gd name="T18" fmla="*/ 0 w 26"/>
                <a:gd name="T19" fmla="*/ 12 h 12"/>
                <a:gd name="T20" fmla="*/ 4 w 26"/>
                <a:gd name="T21" fmla="*/ 7 h 12"/>
                <a:gd name="T22" fmla="*/ 7 w 26"/>
                <a:gd name="T23" fmla="*/ 4 h 12"/>
                <a:gd name="T24" fmla="*/ 11 w 26"/>
                <a:gd name="T25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" h="12">
                  <a:moveTo>
                    <a:pt x="11" y="2"/>
                  </a:moveTo>
                  <a:cubicBezTo>
                    <a:pt x="12" y="2"/>
                    <a:pt x="13" y="1"/>
                    <a:pt x="15" y="1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8" y="0"/>
                    <a:pt x="18" y="0"/>
                    <a:pt x="19" y="0"/>
                  </a:cubicBezTo>
                  <a:cubicBezTo>
                    <a:pt x="22" y="0"/>
                    <a:pt x="24" y="0"/>
                    <a:pt x="26" y="0"/>
                  </a:cubicBezTo>
                  <a:cubicBezTo>
                    <a:pt x="24" y="3"/>
                    <a:pt x="19" y="7"/>
                    <a:pt x="14" y="9"/>
                  </a:cubicBezTo>
                  <a:cubicBezTo>
                    <a:pt x="11" y="10"/>
                    <a:pt x="8" y="11"/>
                    <a:pt x="6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2"/>
                    <a:pt x="0" y="12"/>
                  </a:cubicBezTo>
                  <a:cubicBezTo>
                    <a:pt x="0" y="11"/>
                    <a:pt x="2" y="9"/>
                    <a:pt x="4" y="7"/>
                  </a:cubicBezTo>
                  <a:cubicBezTo>
                    <a:pt x="5" y="6"/>
                    <a:pt x="6" y="5"/>
                    <a:pt x="7" y="4"/>
                  </a:cubicBezTo>
                  <a:cubicBezTo>
                    <a:pt x="8" y="4"/>
                    <a:pt x="9" y="3"/>
                    <a:pt x="11" y="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4" name="Freeform 551">
              <a:extLst>
                <a:ext uri="{FF2B5EF4-FFF2-40B4-BE49-F238E27FC236}">
                  <a16:creationId xmlns:a16="http://schemas.microsoft.com/office/drawing/2014/main" id="{0B0F8B89-E9C9-492B-B9FA-B56B0BA28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744" y="2978150"/>
              <a:ext cx="41275" cy="69850"/>
            </a:xfrm>
            <a:custGeom>
              <a:avLst/>
              <a:gdLst>
                <a:gd name="T0" fmla="*/ 1 w 16"/>
                <a:gd name="T1" fmla="*/ 0 h 27"/>
                <a:gd name="T2" fmla="*/ 4 w 16"/>
                <a:gd name="T3" fmla="*/ 2 h 27"/>
                <a:gd name="T4" fmla="*/ 6 w 16"/>
                <a:gd name="T5" fmla="*/ 3 h 27"/>
                <a:gd name="T6" fmla="*/ 7 w 16"/>
                <a:gd name="T7" fmla="*/ 4 h 27"/>
                <a:gd name="T8" fmla="*/ 13 w 16"/>
                <a:gd name="T9" fmla="*/ 12 h 27"/>
                <a:gd name="T10" fmla="*/ 15 w 16"/>
                <a:gd name="T11" fmla="*/ 27 h 27"/>
                <a:gd name="T12" fmla="*/ 10 w 16"/>
                <a:gd name="T13" fmla="*/ 22 h 27"/>
                <a:gd name="T14" fmla="*/ 9 w 16"/>
                <a:gd name="T15" fmla="*/ 21 h 27"/>
                <a:gd name="T16" fmla="*/ 8 w 16"/>
                <a:gd name="T17" fmla="*/ 19 h 27"/>
                <a:gd name="T18" fmla="*/ 5 w 16"/>
                <a:gd name="T19" fmla="*/ 15 h 27"/>
                <a:gd name="T20" fmla="*/ 3 w 16"/>
                <a:gd name="T21" fmla="*/ 10 h 27"/>
                <a:gd name="T22" fmla="*/ 2 w 16"/>
                <a:gd name="T23" fmla="*/ 6 h 27"/>
                <a:gd name="T24" fmla="*/ 1 w 16"/>
                <a:gd name="T2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27">
                  <a:moveTo>
                    <a:pt x="1" y="0"/>
                  </a:moveTo>
                  <a:cubicBezTo>
                    <a:pt x="2" y="0"/>
                    <a:pt x="3" y="1"/>
                    <a:pt x="4" y="2"/>
                  </a:cubicBezTo>
                  <a:cubicBezTo>
                    <a:pt x="4" y="2"/>
                    <a:pt x="5" y="2"/>
                    <a:pt x="6" y="3"/>
                  </a:cubicBezTo>
                  <a:cubicBezTo>
                    <a:pt x="6" y="3"/>
                    <a:pt x="7" y="4"/>
                    <a:pt x="7" y="4"/>
                  </a:cubicBezTo>
                  <a:cubicBezTo>
                    <a:pt x="9" y="6"/>
                    <a:pt x="11" y="9"/>
                    <a:pt x="13" y="12"/>
                  </a:cubicBezTo>
                  <a:cubicBezTo>
                    <a:pt x="16" y="18"/>
                    <a:pt x="16" y="24"/>
                    <a:pt x="15" y="27"/>
                  </a:cubicBezTo>
                  <a:cubicBezTo>
                    <a:pt x="14" y="26"/>
                    <a:pt x="12" y="25"/>
                    <a:pt x="10" y="22"/>
                  </a:cubicBezTo>
                  <a:cubicBezTo>
                    <a:pt x="10" y="22"/>
                    <a:pt x="9" y="21"/>
                    <a:pt x="9" y="21"/>
                  </a:cubicBezTo>
                  <a:cubicBezTo>
                    <a:pt x="9" y="20"/>
                    <a:pt x="8" y="19"/>
                    <a:pt x="8" y="19"/>
                  </a:cubicBezTo>
                  <a:cubicBezTo>
                    <a:pt x="7" y="18"/>
                    <a:pt x="6" y="16"/>
                    <a:pt x="5" y="15"/>
                  </a:cubicBezTo>
                  <a:cubicBezTo>
                    <a:pt x="4" y="13"/>
                    <a:pt x="4" y="12"/>
                    <a:pt x="3" y="10"/>
                  </a:cubicBezTo>
                  <a:cubicBezTo>
                    <a:pt x="2" y="9"/>
                    <a:pt x="2" y="8"/>
                    <a:pt x="2" y="6"/>
                  </a:cubicBezTo>
                  <a:cubicBezTo>
                    <a:pt x="1" y="4"/>
                    <a:pt x="0" y="2"/>
                    <a:pt x="1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5" name="Freeform 552">
              <a:extLst>
                <a:ext uri="{FF2B5EF4-FFF2-40B4-BE49-F238E27FC236}">
                  <a16:creationId xmlns:a16="http://schemas.microsoft.com/office/drawing/2014/main" id="{7FB4AC6C-D36C-411D-A6ED-18AE13D6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7" y="3036888"/>
              <a:ext cx="63500" cy="36513"/>
            </a:xfrm>
            <a:custGeom>
              <a:avLst/>
              <a:gdLst>
                <a:gd name="T0" fmla="*/ 10 w 25"/>
                <a:gd name="T1" fmla="*/ 3 h 14"/>
                <a:gd name="T2" fmla="*/ 12 w 25"/>
                <a:gd name="T3" fmla="*/ 2 h 14"/>
                <a:gd name="T4" fmla="*/ 14 w 25"/>
                <a:gd name="T5" fmla="*/ 1 h 14"/>
                <a:gd name="T6" fmla="*/ 18 w 25"/>
                <a:gd name="T7" fmla="*/ 0 h 14"/>
                <a:gd name="T8" fmla="*/ 22 w 25"/>
                <a:gd name="T9" fmla="*/ 0 h 14"/>
                <a:gd name="T10" fmla="*/ 25 w 25"/>
                <a:gd name="T11" fmla="*/ 0 h 14"/>
                <a:gd name="T12" fmla="*/ 21 w 25"/>
                <a:gd name="T13" fmla="*/ 5 h 14"/>
                <a:gd name="T14" fmla="*/ 14 w 25"/>
                <a:gd name="T15" fmla="*/ 10 h 14"/>
                <a:gd name="T16" fmla="*/ 10 w 25"/>
                <a:gd name="T17" fmla="*/ 12 h 14"/>
                <a:gd name="T18" fmla="*/ 6 w 25"/>
                <a:gd name="T19" fmla="*/ 13 h 14"/>
                <a:gd name="T20" fmla="*/ 0 w 25"/>
                <a:gd name="T21" fmla="*/ 14 h 14"/>
                <a:gd name="T22" fmla="*/ 10 w 25"/>
                <a:gd name="T23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14">
                  <a:moveTo>
                    <a:pt x="10" y="3"/>
                  </a:moveTo>
                  <a:cubicBezTo>
                    <a:pt x="11" y="3"/>
                    <a:pt x="11" y="3"/>
                    <a:pt x="12" y="2"/>
                  </a:cubicBezTo>
                  <a:cubicBezTo>
                    <a:pt x="13" y="2"/>
                    <a:pt x="13" y="2"/>
                    <a:pt x="14" y="1"/>
                  </a:cubicBezTo>
                  <a:cubicBezTo>
                    <a:pt x="15" y="1"/>
                    <a:pt x="17" y="1"/>
                    <a:pt x="18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24" y="2"/>
                    <a:pt x="23" y="3"/>
                    <a:pt x="21" y="5"/>
                  </a:cubicBezTo>
                  <a:cubicBezTo>
                    <a:pt x="19" y="7"/>
                    <a:pt x="16" y="8"/>
                    <a:pt x="14" y="10"/>
                  </a:cubicBezTo>
                  <a:cubicBezTo>
                    <a:pt x="12" y="11"/>
                    <a:pt x="11" y="11"/>
                    <a:pt x="10" y="12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4" y="14"/>
                    <a:pt x="2" y="14"/>
                    <a:pt x="0" y="14"/>
                  </a:cubicBezTo>
                  <a:cubicBezTo>
                    <a:pt x="1" y="11"/>
                    <a:pt x="5" y="7"/>
                    <a:pt x="10" y="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6" name="Freeform 553">
              <a:extLst>
                <a:ext uri="{FF2B5EF4-FFF2-40B4-BE49-F238E27FC236}">
                  <a16:creationId xmlns:a16="http://schemas.microsoft.com/office/drawing/2014/main" id="{F788C4EF-F51D-449C-8307-BB50A1C2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4" y="2967038"/>
              <a:ext cx="46038" cy="68263"/>
            </a:xfrm>
            <a:custGeom>
              <a:avLst/>
              <a:gdLst>
                <a:gd name="T0" fmla="*/ 0 w 18"/>
                <a:gd name="T1" fmla="*/ 0 h 26"/>
                <a:gd name="T2" fmla="*/ 7 w 18"/>
                <a:gd name="T3" fmla="*/ 4 h 26"/>
                <a:gd name="T4" fmla="*/ 10 w 18"/>
                <a:gd name="T5" fmla="*/ 7 h 26"/>
                <a:gd name="T6" fmla="*/ 13 w 18"/>
                <a:gd name="T7" fmla="*/ 11 h 26"/>
                <a:gd name="T8" fmla="*/ 17 w 18"/>
                <a:gd name="T9" fmla="*/ 19 h 26"/>
                <a:gd name="T10" fmla="*/ 17 w 18"/>
                <a:gd name="T11" fmla="*/ 26 h 26"/>
                <a:gd name="T12" fmla="*/ 15 w 18"/>
                <a:gd name="T13" fmla="*/ 24 h 26"/>
                <a:gd name="T14" fmla="*/ 12 w 18"/>
                <a:gd name="T15" fmla="*/ 22 h 26"/>
                <a:gd name="T16" fmla="*/ 9 w 18"/>
                <a:gd name="T17" fmla="*/ 18 h 26"/>
                <a:gd name="T18" fmla="*/ 7 w 18"/>
                <a:gd name="T19" fmla="*/ 16 h 26"/>
                <a:gd name="T20" fmla="*/ 6 w 18"/>
                <a:gd name="T21" fmla="*/ 14 h 26"/>
                <a:gd name="T22" fmla="*/ 0 w 18"/>
                <a:gd name="T2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26">
                  <a:moveTo>
                    <a:pt x="0" y="0"/>
                  </a:moveTo>
                  <a:cubicBezTo>
                    <a:pt x="2" y="1"/>
                    <a:pt x="5" y="2"/>
                    <a:pt x="7" y="4"/>
                  </a:cubicBezTo>
                  <a:cubicBezTo>
                    <a:pt x="8" y="5"/>
                    <a:pt x="9" y="6"/>
                    <a:pt x="10" y="7"/>
                  </a:cubicBezTo>
                  <a:cubicBezTo>
                    <a:pt x="11" y="8"/>
                    <a:pt x="12" y="10"/>
                    <a:pt x="13" y="11"/>
                  </a:cubicBezTo>
                  <a:cubicBezTo>
                    <a:pt x="15" y="14"/>
                    <a:pt x="16" y="17"/>
                    <a:pt x="17" y="19"/>
                  </a:cubicBezTo>
                  <a:cubicBezTo>
                    <a:pt x="18" y="22"/>
                    <a:pt x="18" y="24"/>
                    <a:pt x="17" y="26"/>
                  </a:cubicBezTo>
                  <a:cubicBezTo>
                    <a:pt x="16" y="25"/>
                    <a:pt x="16" y="25"/>
                    <a:pt x="15" y="24"/>
                  </a:cubicBezTo>
                  <a:cubicBezTo>
                    <a:pt x="14" y="23"/>
                    <a:pt x="13" y="23"/>
                    <a:pt x="12" y="22"/>
                  </a:cubicBezTo>
                  <a:cubicBezTo>
                    <a:pt x="11" y="21"/>
                    <a:pt x="10" y="19"/>
                    <a:pt x="9" y="18"/>
                  </a:cubicBezTo>
                  <a:cubicBezTo>
                    <a:pt x="8" y="18"/>
                    <a:pt x="8" y="17"/>
                    <a:pt x="7" y="16"/>
                  </a:cubicBezTo>
                  <a:cubicBezTo>
                    <a:pt x="7" y="16"/>
                    <a:pt x="7" y="15"/>
                    <a:pt x="6" y="14"/>
                  </a:cubicBezTo>
                  <a:cubicBezTo>
                    <a:pt x="2" y="9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7" name="Freeform 554">
              <a:extLst>
                <a:ext uri="{FF2B5EF4-FFF2-40B4-BE49-F238E27FC236}">
                  <a16:creationId xmlns:a16="http://schemas.microsoft.com/office/drawing/2014/main" id="{EEC9DB8E-F235-431A-A86B-4FD05DD9B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144" y="3009900"/>
              <a:ext cx="80963" cy="20638"/>
            </a:xfrm>
            <a:custGeom>
              <a:avLst/>
              <a:gdLst>
                <a:gd name="T0" fmla="*/ 16 w 31"/>
                <a:gd name="T1" fmla="*/ 0 h 8"/>
                <a:gd name="T2" fmla="*/ 21 w 31"/>
                <a:gd name="T3" fmla="*/ 1 h 8"/>
                <a:gd name="T4" fmla="*/ 25 w 31"/>
                <a:gd name="T5" fmla="*/ 3 h 8"/>
                <a:gd name="T6" fmla="*/ 28 w 31"/>
                <a:gd name="T7" fmla="*/ 5 h 8"/>
                <a:gd name="T8" fmla="*/ 30 w 31"/>
                <a:gd name="T9" fmla="*/ 6 h 8"/>
                <a:gd name="T10" fmla="*/ 31 w 31"/>
                <a:gd name="T11" fmla="*/ 7 h 8"/>
                <a:gd name="T12" fmla="*/ 29 w 31"/>
                <a:gd name="T13" fmla="*/ 8 h 8"/>
                <a:gd name="T14" fmla="*/ 28 w 31"/>
                <a:gd name="T15" fmla="*/ 8 h 8"/>
                <a:gd name="T16" fmla="*/ 24 w 31"/>
                <a:gd name="T17" fmla="*/ 8 h 8"/>
                <a:gd name="T18" fmla="*/ 20 w 31"/>
                <a:gd name="T19" fmla="*/ 8 h 8"/>
                <a:gd name="T20" fmla="*/ 15 w 31"/>
                <a:gd name="T21" fmla="*/ 7 h 8"/>
                <a:gd name="T22" fmla="*/ 10 w 31"/>
                <a:gd name="T23" fmla="*/ 6 h 8"/>
                <a:gd name="T24" fmla="*/ 6 w 31"/>
                <a:gd name="T25" fmla="*/ 5 h 8"/>
                <a:gd name="T26" fmla="*/ 0 w 31"/>
                <a:gd name="T27" fmla="*/ 2 h 8"/>
                <a:gd name="T28" fmla="*/ 7 w 31"/>
                <a:gd name="T29" fmla="*/ 0 h 8"/>
                <a:gd name="T30" fmla="*/ 11 w 31"/>
                <a:gd name="T31" fmla="*/ 0 h 8"/>
                <a:gd name="T32" fmla="*/ 16 w 31"/>
                <a:gd name="T3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8">
                  <a:moveTo>
                    <a:pt x="16" y="0"/>
                  </a:moveTo>
                  <a:cubicBezTo>
                    <a:pt x="18" y="0"/>
                    <a:pt x="20" y="1"/>
                    <a:pt x="21" y="1"/>
                  </a:cubicBezTo>
                  <a:cubicBezTo>
                    <a:pt x="23" y="2"/>
                    <a:pt x="24" y="2"/>
                    <a:pt x="25" y="3"/>
                  </a:cubicBezTo>
                  <a:cubicBezTo>
                    <a:pt x="26" y="4"/>
                    <a:pt x="27" y="4"/>
                    <a:pt x="28" y="5"/>
                  </a:cubicBezTo>
                  <a:cubicBezTo>
                    <a:pt x="29" y="5"/>
                    <a:pt x="29" y="6"/>
                    <a:pt x="30" y="6"/>
                  </a:cubicBezTo>
                  <a:cubicBezTo>
                    <a:pt x="30" y="6"/>
                    <a:pt x="30" y="7"/>
                    <a:pt x="31" y="7"/>
                  </a:cubicBezTo>
                  <a:cubicBezTo>
                    <a:pt x="30" y="7"/>
                    <a:pt x="30" y="7"/>
                    <a:pt x="29" y="8"/>
                  </a:cubicBezTo>
                  <a:cubicBezTo>
                    <a:pt x="29" y="8"/>
                    <a:pt x="28" y="8"/>
                    <a:pt x="28" y="8"/>
                  </a:cubicBezTo>
                  <a:cubicBezTo>
                    <a:pt x="27" y="8"/>
                    <a:pt x="25" y="8"/>
                    <a:pt x="24" y="8"/>
                  </a:cubicBezTo>
                  <a:cubicBezTo>
                    <a:pt x="23" y="8"/>
                    <a:pt x="21" y="8"/>
                    <a:pt x="20" y="8"/>
                  </a:cubicBezTo>
                  <a:cubicBezTo>
                    <a:pt x="18" y="8"/>
                    <a:pt x="17" y="8"/>
                    <a:pt x="15" y="7"/>
                  </a:cubicBezTo>
                  <a:cubicBezTo>
                    <a:pt x="13" y="7"/>
                    <a:pt x="12" y="7"/>
                    <a:pt x="10" y="6"/>
                  </a:cubicBezTo>
                  <a:cubicBezTo>
                    <a:pt x="9" y="6"/>
                    <a:pt x="8" y="6"/>
                    <a:pt x="6" y="5"/>
                  </a:cubicBezTo>
                  <a:cubicBezTo>
                    <a:pt x="4" y="4"/>
                    <a:pt x="2" y="3"/>
                    <a:pt x="0" y="2"/>
                  </a:cubicBezTo>
                  <a:cubicBezTo>
                    <a:pt x="2" y="1"/>
                    <a:pt x="4" y="0"/>
                    <a:pt x="7" y="0"/>
                  </a:cubicBezTo>
                  <a:cubicBezTo>
                    <a:pt x="8" y="0"/>
                    <a:pt x="10" y="0"/>
                    <a:pt x="11" y="0"/>
                  </a:cubicBezTo>
                  <a:cubicBezTo>
                    <a:pt x="13" y="0"/>
                    <a:pt x="15" y="0"/>
                    <a:pt x="16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8" name="Freeform 555">
              <a:extLst>
                <a:ext uri="{FF2B5EF4-FFF2-40B4-BE49-F238E27FC236}">
                  <a16:creationId xmlns:a16="http://schemas.microsoft.com/office/drawing/2014/main" id="{9638B314-CD83-4C0F-850F-3B5DAB5BA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594" y="3016250"/>
              <a:ext cx="293688" cy="284163"/>
            </a:xfrm>
            <a:custGeom>
              <a:avLst/>
              <a:gdLst>
                <a:gd name="T0" fmla="*/ 111 w 113"/>
                <a:gd name="T1" fmla="*/ 109 h 109"/>
                <a:gd name="T2" fmla="*/ 113 w 113"/>
                <a:gd name="T3" fmla="*/ 109 h 109"/>
                <a:gd name="T4" fmla="*/ 93 w 113"/>
                <a:gd name="T5" fmla="*/ 61 h 109"/>
                <a:gd name="T6" fmla="*/ 0 w 113"/>
                <a:gd name="T7" fmla="*/ 0 h 109"/>
                <a:gd name="T8" fmla="*/ 0 w 113"/>
                <a:gd name="T9" fmla="*/ 2 h 109"/>
                <a:gd name="T10" fmla="*/ 91 w 113"/>
                <a:gd name="T11" fmla="*/ 62 h 109"/>
                <a:gd name="T12" fmla="*/ 111 w 11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09">
                  <a:moveTo>
                    <a:pt x="111" y="109"/>
                  </a:moveTo>
                  <a:cubicBezTo>
                    <a:pt x="113" y="109"/>
                    <a:pt x="113" y="109"/>
                    <a:pt x="113" y="109"/>
                  </a:cubicBezTo>
                  <a:cubicBezTo>
                    <a:pt x="113" y="109"/>
                    <a:pt x="109" y="86"/>
                    <a:pt x="93" y="61"/>
                  </a:cubicBezTo>
                  <a:cubicBezTo>
                    <a:pt x="79" y="38"/>
                    <a:pt x="51" y="9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50" y="11"/>
                    <a:pt x="77" y="40"/>
                    <a:pt x="91" y="62"/>
                  </a:cubicBezTo>
                  <a:cubicBezTo>
                    <a:pt x="107" y="86"/>
                    <a:pt x="110" y="109"/>
                    <a:pt x="111" y="109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399" name="Freeform 556">
              <a:extLst>
                <a:ext uri="{FF2B5EF4-FFF2-40B4-BE49-F238E27FC236}">
                  <a16:creationId xmlns:a16="http://schemas.microsoft.com/office/drawing/2014/main" id="{1055C1E9-6DDE-4495-8080-336FB8D3D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969" y="3232150"/>
              <a:ext cx="46038" cy="68263"/>
            </a:xfrm>
            <a:custGeom>
              <a:avLst/>
              <a:gdLst>
                <a:gd name="T0" fmla="*/ 12 w 18"/>
                <a:gd name="T1" fmla="*/ 10 h 26"/>
                <a:gd name="T2" fmla="*/ 18 w 18"/>
                <a:gd name="T3" fmla="*/ 26 h 26"/>
                <a:gd name="T4" fmla="*/ 6 w 18"/>
                <a:gd name="T5" fmla="*/ 16 h 26"/>
                <a:gd name="T6" fmla="*/ 0 w 18"/>
                <a:gd name="T7" fmla="*/ 0 h 26"/>
                <a:gd name="T8" fmla="*/ 12 w 18"/>
                <a:gd name="T9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6">
                  <a:moveTo>
                    <a:pt x="12" y="10"/>
                  </a:moveTo>
                  <a:cubicBezTo>
                    <a:pt x="16" y="16"/>
                    <a:pt x="18" y="22"/>
                    <a:pt x="18" y="26"/>
                  </a:cubicBezTo>
                  <a:cubicBezTo>
                    <a:pt x="14" y="25"/>
                    <a:pt x="10" y="22"/>
                    <a:pt x="6" y="16"/>
                  </a:cubicBezTo>
                  <a:cubicBezTo>
                    <a:pt x="2" y="10"/>
                    <a:pt x="0" y="4"/>
                    <a:pt x="0" y="0"/>
                  </a:cubicBezTo>
                  <a:cubicBezTo>
                    <a:pt x="4" y="1"/>
                    <a:pt x="8" y="5"/>
                    <a:pt x="12" y="10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0" name="Freeform 557">
              <a:extLst>
                <a:ext uri="{FF2B5EF4-FFF2-40B4-BE49-F238E27FC236}">
                  <a16:creationId xmlns:a16="http://schemas.microsoft.com/office/drawing/2014/main" id="{6D74D072-DCEC-4ED7-89C0-B3E4F61AC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182" y="3248025"/>
              <a:ext cx="58738" cy="52388"/>
            </a:xfrm>
            <a:custGeom>
              <a:avLst/>
              <a:gdLst>
                <a:gd name="T0" fmla="*/ 23 w 23"/>
                <a:gd name="T1" fmla="*/ 0 h 20"/>
                <a:gd name="T2" fmla="*/ 14 w 23"/>
                <a:gd name="T3" fmla="*/ 13 h 20"/>
                <a:gd name="T4" fmla="*/ 0 w 23"/>
                <a:gd name="T5" fmla="*/ 20 h 20"/>
                <a:gd name="T6" fmla="*/ 9 w 23"/>
                <a:gd name="T7" fmla="*/ 6 h 20"/>
                <a:gd name="T8" fmla="*/ 23 w 23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0">
                  <a:moveTo>
                    <a:pt x="23" y="0"/>
                  </a:moveTo>
                  <a:cubicBezTo>
                    <a:pt x="22" y="4"/>
                    <a:pt x="19" y="9"/>
                    <a:pt x="14" y="13"/>
                  </a:cubicBezTo>
                  <a:cubicBezTo>
                    <a:pt x="9" y="17"/>
                    <a:pt x="4" y="20"/>
                    <a:pt x="0" y="20"/>
                  </a:cubicBezTo>
                  <a:cubicBezTo>
                    <a:pt x="1" y="16"/>
                    <a:pt x="4" y="11"/>
                    <a:pt x="9" y="6"/>
                  </a:cubicBezTo>
                  <a:cubicBezTo>
                    <a:pt x="14" y="2"/>
                    <a:pt x="19" y="0"/>
                    <a:pt x="23" y="0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1" name="Freeform 558">
              <a:extLst>
                <a:ext uri="{FF2B5EF4-FFF2-40B4-BE49-F238E27FC236}">
                  <a16:creationId xmlns:a16="http://schemas.microsoft.com/office/drawing/2014/main" id="{4675908C-85CB-4FD7-A76D-AD4901975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319" y="3190875"/>
              <a:ext cx="44450" cy="69850"/>
            </a:xfrm>
            <a:custGeom>
              <a:avLst/>
              <a:gdLst>
                <a:gd name="T0" fmla="*/ 11 w 17"/>
                <a:gd name="T1" fmla="*/ 11 h 27"/>
                <a:gd name="T2" fmla="*/ 16 w 17"/>
                <a:gd name="T3" fmla="*/ 27 h 27"/>
                <a:gd name="T4" fmla="*/ 5 w 17"/>
                <a:gd name="T5" fmla="*/ 17 h 27"/>
                <a:gd name="T6" fmla="*/ 0 w 17"/>
                <a:gd name="T7" fmla="*/ 0 h 27"/>
                <a:gd name="T8" fmla="*/ 11 w 1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7">
                  <a:moveTo>
                    <a:pt x="11" y="11"/>
                  </a:moveTo>
                  <a:cubicBezTo>
                    <a:pt x="15" y="17"/>
                    <a:pt x="17" y="23"/>
                    <a:pt x="16" y="27"/>
                  </a:cubicBezTo>
                  <a:cubicBezTo>
                    <a:pt x="13" y="26"/>
                    <a:pt x="8" y="22"/>
                    <a:pt x="5" y="17"/>
                  </a:cubicBezTo>
                  <a:cubicBezTo>
                    <a:pt x="1" y="11"/>
                    <a:pt x="0" y="5"/>
                    <a:pt x="0" y="0"/>
                  </a:cubicBezTo>
                  <a:cubicBezTo>
                    <a:pt x="3" y="2"/>
                    <a:pt x="8" y="6"/>
                    <a:pt x="11" y="1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2" name="Freeform 559">
              <a:extLst>
                <a:ext uri="{FF2B5EF4-FFF2-40B4-BE49-F238E27FC236}">
                  <a16:creationId xmlns:a16="http://schemas.microsoft.com/office/drawing/2014/main" id="{780C1233-FEA0-47BA-9D9A-1A63546BA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944" y="3211513"/>
              <a:ext cx="61913" cy="49213"/>
            </a:xfrm>
            <a:custGeom>
              <a:avLst/>
              <a:gdLst>
                <a:gd name="T0" fmla="*/ 24 w 24"/>
                <a:gd name="T1" fmla="*/ 0 h 19"/>
                <a:gd name="T2" fmla="*/ 14 w 24"/>
                <a:gd name="T3" fmla="*/ 13 h 19"/>
                <a:gd name="T4" fmla="*/ 0 w 24"/>
                <a:gd name="T5" fmla="*/ 19 h 19"/>
                <a:gd name="T6" fmla="*/ 9 w 24"/>
                <a:gd name="T7" fmla="*/ 6 h 19"/>
                <a:gd name="T8" fmla="*/ 24 w 24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9">
                  <a:moveTo>
                    <a:pt x="24" y="0"/>
                  </a:moveTo>
                  <a:cubicBezTo>
                    <a:pt x="22" y="4"/>
                    <a:pt x="19" y="9"/>
                    <a:pt x="14" y="13"/>
                  </a:cubicBezTo>
                  <a:cubicBezTo>
                    <a:pt x="9" y="17"/>
                    <a:pt x="3" y="19"/>
                    <a:pt x="0" y="19"/>
                  </a:cubicBezTo>
                  <a:cubicBezTo>
                    <a:pt x="1" y="15"/>
                    <a:pt x="4" y="10"/>
                    <a:pt x="9" y="6"/>
                  </a:cubicBezTo>
                  <a:cubicBezTo>
                    <a:pt x="15" y="2"/>
                    <a:pt x="20" y="0"/>
                    <a:pt x="24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3" name="Freeform 560">
              <a:extLst>
                <a:ext uri="{FF2B5EF4-FFF2-40B4-BE49-F238E27FC236}">
                  <a16:creationId xmlns:a16="http://schemas.microsoft.com/office/drawing/2014/main" id="{E65B0A79-0655-4C30-877E-CFC5A9E99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257" y="3151188"/>
              <a:ext cx="42863" cy="71438"/>
            </a:xfrm>
            <a:custGeom>
              <a:avLst/>
              <a:gdLst>
                <a:gd name="T0" fmla="*/ 11 w 16"/>
                <a:gd name="T1" fmla="*/ 11 h 27"/>
                <a:gd name="T2" fmla="*/ 16 w 16"/>
                <a:gd name="T3" fmla="*/ 27 h 27"/>
                <a:gd name="T4" fmla="*/ 5 w 16"/>
                <a:gd name="T5" fmla="*/ 16 h 27"/>
                <a:gd name="T6" fmla="*/ 1 w 16"/>
                <a:gd name="T7" fmla="*/ 8 h 27"/>
                <a:gd name="T8" fmla="*/ 0 w 16"/>
                <a:gd name="T9" fmla="*/ 0 h 27"/>
                <a:gd name="T10" fmla="*/ 11 w 16"/>
                <a:gd name="T11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7">
                  <a:moveTo>
                    <a:pt x="11" y="11"/>
                  </a:moveTo>
                  <a:cubicBezTo>
                    <a:pt x="14" y="17"/>
                    <a:pt x="16" y="23"/>
                    <a:pt x="16" y="27"/>
                  </a:cubicBezTo>
                  <a:cubicBezTo>
                    <a:pt x="12" y="26"/>
                    <a:pt x="8" y="22"/>
                    <a:pt x="5" y="16"/>
                  </a:cubicBezTo>
                  <a:cubicBezTo>
                    <a:pt x="3" y="13"/>
                    <a:pt x="2" y="10"/>
                    <a:pt x="1" y="8"/>
                  </a:cubicBezTo>
                  <a:cubicBezTo>
                    <a:pt x="0" y="5"/>
                    <a:pt x="0" y="2"/>
                    <a:pt x="0" y="0"/>
                  </a:cubicBezTo>
                  <a:cubicBezTo>
                    <a:pt x="4" y="1"/>
                    <a:pt x="8" y="6"/>
                    <a:pt x="11" y="1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4" name="Freeform 561">
              <a:extLst>
                <a:ext uri="{FF2B5EF4-FFF2-40B4-BE49-F238E27FC236}">
                  <a16:creationId xmlns:a16="http://schemas.microsoft.com/office/drawing/2014/main" id="{50B9D269-E2C4-48C2-B7BF-3A1E59930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707" y="3175000"/>
              <a:ext cx="61913" cy="49213"/>
            </a:xfrm>
            <a:custGeom>
              <a:avLst/>
              <a:gdLst>
                <a:gd name="T0" fmla="*/ 24 w 24"/>
                <a:gd name="T1" fmla="*/ 1 h 19"/>
                <a:gd name="T2" fmla="*/ 21 w 24"/>
                <a:gd name="T3" fmla="*/ 7 h 19"/>
                <a:gd name="T4" fmla="*/ 14 w 24"/>
                <a:gd name="T5" fmla="*/ 13 h 19"/>
                <a:gd name="T6" fmla="*/ 0 w 24"/>
                <a:gd name="T7" fmla="*/ 19 h 19"/>
                <a:gd name="T8" fmla="*/ 3 w 24"/>
                <a:gd name="T9" fmla="*/ 12 h 19"/>
                <a:gd name="T10" fmla="*/ 10 w 24"/>
                <a:gd name="T11" fmla="*/ 6 h 19"/>
                <a:gd name="T12" fmla="*/ 24 w 24"/>
                <a:gd name="T13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9">
                  <a:moveTo>
                    <a:pt x="24" y="1"/>
                  </a:moveTo>
                  <a:cubicBezTo>
                    <a:pt x="24" y="2"/>
                    <a:pt x="22" y="4"/>
                    <a:pt x="21" y="7"/>
                  </a:cubicBezTo>
                  <a:cubicBezTo>
                    <a:pt x="19" y="9"/>
                    <a:pt x="17" y="11"/>
                    <a:pt x="14" y="13"/>
                  </a:cubicBezTo>
                  <a:cubicBezTo>
                    <a:pt x="9" y="16"/>
                    <a:pt x="4" y="19"/>
                    <a:pt x="0" y="19"/>
                  </a:cubicBezTo>
                  <a:cubicBezTo>
                    <a:pt x="0" y="17"/>
                    <a:pt x="2" y="14"/>
                    <a:pt x="3" y="12"/>
                  </a:cubicBezTo>
                  <a:cubicBezTo>
                    <a:pt x="5" y="10"/>
                    <a:pt x="7" y="8"/>
                    <a:pt x="10" y="6"/>
                  </a:cubicBezTo>
                  <a:cubicBezTo>
                    <a:pt x="15" y="2"/>
                    <a:pt x="21" y="0"/>
                    <a:pt x="24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5" name="Freeform 562">
              <a:extLst>
                <a:ext uri="{FF2B5EF4-FFF2-40B4-BE49-F238E27FC236}">
                  <a16:creationId xmlns:a16="http://schemas.microsoft.com/office/drawing/2014/main" id="{BC5224AA-0B4D-4F42-A148-0F958360E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369" y="3113088"/>
              <a:ext cx="38100" cy="73025"/>
            </a:xfrm>
            <a:custGeom>
              <a:avLst/>
              <a:gdLst>
                <a:gd name="T0" fmla="*/ 10 w 15"/>
                <a:gd name="T1" fmla="*/ 12 h 28"/>
                <a:gd name="T2" fmla="*/ 12 w 15"/>
                <a:gd name="T3" fmla="*/ 16 h 28"/>
                <a:gd name="T4" fmla="*/ 14 w 15"/>
                <a:gd name="T5" fmla="*/ 20 h 28"/>
                <a:gd name="T6" fmla="*/ 14 w 15"/>
                <a:gd name="T7" fmla="*/ 28 h 28"/>
                <a:gd name="T8" fmla="*/ 4 w 15"/>
                <a:gd name="T9" fmla="*/ 16 h 28"/>
                <a:gd name="T10" fmla="*/ 0 w 15"/>
                <a:gd name="T11" fmla="*/ 0 h 28"/>
                <a:gd name="T12" fmla="*/ 5 w 15"/>
                <a:gd name="T13" fmla="*/ 4 h 28"/>
                <a:gd name="T14" fmla="*/ 10 w 15"/>
                <a:gd name="T15" fmla="*/ 1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8">
                  <a:moveTo>
                    <a:pt x="10" y="12"/>
                  </a:moveTo>
                  <a:cubicBezTo>
                    <a:pt x="11" y="13"/>
                    <a:pt x="12" y="15"/>
                    <a:pt x="12" y="16"/>
                  </a:cubicBezTo>
                  <a:cubicBezTo>
                    <a:pt x="13" y="18"/>
                    <a:pt x="13" y="19"/>
                    <a:pt x="14" y="20"/>
                  </a:cubicBezTo>
                  <a:cubicBezTo>
                    <a:pt x="14" y="23"/>
                    <a:pt x="15" y="26"/>
                    <a:pt x="14" y="28"/>
                  </a:cubicBezTo>
                  <a:cubicBezTo>
                    <a:pt x="11" y="26"/>
                    <a:pt x="7" y="22"/>
                    <a:pt x="4" y="16"/>
                  </a:cubicBezTo>
                  <a:cubicBezTo>
                    <a:pt x="1" y="10"/>
                    <a:pt x="0" y="4"/>
                    <a:pt x="0" y="0"/>
                  </a:cubicBezTo>
                  <a:cubicBezTo>
                    <a:pt x="2" y="0"/>
                    <a:pt x="4" y="2"/>
                    <a:pt x="5" y="4"/>
                  </a:cubicBezTo>
                  <a:cubicBezTo>
                    <a:pt x="7" y="6"/>
                    <a:pt x="9" y="9"/>
                    <a:pt x="10" y="1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6" name="Freeform 563">
              <a:extLst>
                <a:ext uri="{FF2B5EF4-FFF2-40B4-BE49-F238E27FC236}">
                  <a16:creationId xmlns:a16="http://schemas.microsoft.com/office/drawing/2014/main" id="{3A6AC463-8495-49A5-806D-3F31088EC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644" y="3141663"/>
              <a:ext cx="65088" cy="44450"/>
            </a:xfrm>
            <a:custGeom>
              <a:avLst/>
              <a:gdLst>
                <a:gd name="T0" fmla="*/ 25 w 25"/>
                <a:gd name="T1" fmla="*/ 0 h 17"/>
                <a:gd name="T2" fmla="*/ 14 w 25"/>
                <a:gd name="T3" fmla="*/ 12 h 17"/>
                <a:gd name="T4" fmla="*/ 0 w 25"/>
                <a:gd name="T5" fmla="*/ 17 h 17"/>
                <a:gd name="T6" fmla="*/ 3 w 25"/>
                <a:gd name="T7" fmla="*/ 11 h 17"/>
                <a:gd name="T8" fmla="*/ 7 w 25"/>
                <a:gd name="T9" fmla="*/ 8 h 17"/>
                <a:gd name="T10" fmla="*/ 10 w 25"/>
                <a:gd name="T11" fmla="*/ 5 h 17"/>
                <a:gd name="T12" fmla="*/ 18 w 25"/>
                <a:gd name="T13" fmla="*/ 1 h 17"/>
                <a:gd name="T14" fmla="*/ 25 w 25"/>
                <a:gd name="T1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17">
                  <a:moveTo>
                    <a:pt x="25" y="0"/>
                  </a:moveTo>
                  <a:cubicBezTo>
                    <a:pt x="23" y="4"/>
                    <a:pt x="19" y="8"/>
                    <a:pt x="14" y="12"/>
                  </a:cubicBezTo>
                  <a:cubicBezTo>
                    <a:pt x="9" y="15"/>
                    <a:pt x="3" y="17"/>
                    <a:pt x="0" y="17"/>
                  </a:cubicBezTo>
                  <a:cubicBezTo>
                    <a:pt x="0" y="15"/>
                    <a:pt x="2" y="13"/>
                    <a:pt x="3" y="11"/>
                  </a:cubicBezTo>
                  <a:cubicBezTo>
                    <a:pt x="4" y="10"/>
                    <a:pt x="5" y="9"/>
                    <a:pt x="7" y="8"/>
                  </a:cubicBezTo>
                  <a:cubicBezTo>
                    <a:pt x="8" y="7"/>
                    <a:pt x="9" y="6"/>
                    <a:pt x="10" y="5"/>
                  </a:cubicBezTo>
                  <a:cubicBezTo>
                    <a:pt x="13" y="3"/>
                    <a:pt x="16" y="2"/>
                    <a:pt x="18" y="1"/>
                  </a:cubicBezTo>
                  <a:cubicBezTo>
                    <a:pt x="21" y="0"/>
                    <a:pt x="23" y="0"/>
                    <a:pt x="25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7" name="Freeform 564">
              <a:extLst>
                <a:ext uri="{FF2B5EF4-FFF2-40B4-BE49-F238E27FC236}">
                  <a16:creationId xmlns:a16="http://schemas.microsoft.com/office/drawing/2014/main" id="{62E8719C-E177-482D-B8A1-778CD1254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069" y="3071813"/>
              <a:ext cx="33338" cy="74613"/>
            </a:xfrm>
            <a:custGeom>
              <a:avLst/>
              <a:gdLst>
                <a:gd name="T0" fmla="*/ 10 w 13"/>
                <a:gd name="T1" fmla="*/ 13 h 29"/>
                <a:gd name="T2" fmla="*/ 12 w 13"/>
                <a:gd name="T3" fmla="*/ 22 h 29"/>
                <a:gd name="T4" fmla="*/ 13 w 13"/>
                <a:gd name="T5" fmla="*/ 29 h 29"/>
                <a:gd name="T6" fmla="*/ 8 w 13"/>
                <a:gd name="T7" fmla="*/ 25 h 29"/>
                <a:gd name="T8" fmla="*/ 3 w 13"/>
                <a:gd name="T9" fmla="*/ 17 h 29"/>
                <a:gd name="T10" fmla="*/ 0 w 13"/>
                <a:gd name="T11" fmla="*/ 8 h 29"/>
                <a:gd name="T12" fmla="*/ 0 w 13"/>
                <a:gd name="T13" fmla="*/ 0 h 29"/>
                <a:gd name="T14" fmla="*/ 5 w 13"/>
                <a:gd name="T15" fmla="*/ 5 h 29"/>
                <a:gd name="T16" fmla="*/ 10 w 13"/>
                <a:gd name="T17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29">
                  <a:moveTo>
                    <a:pt x="10" y="13"/>
                  </a:moveTo>
                  <a:cubicBezTo>
                    <a:pt x="11" y="16"/>
                    <a:pt x="12" y="19"/>
                    <a:pt x="12" y="22"/>
                  </a:cubicBezTo>
                  <a:cubicBezTo>
                    <a:pt x="13" y="25"/>
                    <a:pt x="13" y="27"/>
                    <a:pt x="13" y="29"/>
                  </a:cubicBezTo>
                  <a:cubicBezTo>
                    <a:pt x="11" y="29"/>
                    <a:pt x="9" y="27"/>
                    <a:pt x="8" y="25"/>
                  </a:cubicBezTo>
                  <a:cubicBezTo>
                    <a:pt x="6" y="23"/>
                    <a:pt x="4" y="20"/>
                    <a:pt x="3" y="17"/>
                  </a:cubicBezTo>
                  <a:cubicBezTo>
                    <a:pt x="1" y="14"/>
                    <a:pt x="0" y="11"/>
                    <a:pt x="0" y="8"/>
                  </a:cubicBezTo>
                  <a:cubicBezTo>
                    <a:pt x="0" y="5"/>
                    <a:pt x="0" y="3"/>
                    <a:pt x="0" y="0"/>
                  </a:cubicBezTo>
                  <a:cubicBezTo>
                    <a:pt x="2" y="1"/>
                    <a:pt x="3" y="3"/>
                    <a:pt x="5" y="5"/>
                  </a:cubicBezTo>
                  <a:cubicBezTo>
                    <a:pt x="7" y="7"/>
                    <a:pt x="8" y="10"/>
                    <a:pt x="10" y="1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8" name="Freeform 565">
              <a:extLst>
                <a:ext uri="{FF2B5EF4-FFF2-40B4-BE49-F238E27FC236}">
                  <a16:creationId xmlns:a16="http://schemas.microsoft.com/office/drawing/2014/main" id="{BB13D42A-6DC7-490B-A7E3-0DB90BE78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582" y="3108325"/>
              <a:ext cx="66675" cy="41275"/>
            </a:xfrm>
            <a:custGeom>
              <a:avLst/>
              <a:gdLst>
                <a:gd name="T0" fmla="*/ 26 w 26"/>
                <a:gd name="T1" fmla="*/ 0 h 16"/>
                <a:gd name="T2" fmla="*/ 22 w 26"/>
                <a:gd name="T3" fmla="*/ 5 h 16"/>
                <a:gd name="T4" fmla="*/ 15 w 26"/>
                <a:gd name="T5" fmla="*/ 11 h 16"/>
                <a:gd name="T6" fmla="*/ 7 w 26"/>
                <a:gd name="T7" fmla="*/ 15 h 16"/>
                <a:gd name="T8" fmla="*/ 0 w 26"/>
                <a:gd name="T9" fmla="*/ 16 h 16"/>
                <a:gd name="T10" fmla="*/ 4 w 26"/>
                <a:gd name="T11" fmla="*/ 9 h 16"/>
                <a:gd name="T12" fmla="*/ 11 w 26"/>
                <a:gd name="T13" fmla="*/ 4 h 16"/>
                <a:gd name="T14" fmla="*/ 19 w 26"/>
                <a:gd name="T15" fmla="*/ 0 h 16"/>
                <a:gd name="T16" fmla="*/ 26 w 26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26" y="0"/>
                  </a:moveTo>
                  <a:cubicBezTo>
                    <a:pt x="25" y="2"/>
                    <a:pt x="24" y="4"/>
                    <a:pt x="22" y="5"/>
                  </a:cubicBezTo>
                  <a:cubicBezTo>
                    <a:pt x="20" y="7"/>
                    <a:pt x="17" y="9"/>
                    <a:pt x="15" y="11"/>
                  </a:cubicBezTo>
                  <a:cubicBezTo>
                    <a:pt x="12" y="13"/>
                    <a:pt x="9" y="14"/>
                    <a:pt x="7" y="15"/>
                  </a:cubicBezTo>
                  <a:cubicBezTo>
                    <a:pt x="4" y="15"/>
                    <a:pt x="2" y="16"/>
                    <a:pt x="0" y="16"/>
                  </a:cubicBezTo>
                  <a:cubicBezTo>
                    <a:pt x="1" y="14"/>
                    <a:pt x="2" y="12"/>
                    <a:pt x="4" y="9"/>
                  </a:cubicBezTo>
                  <a:cubicBezTo>
                    <a:pt x="6" y="7"/>
                    <a:pt x="9" y="5"/>
                    <a:pt x="11" y="4"/>
                  </a:cubicBezTo>
                  <a:cubicBezTo>
                    <a:pt x="14" y="2"/>
                    <a:pt x="17" y="1"/>
                    <a:pt x="19" y="0"/>
                  </a:cubicBezTo>
                  <a:cubicBezTo>
                    <a:pt x="22" y="0"/>
                    <a:pt x="24" y="0"/>
                    <a:pt x="26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09" name="Freeform 566">
              <a:extLst>
                <a:ext uri="{FF2B5EF4-FFF2-40B4-BE49-F238E27FC236}">
                  <a16:creationId xmlns:a16="http://schemas.microsoft.com/office/drawing/2014/main" id="{E2266492-809B-404D-B3F7-9B0833769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769" y="3032125"/>
              <a:ext cx="31750" cy="77788"/>
            </a:xfrm>
            <a:custGeom>
              <a:avLst/>
              <a:gdLst>
                <a:gd name="T0" fmla="*/ 9 w 12"/>
                <a:gd name="T1" fmla="*/ 13 h 30"/>
                <a:gd name="T2" fmla="*/ 12 w 12"/>
                <a:gd name="T3" fmla="*/ 23 h 30"/>
                <a:gd name="T4" fmla="*/ 12 w 12"/>
                <a:gd name="T5" fmla="*/ 30 h 30"/>
                <a:gd name="T6" fmla="*/ 7 w 12"/>
                <a:gd name="T7" fmla="*/ 25 h 30"/>
                <a:gd name="T8" fmla="*/ 2 w 12"/>
                <a:gd name="T9" fmla="*/ 18 h 30"/>
                <a:gd name="T10" fmla="*/ 0 w 12"/>
                <a:gd name="T11" fmla="*/ 8 h 30"/>
                <a:gd name="T12" fmla="*/ 1 w 12"/>
                <a:gd name="T13" fmla="*/ 0 h 30"/>
                <a:gd name="T14" fmla="*/ 5 w 12"/>
                <a:gd name="T15" fmla="*/ 5 h 30"/>
                <a:gd name="T16" fmla="*/ 9 w 12"/>
                <a:gd name="T17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0">
                  <a:moveTo>
                    <a:pt x="9" y="13"/>
                  </a:moveTo>
                  <a:cubicBezTo>
                    <a:pt x="11" y="17"/>
                    <a:pt x="11" y="20"/>
                    <a:pt x="12" y="23"/>
                  </a:cubicBezTo>
                  <a:cubicBezTo>
                    <a:pt x="12" y="25"/>
                    <a:pt x="12" y="28"/>
                    <a:pt x="12" y="30"/>
                  </a:cubicBezTo>
                  <a:cubicBezTo>
                    <a:pt x="10" y="29"/>
                    <a:pt x="8" y="28"/>
                    <a:pt x="7" y="25"/>
                  </a:cubicBezTo>
                  <a:cubicBezTo>
                    <a:pt x="5" y="23"/>
                    <a:pt x="4" y="21"/>
                    <a:pt x="2" y="18"/>
                  </a:cubicBezTo>
                  <a:cubicBezTo>
                    <a:pt x="1" y="14"/>
                    <a:pt x="0" y="11"/>
                    <a:pt x="0" y="8"/>
                  </a:cubicBezTo>
                  <a:cubicBezTo>
                    <a:pt x="0" y="5"/>
                    <a:pt x="0" y="2"/>
                    <a:pt x="1" y="0"/>
                  </a:cubicBezTo>
                  <a:cubicBezTo>
                    <a:pt x="2" y="1"/>
                    <a:pt x="4" y="3"/>
                    <a:pt x="5" y="5"/>
                  </a:cubicBezTo>
                  <a:cubicBezTo>
                    <a:pt x="7" y="8"/>
                    <a:pt x="8" y="10"/>
                    <a:pt x="9" y="1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0" name="Freeform 567">
              <a:extLst>
                <a:ext uri="{FF2B5EF4-FFF2-40B4-BE49-F238E27FC236}">
                  <a16:creationId xmlns:a16="http://schemas.microsoft.com/office/drawing/2014/main" id="{94E7AAB2-D571-4E4E-B92A-872D9A7DD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694" y="3073400"/>
              <a:ext cx="69850" cy="39688"/>
            </a:xfrm>
            <a:custGeom>
              <a:avLst/>
              <a:gdLst>
                <a:gd name="T0" fmla="*/ 27 w 27"/>
                <a:gd name="T1" fmla="*/ 0 h 15"/>
                <a:gd name="T2" fmla="*/ 22 w 27"/>
                <a:gd name="T3" fmla="*/ 5 h 15"/>
                <a:gd name="T4" fmla="*/ 15 w 27"/>
                <a:gd name="T5" fmla="*/ 10 h 15"/>
                <a:gd name="T6" fmla="*/ 7 w 27"/>
                <a:gd name="T7" fmla="*/ 14 h 15"/>
                <a:gd name="T8" fmla="*/ 0 w 27"/>
                <a:gd name="T9" fmla="*/ 14 h 15"/>
                <a:gd name="T10" fmla="*/ 4 w 27"/>
                <a:gd name="T11" fmla="*/ 8 h 15"/>
                <a:gd name="T12" fmla="*/ 12 w 27"/>
                <a:gd name="T13" fmla="*/ 3 h 15"/>
                <a:gd name="T14" fmla="*/ 20 w 27"/>
                <a:gd name="T15" fmla="*/ 0 h 15"/>
                <a:gd name="T16" fmla="*/ 27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27" y="0"/>
                  </a:moveTo>
                  <a:cubicBezTo>
                    <a:pt x="26" y="2"/>
                    <a:pt x="24" y="4"/>
                    <a:pt x="22" y="5"/>
                  </a:cubicBezTo>
                  <a:cubicBezTo>
                    <a:pt x="20" y="7"/>
                    <a:pt x="18" y="9"/>
                    <a:pt x="15" y="10"/>
                  </a:cubicBezTo>
                  <a:cubicBezTo>
                    <a:pt x="12" y="12"/>
                    <a:pt x="9" y="13"/>
                    <a:pt x="7" y="14"/>
                  </a:cubicBezTo>
                  <a:cubicBezTo>
                    <a:pt x="4" y="14"/>
                    <a:pt x="2" y="15"/>
                    <a:pt x="0" y="14"/>
                  </a:cubicBezTo>
                  <a:cubicBezTo>
                    <a:pt x="1" y="12"/>
                    <a:pt x="2" y="10"/>
                    <a:pt x="4" y="8"/>
                  </a:cubicBezTo>
                  <a:cubicBezTo>
                    <a:pt x="6" y="6"/>
                    <a:pt x="9" y="5"/>
                    <a:pt x="12" y="3"/>
                  </a:cubicBezTo>
                  <a:cubicBezTo>
                    <a:pt x="15" y="2"/>
                    <a:pt x="18" y="1"/>
                    <a:pt x="20" y="0"/>
                  </a:cubicBezTo>
                  <a:cubicBezTo>
                    <a:pt x="23" y="0"/>
                    <a:pt x="25" y="0"/>
                    <a:pt x="27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1" name="Freeform 568">
              <a:extLst>
                <a:ext uri="{FF2B5EF4-FFF2-40B4-BE49-F238E27FC236}">
                  <a16:creationId xmlns:a16="http://schemas.microsoft.com/office/drawing/2014/main" id="{282A971E-614B-4052-9639-99BB7457E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644" y="2994025"/>
              <a:ext cx="28575" cy="79375"/>
            </a:xfrm>
            <a:custGeom>
              <a:avLst/>
              <a:gdLst>
                <a:gd name="T0" fmla="*/ 9 w 11"/>
                <a:gd name="T1" fmla="*/ 14 h 31"/>
                <a:gd name="T2" fmla="*/ 11 w 11"/>
                <a:gd name="T3" fmla="*/ 23 h 31"/>
                <a:gd name="T4" fmla="*/ 11 w 11"/>
                <a:gd name="T5" fmla="*/ 31 h 31"/>
                <a:gd name="T6" fmla="*/ 6 w 11"/>
                <a:gd name="T7" fmla="*/ 26 h 31"/>
                <a:gd name="T8" fmla="*/ 2 w 11"/>
                <a:gd name="T9" fmla="*/ 18 h 31"/>
                <a:gd name="T10" fmla="*/ 1 w 11"/>
                <a:gd name="T11" fmla="*/ 0 h 31"/>
                <a:gd name="T12" fmla="*/ 6 w 11"/>
                <a:gd name="T13" fmla="*/ 6 h 31"/>
                <a:gd name="T14" fmla="*/ 7 w 11"/>
                <a:gd name="T15" fmla="*/ 10 h 31"/>
                <a:gd name="T16" fmla="*/ 9 w 11"/>
                <a:gd name="T17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31">
                  <a:moveTo>
                    <a:pt x="9" y="14"/>
                  </a:moveTo>
                  <a:cubicBezTo>
                    <a:pt x="10" y="17"/>
                    <a:pt x="11" y="21"/>
                    <a:pt x="11" y="23"/>
                  </a:cubicBezTo>
                  <a:cubicBezTo>
                    <a:pt x="11" y="26"/>
                    <a:pt x="11" y="29"/>
                    <a:pt x="11" y="31"/>
                  </a:cubicBezTo>
                  <a:cubicBezTo>
                    <a:pt x="9" y="30"/>
                    <a:pt x="7" y="28"/>
                    <a:pt x="6" y="26"/>
                  </a:cubicBezTo>
                  <a:cubicBezTo>
                    <a:pt x="4" y="24"/>
                    <a:pt x="3" y="21"/>
                    <a:pt x="2" y="18"/>
                  </a:cubicBezTo>
                  <a:cubicBezTo>
                    <a:pt x="0" y="11"/>
                    <a:pt x="0" y="5"/>
                    <a:pt x="1" y="0"/>
                  </a:cubicBezTo>
                  <a:cubicBezTo>
                    <a:pt x="3" y="2"/>
                    <a:pt x="4" y="3"/>
                    <a:pt x="6" y="6"/>
                  </a:cubicBezTo>
                  <a:cubicBezTo>
                    <a:pt x="6" y="7"/>
                    <a:pt x="7" y="8"/>
                    <a:pt x="7" y="10"/>
                  </a:cubicBezTo>
                  <a:cubicBezTo>
                    <a:pt x="8" y="11"/>
                    <a:pt x="9" y="13"/>
                    <a:pt x="9" y="14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2" name="Freeform 569">
              <a:extLst>
                <a:ext uri="{FF2B5EF4-FFF2-40B4-BE49-F238E27FC236}">
                  <a16:creationId xmlns:a16="http://schemas.microsoft.com/office/drawing/2014/main" id="{D246E11A-224C-4425-8F16-5E10E00A6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394" y="3040063"/>
              <a:ext cx="69850" cy="36513"/>
            </a:xfrm>
            <a:custGeom>
              <a:avLst/>
              <a:gdLst>
                <a:gd name="T0" fmla="*/ 27 w 27"/>
                <a:gd name="T1" fmla="*/ 1 h 14"/>
                <a:gd name="T2" fmla="*/ 15 w 27"/>
                <a:gd name="T3" fmla="*/ 10 h 14"/>
                <a:gd name="T4" fmla="*/ 7 w 27"/>
                <a:gd name="T5" fmla="*/ 13 h 14"/>
                <a:gd name="T6" fmla="*/ 0 w 27"/>
                <a:gd name="T7" fmla="*/ 13 h 14"/>
                <a:gd name="T8" fmla="*/ 5 w 27"/>
                <a:gd name="T9" fmla="*/ 8 h 14"/>
                <a:gd name="T10" fmla="*/ 12 w 27"/>
                <a:gd name="T11" fmla="*/ 3 h 14"/>
                <a:gd name="T12" fmla="*/ 17 w 27"/>
                <a:gd name="T13" fmla="*/ 1 h 14"/>
                <a:gd name="T14" fmla="*/ 21 w 27"/>
                <a:gd name="T15" fmla="*/ 0 h 14"/>
                <a:gd name="T16" fmla="*/ 27 w 27"/>
                <a:gd name="T1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4">
                  <a:moveTo>
                    <a:pt x="27" y="1"/>
                  </a:moveTo>
                  <a:cubicBezTo>
                    <a:pt x="25" y="4"/>
                    <a:pt x="21" y="7"/>
                    <a:pt x="15" y="10"/>
                  </a:cubicBezTo>
                  <a:cubicBezTo>
                    <a:pt x="12" y="11"/>
                    <a:pt x="9" y="12"/>
                    <a:pt x="7" y="13"/>
                  </a:cubicBezTo>
                  <a:cubicBezTo>
                    <a:pt x="4" y="14"/>
                    <a:pt x="2" y="14"/>
                    <a:pt x="0" y="13"/>
                  </a:cubicBezTo>
                  <a:cubicBezTo>
                    <a:pt x="1" y="11"/>
                    <a:pt x="2" y="9"/>
                    <a:pt x="5" y="8"/>
                  </a:cubicBezTo>
                  <a:cubicBezTo>
                    <a:pt x="7" y="6"/>
                    <a:pt x="9" y="4"/>
                    <a:pt x="12" y="3"/>
                  </a:cubicBezTo>
                  <a:cubicBezTo>
                    <a:pt x="14" y="2"/>
                    <a:pt x="15" y="2"/>
                    <a:pt x="17" y="1"/>
                  </a:cubicBezTo>
                  <a:cubicBezTo>
                    <a:pt x="18" y="1"/>
                    <a:pt x="19" y="1"/>
                    <a:pt x="21" y="0"/>
                  </a:cubicBezTo>
                  <a:cubicBezTo>
                    <a:pt x="23" y="0"/>
                    <a:pt x="26" y="0"/>
                    <a:pt x="27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3" name="Freeform 570">
              <a:extLst>
                <a:ext uri="{FF2B5EF4-FFF2-40B4-BE49-F238E27FC236}">
                  <a16:creationId xmlns:a16="http://schemas.microsoft.com/office/drawing/2014/main" id="{4C13E03A-3C9E-49B8-BB45-B206E9523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694" y="2957513"/>
              <a:ext cx="25400" cy="79375"/>
            </a:xfrm>
            <a:custGeom>
              <a:avLst/>
              <a:gdLst>
                <a:gd name="T0" fmla="*/ 9 w 10"/>
                <a:gd name="T1" fmla="*/ 14 h 31"/>
                <a:gd name="T2" fmla="*/ 10 w 10"/>
                <a:gd name="T3" fmla="*/ 19 h 31"/>
                <a:gd name="T4" fmla="*/ 10 w 10"/>
                <a:gd name="T5" fmla="*/ 24 h 31"/>
                <a:gd name="T6" fmla="*/ 10 w 10"/>
                <a:gd name="T7" fmla="*/ 28 h 31"/>
                <a:gd name="T8" fmla="*/ 9 w 10"/>
                <a:gd name="T9" fmla="*/ 31 h 31"/>
                <a:gd name="T10" fmla="*/ 5 w 10"/>
                <a:gd name="T11" fmla="*/ 26 h 31"/>
                <a:gd name="T12" fmla="*/ 1 w 10"/>
                <a:gd name="T13" fmla="*/ 18 h 31"/>
                <a:gd name="T14" fmla="*/ 2 w 10"/>
                <a:gd name="T15" fmla="*/ 0 h 31"/>
                <a:gd name="T16" fmla="*/ 9 w 10"/>
                <a:gd name="T17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31">
                  <a:moveTo>
                    <a:pt x="9" y="14"/>
                  </a:moveTo>
                  <a:cubicBezTo>
                    <a:pt x="9" y="16"/>
                    <a:pt x="9" y="18"/>
                    <a:pt x="10" y="19"/>
                  </a:cubicBezTo>
                  <a:cubicBezTo>
                    <a:pt x="10" y="21"/>
                    <a:pt x="10" y="22"/>
                    <a:pt x="10" y="24"/>
                  </a:cubicBezTo>
                  <a:cubicBezTo>
                    <a:pt x="10" y="25"/>
                    <a:pt x="10" y="26"/>
                    <a:pt x="10" y="28"/>
                  </a:cubicBezTo>
                  <a:cubicBezTo>
                    <a:pt x="10" y="29"/>
                    <a:pt x="10" y="30"/>
                    <a:pt x="9" y="31"/>
                  </a:cubicBezTo>
                  <a:cubicBezTo>
                    <a:pt x="8" y="30"/>
                    <a:pt x="6" y="28"/>
                    <a:pt x="5" y="26"/>
                  </a:cubicBezTo>
                  <a:cubicBezTo>
                    <a:pt x="3" y="24"/>
                    <a:pt x="2" y="21"/>
                    <a:pt x="1" y="18"/>
                  </a:cubicBezTo>
                  <a:cubicBezTo>
                    <a:pt x="0" y="11"/>
                    <a:pt x="0" y="4"/>
                    <a:pt x="2" y="0"/>
                  </a:cubicBezTo>
                  <a:cubicBezTo>
                    <a:pt x="5" y="2"/>
                    <a:pt x="7" y="8"/>
                    <a:pt x="9" y="14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4" name="Freeform 571">
              <a:extLst>
                <a:ext uri="{FF2B5EF4-FFF2-40B4-BE49-F238E27FC236}">
                  <a16:creationId xmlns:a16="http://schemas.microsoft.com/office/drawing/2014/main" id="{9881113B-EE21-4D31-B0C9-A6FC1D8AC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094" y="3009900"/>
              <a:ext cx="74613" cy="30163"/>
            </a:xfrm>
            <a:custGeom>
              <a:avLst/>
              <a:gdLst>
                <a:gd name="T0" fmla="*/ 29 w 29"/>
                <a:gd name="T1" fmla="*/ 1 h 12"/>
                <a:gd name="T2" fmla="*/ 23 w 29"/>
                <a:gd name="T3" fmla="*/ 6 h 12"/>
                <a:gd name="T4" fmla="*/ 16 w 29"/>
                <a:gd name="T5" fmla="*/ 9 h 12"/>
                <a:gd name="T6" fmla="*/ 7 w 29"/>
                <a:gd name="T7" fmla="*/ 12 h 12"/>
                <a:gd name="T8" fmla="*/ 0 w 29"/>
                <a:gd name="T9" fmla="*/ 12 h 12"/>
                <a:gd name="T10" fmla="*/ 2 w 29"/>
                <a:gd name="T11" fmla="*/ 9 h 12"/>
                <a:gd name="T12" fmla="*/ 5 w 29"/>
                <a:gd name="T13" fmla="*/ 6 h 12"/>
                <a:gd name="T14" fmla="*/ 9 w 29"/>
                <a:gd name="T15" fmla="*/ 4 h 12"/>
                <a:gd name="T16" fmla="*/ 13 w 29"/>
                <a:gd name="T17" fmla="*/ 2 h 12"/>
                <a:gd name="T18" fmla="*/ 29 w 29"/>
                <a:gd name="T1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12">
                  <a:moveTo>
                    <a:pt x="29" y="1"/>
                  </a:moveTo>
                  <a:cubicBezTo>
                    <a:pt x="27" y="3"/>
                    <a:pt x="26" y="4"/>
                    <a:pt x="23" y="6"/>
                  </a:cubicBezTo>
                  <a:cubicBezTo>
                    <a:pt x="21" y="7"/>
                    <a:pt x="19" y="8"/>
                    <a:pt x="16" y="9"/>
                  </a:cubicBezTo>
                  <a:cubicBezTo>
                    <a:pt x="13" y="10"/>
                    <a:pt x="10" y="11"/>
                    <a:pt x="7" y="12"/>
                  </a:cubicBezTo>
                  <a:cubicBezTo>
                    <a:pt x="5" y="12"/>
                    <a:pt x="2" y="12"/>
                    <a:pt x="0" y="12"/>
                  </a:cubicBezTo>
                  <a:cubicBezTo>
                    <a:pt x="1" y="11"/>
                    <a:pt x="2" y="10"/>
                    <a:pt x="2" y="9"/>
                  </a:cubicBezTo>
                  <a:cubicBezTo>
                    <a:pt x="3" y="8"/>
                    <a:pt x="4" y="7"/>
                    <a:pt x="5" y="6"/>
                  </a:cubicBezTo>
                  <a:cubicBezTo>
                    <a:pt x="7" y="5"/>
                    <a:pt x="8" y="5"/>
                    <a:pt x="9" y="4"/>
                  </a:cubicBezTo>
                  <a:cubicBezTo>
                    <a:pt x="10" y="3"/>
                    <a:pt x="12" y="2"/>
                    <a:pt x="13" y="2"/>
                  </a:cubicBezTo>
                  <a:cubicBezTo>
                    <a:pt x="19" y="0"/>
                    <a:pt x="25" y="0"/>
                    <a:pt x="29" y="1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5" name="Freeform 572">
              <a:extLst>
                <a:ext uri="{FF2B5EF4-FFF2-40B4-BE49-F238E27FC236}">
                  <a16:creationId xmlns:a16="http://schemas.microsoft.com/office/drawing/2014/main" id="{5C52CAAE-D4A5-4752-A310-0FBFAFB61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332" y="2921000"/>
              <a:ext cx="22225" cy="82550"/>
            </a:xfrm>
            <a:custGeom>
              <a:avLst/>
              <a:gdLst>
                <a:gd name="T0" fmla="*/ 9 w 9"/>
                <a:gd name="T1" fmla="*/ 15 h 32"/>
                <a:gd name="T2" fmla="*/ 9 w 9"/>
                <a:gd name="T3" fmla="*/ 24 h 32"/>
                <a:gd name="T4" fmla="*/ 9 w 9"/>
                <a:gd name="T5" fmla="*/ 28 h 32"/>
                <a:gd name="T6" fmla="*/ 8 w 9"/>
                <a:gd name="T7" fmla="*/ 32 h 32"/>
                <a:gd name="T8" fmla="*/ 1 w 9"/>
                <a:gd name="T9" fmla="*/ 18 h 32"/>
                <a:gd name="T10" fmla="*/ 1 w 9"/>
                <a:gd name="T11" fmla="*/ 8 h 32"/>
                <a:gd name="T12" fmla="*/ 1 w 9"/>
                <a:gd name="T13" fmla="*/ 3 h 32"/>
                <a:gd name="T14" fmla="*/ 3 w 9"/>
                <a:gd name="T15" fmla="*/ 0 h 32"/>
                <a:gd name="T16" fmla="*/ 9 w 9"/>
                <a:gd name="T17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32">
                  <a:moveTo>
                    <a:pt x="9" y="15"/>
                  </a:moveTo>
                  <a:cubicBezTo>
                    <a:pt x="9" y="18"/>
                    <a:pt x="9" y="21"/>
                    <a:pt x="9" y="24"/>
                  </a:cubicBezTo>
                  <a:cubicBezTo>
                    <a:pt x="9" y="26"/>
                    <a:pt x="9" y="27"/>
                    <a:pt x="9" y="28"/>
                  </a:cubicBezTo>
                  <a:cubicBezTo>
                    <a:pt x="8" y="29"/>
                    <a:pt x="8" y="31"/>
                    <a:pt x="8" y="32"/>
                  </a:cubicBezTo>
                  <a:cubicBezTo>
                    <a:pt x="5" y="29"/>
                    <a:pt x="2" y="24"/>
                    <a:pt x="1" y="18"/>
                  </a:cubicBezTo>
                  <a:cubicBezTo>
                    <a:pt x="0" y="14"/>
                    <a:pt x="0" y="11"/>
                    <a:pt x="1" y="8"/>
                  </a:cubicBezTo>
                  <a:cubicBezTo>
                    <a:pt x="1" y="6"/>
                    <a:pt x="1" y="5"/>
                    <a:pt x="1" y="3"/>
                  </a:cubicBezTo>
                  <a:cubicBezTo>
                    <a:pt x="2" y="2"/>
                    <a:pt x="2" y="1"/>
                    <a:pt x="3" y="0"/>
                  </a:cubicBezTo>
                  <a:cubicBezTo>
                    <a:pt x="6" y="2"/>
                    <a:pt x="8" y="8"/>
                    <a:pt x="9" y="1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6" name="Freeform 573">
              <a:extLst>
                <a:ext uri="{FF2B5EF4-FFF2-40B4-BE49-F238E27FC236}">
                  <a16:creationId xmlns:a16="http://schemas.microsoft.com/office/drawing/2014/main" id="{1290019F-035B-4D78-8149-CA58EA471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57" y="2978150"/>
              <a:ext cx="76200" cy="28575"/>
            </a:xfrm>
            <a:custGeom>
              <a:avLst/>
              <a:gdLst>
                <a:gd name="T0" fmla="*/ 29 w 29"/>
                <a:gd name="T1" fmla="*/ 2 h 11"/>
                <a:gd name="T2" fmla="*/ 26 w 29"/>
                <a:gd name="T3" fmla="*/ 4 h 11"/>
                <a:gd name="T4" fmla="*/ 23 w 29"/>
                <a:gd name="T5" fmla="*/ 6 h 11"/>
                <a:gd name="T6" fmla="*/ 15 w 29"/>
                <a:gd name="T7" fmla="*/ 9 h 11"/>
                <a:gd name="T8" fmla="*/ 0 w 29"/>
                <a:gd name="T9" fmla="*/ 10 h 11"/>
                <a:gd name="T10" fmla="*/ 2 w 29"/>
                <a:gd name="T11" fmla="*/ 8 h 11"/>
                <a:gd name="T12" fmla="*/ 5 w 29"/>
                <a:gd name="T13" fmla="*/ 5 h 11"/>
                <a:gd name="T14" fmla="*/ 14 w 29"/>
                <a:gd name="T15" fmla="*/ 2 h 11"/>
                <a:gd name="T16" fmla="*/ 29 w 29"/>
                <a:gd name="T17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1">
                  <a:moveTo>
                    <a:pt x="29" y="2"/>
                  </a:moveTo>
                  <a:cubicBezTo>
                    <a:pt x="28" y="3"/>
                    <a:pt x="27" y="4"/>
                    <a:pt x="26" y="4"/>
                  </a:cubicBezTo>
                  <a:cubicBezTo>
                    <a:pt x="25" y="5"/>
                    <a:pt x="24" y="5"/>
                    <a:pt x="23" y="6"/>
                  </a:cubicBezTo>
                  <a:cubicBezTo>
                    <a:pt x="21" y="7"/>
                    <a:pt x="18" y="8"/>
                    <a:pt x="15" y="9"/>
                  </a:cubicBezTo>
                  <a:cubicBezTo>
                    <a:pt x="9" y="11"/>
                    <a:pt x="3" y="11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8" y="4"/>
                    <a:pt x="10" y="2"/>
                    <a:pt x="14" y="2"/>
                  </a:cubicBezTo>
                  <a:cubicBezTo>
                    <a:pt x="20" y="0"/>
                    <a:pt x="25" y="1"/>
                    <a:pt x="29" y="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7" name="Freeform 574">
              <a:extLst>
                <a:ext uri="{FF2B5EF4-FFF2-40B4-BE49-F238E27FC236}">
                  <a16:creationId xmlns:a16="http://schemas.microsoft.com/office/drawing/2014/main" id="{FE3E7E24-9F9E-493D-B65B-E734F99A2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57" y="2884488"/>
              <a:ext cx="23813" cy="85725"/>
            </a:xfrm>
            <a:custGeom>
              <a:avLst/>
              <a:gdLst>
                <a:gd name="T0" fmla="*/ 8 w 9"/>
                <a:gd name="T1" fmla="*/ 16 h 33"/>
                <a:gd name="T2" fmla="*/ 8 w 9"/>
                <a:gd name="T3" fmla="*/ 25 h 33"/>
                <a:gd name="T4" fmla="*/ 6 w 9"/>
                <a:gd name="T5" fmla="*/ 33 h 33"/>
                <a:gd name="T6" fmla="*/ 0 w 9"/>
                <a:gd name="T7" fmla="*/ 18 h 33"/>
                <a:gd name="T8" fmla="*/ 0 w 9"/>
                <a:gd name="T9" fmla="*/ 13 h 33"/>
                <a:gd name="T10" fmla="*/ 1 w 9"/>
                <a:gd name="T11" fmla="*/ 8 h 33"/>
                <a:gd name="T12" fmla="*/ 3 w 9"/>
                <a:gd name="T13" fmla="*/ 4 h 33"/>
                <a:gd name="T14" fmla="*/ 4 w 9"/>
                <a:gd name="T15" fmla="*/ 0 h 33"/>
                <a:gd name="T16" fmla="*/ 7 w 9"/>
                <a:gd name="T17" fmla="*/ 7 h 33"/>
                <a:gd name="T18" fmla="*/ 8 w 9"/>
                <a:gd name="T19" fmla="*/ 1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3">
                  <a:moveTo>
                    <a:pt x="8" y="16"/>
                  </a:moveTo>
                  <a:cubicBezTo>
                    <a:pt x="9" y="19"/>
                    <a:pt x="8" y="23"/>
                    <a:pt x="8" y="25"/>
                  </a:cubicBezTo>
                  <a:cubicBezTo>
                    <a:pt x="8" y="28"/>
                    <a:pt x="7" y="31"/>
                    <a:pt x="6" y="33"/>
                  </a:cubicBezTo>
                  <a:cubicBezTo>
                    <a:pt x="3" y="30"/>
                    <a:pt x="1" y="25"/>
                    <a:pt x="0" y="18"/>
                  </a:cubicBezTo>
                  <a:cubicBezTo>
                    <a:pt x="0" y="16"/>
                    <a:pt x="0" y="15"/>
                    <a:pt x="0" y="13"/>
                  </a:cubicBezTo>
                  <a:cubicBezTo>
                    <a:pt x="1" y="11"/>
                    <a:pt x="1" y="10"/>
                    <a:pt x="1" y="8"/>
                  </a:cubicBezTo>
                  <a:cubicBezTo>
                    <a:pt x="2" y="7"/>
                    <a:pt x="2" y="5"/>
                    <a:pt x="3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6" y="2"/>
                    <a:pt x="7" y="4"/>
                    <a:pt x="7" y="7"/>
                  </a:cubicBezTo>
                  <a:cubicBezTo>
                    <a:pt x="8" y="9"/>
                    <a:pt x="8" y="13"/>
                    <a:pt x="8" y="16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8" name="Freeform 575">
              <a:extLst>
                <a:ext uri="{FF2B5EF4-FFF2-40B4-BE49-F238E27FC236}">
                  <a16:creationId xmlns:a16="http://schemas.microsoft.com/office/drawing/2014/main" id="{C2DB7B71-7AF8-4D8D-8B2F-B5F9027E4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607" y="2952750"/>
              <a:ext cx="74613" cy="22225"/>
            </a:xfrm>
            <a:custGeom>
              <a:avLst/>
              <a:gdLst>
                <a:gd name="T0" fmla="*/ 29 w 29"/>
                <a:gd name="T1" fmla="*/ 2 h 9"/>
                <a:gd name="T2" fmla="*/ 27 w 29"/>
                <a:gd name="T3" fmla="*/ 4 h 9"/>
                <a:gd name="T4" fmla="*/ 24 w 29"/>
                <a:gd name="T5" fmla="*/ 5 h 9"/>
                <a:gd name="T6" fmla="*/ 20 w 29"/>
                <a:gd name="T7" fmla="*/ 7 h 9"/>
                <a:gd name="T8" fmla="*/ 15 w 29"/>
                <a:gd name="T9" fmla="*/ 8 h 9"/>
                <a:gd name="T10" fmla="*/ 0 w 29"/>
                <a:gd name="T11" fmla="*/ 7 h 9"/>
                <a:gd name="T12" fmla="*/ 6 w 29"/>
                <a:gd name="T13" fmla="*/ 3 h 9"/>
                <a:gd name="T14" fmla="*/ 15 w 29"/>
                <a:gd name="T15" fmla="*/ 0 h 9"/>
                <a:gd name="T16" fmla="*/ 23 w 29"/>
                <a:gd name="T17" fmla="*/ 0 h 9"/>
                <a:gd name="T18" fmla="*/ 29 w 29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9">
                  <a:moveTo>
                    <a:pt x="29" y="2"/>
                  </a:moveTo>
                  <a:cubicBezTo>
                    <a:pt x="29" y="3"/>
                    <a:pt x="28" y="3"/>
                    <a:pt x="27" y="4"/>
                  </a:cubicBezTo>
                  <a:cubicBezTo>
                    <a:pt x="26" y="4"/>
                    <a:pt x="25" y="5"/>
                    <a:pt x="24" y="5"/>
                  </a:cubicBezTo>
                  <a:cubicBezTo>
                    <a:pt x="23" y="6"/>
                    <a:pt x="21" y="6"/>
                    <a:pt x="20" y="7"/>
                  </a:cubicBezTo>
                  <a:cubicBezTo>
                    <a:pt x="19" y="7"/>
                    <a:pt x="17" y="7"/>
                    <a:pt x="15" y="8"/>
                  </a:cubicBezTo>
                  <a:cubicBezTo>
                    <a:pt x="9" y="9"/>
                    <a:pt x="4" y="9"/>
                    <a:pt x="0" y="7"/>
                  </a:cubicBezTo>
                  <a:cubicBezTo>
                    <a:pt x="2" y="6"/>
                    <a:pt x="3" y="4"/>
                    <a:pt x="6" y="3"/>
                  </a:cubicBezTo>
                  <a:cubicBezTo>
                    <a:pt x="8" y="2"/>
                    <a:pt x="11" y="1"/>
                    <a:pt x="15" y="0"/>
                  </a:cubicBezTo>
                  <a:cubicBezTo>
                    <a:pt x="18" y="0"/>
                    <a:pt x="21" y="0"/>
                    <a:pt x="23" y="0"/>
                  </a:cubicBezTo>
                  <a:cubicBezTo>
                    <a:pt x="26" y="0"/>
                    <a:pt x="28" y="1"/>
                    <a:pt x="29" y="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19" name="Freeform 576">
              <a:extLst>
                <a:ext uri="{FF2B5EF4-FFF2-40B4-BE49-F238E27FC236}">
                  <a16:creationId xmlns:a16="http://schemas.microsoft.com/office/drawing/2014/main" id="{D026065F-8B7C-40D3-9824-F7E5D4C4E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544" y="2852738"/>
              <a:ext cx="22225" cy="84138"/>
            </a:xfrm>
            <a:custGeom>
              <a:avLst/>
              <a:gdLst>
                <a:gd name="T0" fmla="*/ 9 w 9"/>
                <a:gd name="T1" fmla="*/ 16 h 32"/>
                <a:gd name="T2" fmla="*/ 5 w 9"/>
                <a:gd name="T3" fmla="*/ 32 h 32"/>
                <a:gd name="T4" fmla="*/ 1 w 9"/>
                <a:gd name="T5" fmla="*/ 26 h 32"/>
                <a:gd name="T6" fmla="*/ 1 w 9"/>
                <a:gd name="T7" fmla="*/ 22 h 32"/>
                <a:gd name="T8" fmla="*/ 0 w 9"/>
                <a:gd name="T9" fmla="*/ 17 h 32"/>
                <a:gd name="T10" fmla="*/ 1 w 9"/>
                <a:gd name="T11" fmla="*/ 12 h 32"/>
                <a:gd name="T12" fmla="*/ 2 w 9"/>
                <a:gd name="T13" fmla="*/ 7 h 32"/>
                <a:gd name="T14" fmla="*/ 7 w 9"/>
                <a:gd name="T15" fmla="*/ 0 h 32"/>
                <a:gd name="T16" fmla="*/ 9 w 9"/>
                <a:gd name="T17" fmla="*/ 7 h 32"/>
                <a:gd name="T18" fmla="*/ 9 w 9"/>
                <a:gd name="T1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2">
                  <a:moveTo>
                    <a:pt x="9" y="16"/>
                  </a:moveTo>
                  <a:cubicBezTo>
                    <a:pt x="8" y="23"/>
                    <a:pt x="7" y="29"/>
                    <a:pt x="5" y="32"/>
                  </a:cubicBezTo>
                  <a:cubicBezTo>
                    <a:pt x="3" y="31"/>
                    <a:pt x="2" y="29"/>
                    <a:pt x="1" y="26"/>
                  </a:cubicBezTo>
                  <a:cubicBezTo>
                    <a:pt x="1" y="25"/>
                    <a:pt x="1" y="24"/>
                    <a:pt x="1" y="22"/>
                  </a:cubicBezTo>
                  <a:cubicBezTo>
                    <a:pt x="0" y="21"/>
                    <a:pt x="0" y="19"/>
                    <a:pt x="0" y="17"/>
                  </a:cubicBezTo>
                  <a:cubicBezTo>
                    <a:pt x="1" y="16"/>
                    <a:pt x="1" y="14"/>
                    <a:pt x="1" y="12"/>
                  </a:cubicBezTo>
                  <a:cubicBezTo>
                    <a:pt x="1" y="10"/>
                    <a:pt x="2" y="9"/>
                    <a:pt x="2" y="7"/>
                  </a:cubicBezTo>
                  <a:cubicBezTo>
                    <a:pt x="4" y="4"/>
                    <a:pt x="5" y="2"/>
                    <a:pt x="7" y="0"/>
                  </a:cubicBezTo>
                  <a:cubicBezTo>
                    <a:pt x="8" y="2"/>
                    <a:pt x="8" y="4"/>
                    <a:pt x="9" y="7"/>
                  </a:cubicBezTo>
                  <a:cubicBezTo>
                    <a:pt x="9" y="9"/>
                    <a:pt x="9" y="13"/>
                    <a:pt x="9" y="16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0" name="Freeform 577">
              <a:extLst>
                <a:ext uri="{FF2B5EF4-FFF2-40B4-BE49-F238E27FC236}">
                  <a16:creationId xmlns:a16="http://schemas.microsoft.com/office/drawing/2014/main" id="{5627A3EE-E426-4A46-9FFB-234C75621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832" y="2924175"/>
              <a:ext cx="76200" cy="20638"/>
            </a:xfrm>
            <a:custGeom>
              <a:avLst/>
              <a:gdLst>
                <a:gd name="T0" fmla="*/ 29 w 29"/>
                <a:gd name="T1" fmla="*/ 4 h 8"/>
                <a:gd name="T2" fmla="*/ 23 w 29"/>
                <a:gd name="T3" fmla="*/ 7 h 8"/>
                <a:gd name="T4" fmla="*/ 19 w 29"/>
                <a:gd name="T5" fmla="*/ 8 h 8"/>
                <a:gd name="T6" fmla="*/ 15 w 29"/>
                <a:gd name="T7" fmla="*/ 8 h 8"/>
                <a:gd name="T8" fmla="*/ 10 w 29"/>
                <a:gd name="T9" fmla="*/ 8 h 8"/>
                <a:gd name="T10" fmla="*/ 6 w 29"/>
                <a:gd name="T11" fmla="*/ 8 h 8"/>
                <a:gd name="T12" fmla="*/ 0 w 29"/>
                <a:gd name="T13" fmla="*/ 6 h 8"/>
                <a:gd name="T14" fmla="*/ 2 w 29"/>
                <a:gd name="T15" fmla="*/ 4 h 8"/>
                <a:gd name="T16" fmla="*/ 4 w 29"/>
                <a:gd name="T17" fmla="*/ 3 h 8"/>
                <a:gd name="T18" fmla="*/ 6 w 29"/>
                <a:gd name="T19" fmla="*/ 2 h 8"/>
                <a:gd name="T20" fmla="*/ 10 w 29"/>
                <a:gd name="T21" fmla="*/ 1 h 8"/>
                <a:gd name="T22" fmla="*/ 15 w 29"/>
                <a:gd name="T23" fmla="*/ 0 h 8"/>
                <a:gd name="T24" fmla="*/ 23 w 29"/>
                <a:gd name="T25" fmla="*/ 1 h 8"/>
                <a:gd name="T26" fmla="*/ 29 w 29"/>
                <a:gd name="T27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8">
                  <a:moveTo>
                    <a:pt x="29" y="4"/>
                  </a:moveTo>
                  <a:cubicBezTo>
                    <a:pt x="28" y="5"/>
                    <a:pt x="26" y="6"/>
                    <a:pt x="23" y="7"/>
                  </a:cubicBezTo>
                  <a:cubicBezTo>
                    <a:pt x="22" y="7"/>
                    <a:pt x="21" y="7"/>
                    <a:pt x="19" y="8"/>
                  </a:cubicBezTo>
                  <a:cubicBezTo>
                    <a:pt x="18" y="8"/>
                    <a:pt x="16" y="8"/>
                    <a:pt x="15" y="8"/>
                  </a:cubicBezTo>
                  <a:cubicBezTo>
                    <a:pt x="13" y="8"/>
                    <a:pt x="12" y="8"/>
                    <a:pt x="10" y="8"/>
                  </a:cubicBezTo>
                  <a:cubicBezTo>
                    <a:pt x="9" y="8"/>
                    <a:pt x="7" y="8"/>
                    <a:pt x="6" y="8"/>
                  </a:cubicBezTo>
                  <a:cubicBezTo>
                    <a:pt x="4" y="8"/>
                    <a:pt x="1" y="7"/>
                    <a:pt x="0" y="6"/>
                  </a:cubicBezTo>
                  <a:cubicBezTo>
                    <a:pt x="0" y="5"/>
                    <a:pt x="1" y="5"/>
                    <a:pt x="2" y="4"/>
                  </a:cubicBezTo>
                  <a:cubicBezTo>
                    <a:pt x="3" y="4"/>
                    <a:pt x="3" y="3"/>
                    <a:pt x="4" y="3"/>
                  </a:cubicBezTo>
                  <a:cubicBezTo>
                    <a:pt x="5" y="3"/>
                    <a:pt x="5" y="3"/>
                    <a:pt x="6" y="2"/>
                  </a:cubicBezTo>
                  <a:cubicBezTo>
                    <a:pt x="7" y="2"/>
                    <a:pt x="9" y="1"/>
                    <a:pt x="10" y="1"/>
                  </a:cubicBezTo>
                  <a:cubicBezTo>
                    <a:pt x="11" y="1"/>
                    <a:pt x="13" y="1"/>
                    <a:pt x="15" y="0"/>
                  </a:cubicBezTo>
                  <a:cubicBezTo>
                    <a:pt x="18" y="0"/>
                    <a:pt x="21" y="1"/>
                    <a:pt x="23" y="1"/>
                  </a:cubicBezTo>
                  <a:cubicBezTo>
                    <a:pt x="26" y="2"/>
                    <a:pt x="28" y="3"/>
                    <a:pt x="29" y="4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1" name="Freeform 578">
              <a:extLst>
                <a:ext uri="{FF2B5EF4-FFF2-40B4-BE49-F238E27FC236}">
                  <a16:creationId xmlns:a16="http://schemas.microsoft.com/office/drawing/2014/main" id="{EF020750-5D30-4FD4-AA15-460292994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882" y="2860675"/>
              <a:ext cx="65088" cy="55563"/>
            </a:xfrm>
            <a:custGeom>
              <a:avLst/>
              <a:gdLst>
                <a:gd name="T0" fmla="*/ 14 w 25"/>
                <a:gd name="T1" fmla="*/ 12 h 21"/>
                <a:gd name="T2" fmla="*/ 0 w 25"/>
                <a:gd name="T3" fmla="*/ 21 h 21"/>
                <a:gd name="T4" fmla="*/ 9 w 25"/>
                <a:gd name="T5" fmla="*/ 7 h 21"/>
                <a:gd name="T6" fmla="*/ 13 w 25"/>
                <a:gd name="T7" fmla="*/ 4 h 21"/>
                <a:gd name="T8" fmla="*/ 15 w 25"/>
                <a:gd name="T9" fmla="*/ 3 h 21"/>
                <a:gd name="T10" fmla="*/ 16 w 25"/>
                <a:gd name="T11" fmla="*/ 2 h 21"/>
                <a:gd name="T12" fmla="*/ 18 w 25"/>
                <a:gd name="T13" fmla="*/ 2 h 21"/>
                <a:gd name="T14" fmla="*/ 25 w 25"/>
                <a:gd name="T15" fmla="*/ 0 h 21"/>
                <a:gd name="T16" fmla="*/ 21 w 25"/>
                <a:gd name="T17" fmla="*/ 6 h 21"/>
                <a:gd name="T18" fmla="*/ 20 w 25"/>
                <a:gd name="T19" fmla="*/ 7 h 21"/>
                <a:gd name="T20" fmla="*/ 19 w 25"/>
                <a:gd name="T21" fmla="*/ 8 h 21"/>
                <a:gd name="T22" fmla="*/ 17 w 25"/>
                <a:gd name="T23" fmla="*/ 9 h 21"/>
                <a:gd name="T24" fmla="*/ 14 w 25"/>
                <a:gd name="T25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21">
                  <a:moveTo>
                    <a:pt x="14" y="12"/>
                  </a:moveTo>
                  <a:cubicBezTo>
                    <a:pt x="9" y="17"/>
                    <a:pt x="3" y="20"/>
                    <a:pt x="0" y="21"/>
                  </a:cubicBezTo>
                  <a:cubicBezTo>
                    <a:pt x="0" y="17"/>
                    <a:pt x="3" y="11"/>
                    <a:pt x="9" y="7"/>
                  </a:cubicBezTo>
                  <a:cubicBezTo>
                    <a:pt x="10" y="6"/>
                    <a:pt x="12" y="5"/>
                    <a:pt x="13" y="4"/>
                  </a:cubicBezTo>
                  <a:cubicBezTo>
                    <a:pt x="14" y="3"/>
                    <a:pt x="15" y="3"/>
                    <a:pt x="15" y="3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20" y="1"/>
                    <a:pt x="23" y="0"/>
                    <a:pt x="25" y="0"/>
                  </a:cubicBezTo>
                  <a:cubicBezTo>
                    <a:pt x="24" y="2"/>
                    <a:pt x="23" y="4"/>
                    <a:pt x="2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8" y="9"/>
                    <a:pt x="17" y="9"/>
                  </a:cubicBezTo>
                  <a:cubicBezTo>
                    <a:pt x="16" y="10"/>
                    <a:pt x="15" y="11"/>
                    <a:pt x="14" y="1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2" name="Freeform 579">
              <a:extLst>
                <a:ext uri="{FF2B5EF4-FFF2-40B4-BE49-F238E27FC236}">
                  <a16:creationId xmlns:a16="http://schemas.microsoft.com/office/drawing/2014/main" id="{0F1D2532-CCD3-41BF-8239-3F88C7AC8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007" y="2876550"/>
              <a:ext cx="180975" cy="423863"/>
            </a:xfrm>
            <a:custGeom>
              <a:avLst/>
              <a:gdLst>
                <a:gd name="T0" fmla="*/ 2 w 70"/>
                <a:gd name="T1" fmla="*/ 163 h 163"/>
                <a:gd name="T2" fmla="*/ 13 w 70"/>
                <a:gd name="T3" fmla="*/ 100 h 163"/>
                <a:gd name="T4" fmla="*/ 70 w 70"/>
                <a:gd name="T5" fmla="*/ 2 h 163"/>
                <a:gd name="T6" fmla="*/ 69 w 70"/>
                <a:gd name="T7" fmla="*/ 0 h 163"/>
                <a:gd name="T8" fmla="*/ 11 w 70"/>
                <a:gd name="T9" fmla="*/ 100 h 163"/>
                <a:gd name="T10" fmla="*/ 0 w 70"/>
                <a:gd name="T11" fmla="*/ 163 h 163"/>
                <a:gd name="T12" fmla="*/ 2 w 70"/>
                <a:gd name="T13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163">
                  <a:moveTo>
                    <a:pt x="2" y="163"/>
                  </a:moveTo>
                  <a:cubicBezTo>
                    <a:pt x="2" y="163"/>
                    <a:pt x="3" y="134"/>
                    <a:pt x="13" y="100"/>
                  </a:cubicBezTo>
                  <a:cubicBezTo>
                    <a:pt x="21" y="69"/>
                    <a:pt x="38" y="27"/>
                    <a:pt x="70" y="2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6" y="25"/>
                    <a:pt x="19" y="68"/>
                    <a:pt x="11" y="100"/>
                  </a:cubicBezTo>
                  <a:cubicBezTo>
                    <a:pt x="1" y="134"/>
                    <a:pt x="0" y="163"/>
                    <a:pt x="0" y="163"/>
                  </a:cubicBezTo>
                  <a:cubicBezTo>
                    <a:pt x="2" y="163"/>
                    <a:pt x="2" y="163"/>
                    <a:pt x="2" y="163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3" name="Freeform 580">
              <a:extLst>
                <a:ext uri="{FF2B5EF4-FFF2-40B4-BE49-F238E27FC236}">
                  <a16:creationId xmlns:a16="http://schemas.microsoft.com/office/drawing/2014/main" id="{9DC7D817-37E4-4AFE-A22F-2A1774788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169" y="3248025"/>
              <a:ext cx="60325" cy="52388"/>
            </a:xfrm>
            <a:custGeom>
              <a:avLst/>
              <a:gdLst>
                <a:gd name="T0" fmla="*/ 14 w 23"/>
                <a:gd name="T1" fmla="*/ 6 h 20"/>
                <a:gd name="T2" fmla="*/ 23 w 23"/>
                <a:gd name="T3" fmla="*/ 20 h 20"/>
                <a:gd name="T4" fmla="*/ 9 w 23"/>
                <a:gd name="T5" fmla="*/ 13 h 20"/>
                <a:gd name="T6" fmla="*/ 0 w 23"/>
                <a:gd name="T7" fmla="*/ 0 h 20"/>
                <a:gd name="T8" fmla="*/ 14 w 23"/>
                <a:gd name="T9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0">
                  <a:moveTo>
                    <a:pt x="14" y="6"/>
                  </a:moveTo>
                  <a:cubicBezTo>
                    <a:pt x="19" y="11"/>
                    <a:pt x="22" y="16"/>
                    <a:pt x="23" y="20"/>
                  </a:cubicBezTo>
                  <a:cubicBezTo>
                    <a:pt x="19" y="20"/>
                    <a:pt x="14" y="17"/>
                    <a:pt x="9" y="13"/>
                  </a:cubicBezTo>
                  <a:cubicBezTo>
                    <a:pt x="4" y="9"/>
                    <a:pt x="1" y="4"/>
                    <a:pt x="0" y="0"/>
                  </a:cubicBezTo>
                  <a:cubicBezTo>
                    <a:pt x="3" y="0"/>
                    <a:pt x="9" y="2"/>
                    <a:pt x="14" y="6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4" name="Freeform 581">
              <a:extLst>
                <a:ext uri="{FF2B5EF4-FFF2-40B4-BE49-F238E27FC236}">
                  <a16:creationId xmlns:a16="http://schemas.microsoft.com/office/drawing/2014/main" id="{98B409FE-F53D-4D32-9B84-7E0F79D89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669" y="3232150"/>
              <a:ext cx="46038" cy="68263"/>
            </a:xfrm>
            <a:custGeom>
              <a:avLst/>
              <a:gdLst>
                <a:gd name="T0" fmla="*/ 18 w 18"/>
                <a:gd name="T1" fmla="*/ 0 h 26"/>
                <a:gd name="T2" fmla="*/ 12 w 18"/>
                <a:gd name="T3" fmla="*/ 16 h 26"/>
                <a:gd name="T4" fmla="*/ 0 w 18"/>
                <a:gd name="T5" fmla="*/ 26 h 26"/>
                <a:gd name="T6" fmla="*/ 6 w 18"/>
                <a:gd name="T7" fmla="*/ 10 h 26"/>
                <a:gd name="T8" fmla="*/ 18 w 1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6">
                  <a:moveTo>
                    <a:pt x="18" y="0"/>
                  </a:moveTo>
                  <a:cubicBezTo>
                    <a:pt x="18" y="4"/>
                    <a:pt x="16" y="10"/>
                    <a:pt x="12" y="16"/>
                  </a:cubicBezTo>
                  <a:cubicBezTo>
                    <a:pt x="8" y="22"/>
                    <a:pt x="4" y="25"/>
                    <a:pt x="0" y="26"/>
                  </a:cubicBezTo>
                  <a:cubicBezTo>
                    <a:pt x="0" y="22"/>
                    <a:pt x="2" y="16"/>
                    <a:pt x="6" y="10"/>
                  </a:cubicBezTo>
                  <a:cubicBezTo>
                    <a:pt x="10" y="5"/>
                    <a:pt x="14" y="1"/>
                    <a:pt x="18" y="0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5" name="Freeform 582">
              <a:extLst>
                <a:ext uri="{FF2B5EF4-FFF2-40B4-BE49-F238E27FC236}">
                  <a16:creationId xmlns:a16="http://schemas.microsoft.com/office/drawing/2014/main" id="{1012D41A-042F-4896-90C0-493FB92C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19" y="3211513"/>
              <a:ext cx="61913" cy="49213"/>
            </a:xfrm>
            <a:custGeom>
              <a:avLst/>
              <a:gdLst>
                <a:gd name="T0" fmla="*/ 15 w 24"/>
                <a:gd name="T1" fmla="*/ 6 h 19"/>
                <a:gd name="T2" fmla="*/ 24 w 24"/>
                <a:gd name="T3" fmla="*/ 19 h 19"/>
                <a:gd name="T4" fmla="*/ 10 w 24"/>
                <a:gd name="T5" fmla="*/ 13 h 19"/>
                <a:gd name="T6" fmla="*/ 0 w 24"/>
                <a:gd name="T7" fmla="*/ 0 h 19"/>
                <a:gd name="T8" fmla="*/ 15 w 24"/>
                <a:gd name="T9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9">
                  <a:moveTo>
                    <a:pt x="15" y="6"/>
                  </a:moveTo>
                  <a:cubicBezTo>
                    <a:pt x="20" y="10"/>
                    <a:pt x="23" y="15"/>
                    <a:pt x="24" y="19"/>
                  </a:cubicBezTo>
                  <a:cubicBezTo>
                    <a:pt x="21" y="19"/>
                    <a:pt x="15" y="17"/>
                    <a:pt x="10" y="13"/>
                  </a:cubicBezTo>
                  <a:cubicBezTo>
                    <a:pt x="5" y="9"/>
                    <a:pt x="2" y="4"/>
                    <a:pt x="0" y="0"/>
                  </a:cubicBezTo>
                  <a:cubicBezTo>
                    <a:pt x="4" y="0"/>
                    <a:pt x="9" y="2"/>
                    <a:pt x="15" y="6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6" name="Freeform 583">
              <a:extLst>
                <a:ext uri="{FF2B5EF4-FFF2-40B4-BE49-F238E27FC236}">
                  <a16:creationId xmlns:a16="http://schemas.microsoft.com/office/drawing/2014/main" id="{CD9F67A6-35C6-4165-8EE3-6A911F09B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319" y="3190875"/>
              <a:ext cx="44450" cy="69850"/>
            </a:xfrm>
            <a:custGeom>
              <a:avLst/>
              <a:gdLst>
                <a:gd name="T0" fmla="*/ 17 w 17"/>
                <a:gd name="T1" fmla="*/ 0 h 27"/>
                <a:gd name="T2" fmla="*/ 12 w 17"/>
                <a:gd name="T3" fmla="*/ 17 h 27"/>
                <a:gd name="T4" fmla="*/ 0 w 17"/>
                <a:gd name="T5" fmla="*/ 27 h 27"/>
                <a:gd name="T6" fmla="*/ 6 w 17"/>
                <a:gd name="T7" fmla="*/ 11 h 27"/>
                <a:gd name="T8" fmla="*/ 17 w 17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7">
                  <a:moveTo>
                    <a:pt x="17" y="0"/>
                  </a:moveTo>
                  <a:cubicBezTo>
                    <a:pt x="17" y="5"/>
                    <a:pt x="16" y="11"/>
                    <a:pt x="12" y="17"/>
                  </a:cubicBezTo>
                  <a:cubicBezTo>
                    <a:pt x="8" y="22"/>
                    <a:pt x="4" y="26"/>
                    <a:pt x="0" y="27"/>
                  </a:cubicBezTo>
                  <a:cubicBezTo>
                    <a:pt x="0" y="23"/>
                    <a:pt x="2" y="17"/>
                    <a:pt x="6" y="11"/>
                  </a:cubicBezTo>
                  <a:cubicBezTo>
                    <a:pt x="9" y="6"/>
                    <a:pt x="13" y="2"/>
                    <a:pt x="17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7" name="Freeform 584">
              <a:extLst>
                <a:ext uri="{FF2B5EF4-FFF2-40B4-BE49-F238E27FC236}">
                  <a16:creationId xmlns:a16="http://schemas.microsoft.com/office/drawing/2014/main" id="{7F61D143-278F-4E57-BD3A-3AB19A7E8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882" y="3175000"/>
              <a:ext cx="65088" cy="49213"/>
            </a:xfrm>
            <a:custGeom>
              <a:avLst/>
              <a:gdLst>
                <a:gd name="T0" fmla="*/ 15 w 25"/>
                <a:gd name="T1" fmla="*/ 6 h 19"/>
                <a:gd name="T2" fmla="*/ 22 w 25"/>
                <a:gd name="T3" fmla="*/ 12 h 19"/>
                <a:gd name="T4" fmla="*/ 25 w 25"/>
                <a:gd name="T5" fmla="*/ 19 h 19"/>
                <a:gd name="T6" fmla="*/ 11 w 25"/>
                <a:gd name="T7" fmla="*/ 13 h 19"/>
                <a:gd name="T8" fmla="*/ 4 w 25"/>
                <a:gd name="T9" fmla="*/ 7 h 19"/>
                <a:gd name="T10" fmla="*/ 0 w 25"/>
                <a:gd name="T11" fmla="*/ 1 h 19"/>
                <a:gd name="T12" fmla="*/ 15 w 25"/>
                <a:gd name="T13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9">
                  <a:moveTo>
                    <a:pt x="15" y="6"/>
                  </a:moveTo>
                  <a:cubicBezTo>
                    <a:pt x="18" y="8"/>
                    <a:pt x="20" y="10"/>
                    <a:pt x="22" y="12"/>
                  </a:cubicBezTo>
                  <a:cubicBezTo>
                    <a:pt x="23" y="14"/>
                    <a:pt x="24" y="17"/>
                    <a:pt x="25" y="19"/>
                  </a:cubicBezTo>
                  <a:cubicBezTo>
                    <a:pt x="21" y="19"/>
                    <a:pt x="16" y="16"/>
                    <a:pt x="11" y="13"/>
                  </a:cubicBezTo>
                  <a:cubicBezTo>
                    <a:pt x="8" y="11"/>
                    <a:pt x="6" y="9"/>
                    <a:pt x="4" y="7"/>
                  </a:cubicBezTo>
                  <a:cubicBezTo>
                    <a:pt x="2" y="4"/>
                    <a:pt x="1" y="2"/>
                    <a:pt x="0" y="1"/>
                  </a:cubicBezTo>
                  <a:cubicBezTo>
                    <a:pt x="4" y="0"/>
                    <a:pt x="10" y="2"/>
                    <a:pt x="15" y="6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8" name="Freeform 585">
              <a:extLst>
                <a:ext uri="{FF2B5EF4-FFF2-40B4-BE49-F238E27FC236}">
                  <a16:creationId xmlns:a16="http://schemas.microsoft.com/office/drawing/2014/main" id="{0F204354-E9BD-45F7-8413-7C19B8985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557" y="3151188"/>
              <a:ext cx="41275" cy="71438"/>
            </a:xfrm>
            <a:custGeom>
              <a:avLst/>
              <a:gdLst>
                <a:gd name="T0" fmla="*/ 16 w 16"/>
                <a:gd name="T1" fmla="*/ 0 h 27"/>
                <a:gd name="T2" fmla="*/ 15 w 16"/>
                <a:gd name="T3" fmla="*/ 8 h 27"/>
                <a:gd name="T4" fmla="*/ 11 w 16"/>
                <a:gd name="T5" fmla="*/ 16 h 27"/>
                <a:gd name="T6" fmla="*/ 0 w 16"/>
                <a:gd name="T7" fmla="*/ 27 h 27"/>
                <a:gd name="T8" fmla="*/ 5 w 16"/>
                <a:gd name="T9" fmla="*/ 11 h 27"/>
                <a:gd name="T10" fmla="*/ 16 w 16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7">
                  <a:moveTo>
                    <a:pt x="16" y="0"/>
                  </a:moveTo>
                  <a:cubicBezTo>
                    <a:pt x="16" y="2"/>
                    <a:pt x="16" y="5"/>
                    <a:pt x="15" y="8"/>
                  </a:cubicBezTo>
                  <a:cubicBezTo>
                    <a:pt x="14" y="10"/>
                    <a:pt x="13" y="13"/>
                    <a:pt x="11" y="16"/>
                  </a:cubicBezTo>
                  <a:cubicBezTo>
                    <a:pt x="8" y="22"/>
                    <a:pt x="4" y="26"/>
                    <a:pt x="0" y="27"/>
                  </a:cubicBezTo>
                  <a:cubicBezTo>
                    <a:pt x="0" y="23"/>
                    <a:pt x="2" y="17"/>
                    <a:pt x="5" y="11"/>
                  </a:cubicBezTo>
                  <a:cubicBezTo>
                    <a:pt x="8" y="6"/>
                    <a:pt x="12" y="1"/>
                    <a:pt x="16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29" name="Freeform 586">
              <a:extLst>
                <a:ext uri="{FF2B5EF4-FFF2-40B4-BE49-F238E27FC236}">
                  <a16:creationId xmlns:a16="http://schemas.microsoft.com/office/drawing/2014/main" id="{4D450F30-C65F-4921-99E3-D6E174257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944" y="3141663"/>
              <a:ext cx="65088" cy="44450"/>
            </a:xfrm>
            <a:custGeom>
              <a:avLst/>
              <a:gdLst>
                <a:gd name="T0" fmla="*/ 15 w 25"/>
                <a:gd name="T1" fmla="*/ 5 h 17"/>
                <a:gd name="T2" fmla="*/ 18 w 25"/>
                <a:gd name="T3" fmla="*/ 8 h 17"/>
                <a:gd name="T4" fmla="*/ 21 w 25"/>
                <a:gd name="T5" fmla="*/ 11 h 17"/>
                <a:gd name="T6" fmla="*/ 25 w 25"/>
                <a:gd name="T7" fmla="*/ 17 h 17"/>
                <a:gd name="T8" fmla="*/ 11 w 25"/>
                <a:gd name="T9" fmla="*/ 12 h 17"/>
                <a:gd name="T10" fmla="*/ 0 w 25"/>
                <a:gd name="T11" fmla="*/ 0 h 17"/>
                <a:gd name="T12" fmla="*/ 7 w 25"/>
                <a:gd name="T13" fmla="*/ 1 h 17"/>
                <a:gd name="T14" fmla="*/ 15 w 25"/>
                <a:gd name="T15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17">
                  <a:moveTo>
                    <a:pt x="15" y="5"/>
                  </a:moveTo>
                  <a:cubicBezTo>
                    <a:pt x="16" y="6"/>
                    <a:pt x="17" y="7"/>
                    <a:pt x="18" y="8"/>
                  </a:cubicBezTo>
                  <a:cubicBezTo>
                    <a:pt x="19" y="9"/>
                    <a:pt x="21" y="10"/>
                    <a:pt x="21" y="11"/>
                  </a:cubicBezTo>
                  <a:cubicBezTo>
                    <a:pt x="23" y="13"/>
                    <a:pt x="25" y="15"/>
                    <a:pt x="25" y="17"/>
                  </a:cubicBezTo>
                  <a:cubicBezTo>
                    <a:pt x="22" y="17"/>
                    <a:pt x="16" y="15"/>
                    <a:pt x="11" y="12"/>
                  </a:cubicBezTo>
                  <a:cubicBezTo>
                    <a:pt x="5" y="8"/>
                    <a:pt x="1" y="4"/>
                    <a:pt x="0" y="0"/>
                  </a:cubicBezTo>
                  <a:cubicBezTo>
                    <a:pt x="2" y="0"/>
                    <a:pt x="4" y="0"/>
                    <a:pt x="7" y="1"/>
                  </a:cubicBezTo>
                  <a:cubicBezTo>
                    <a:pt x="9" y="2"/>
                    <a:pt x="12" y="3"/>
                    <a:pt x="15" y="5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0" name="Freeform 587">
              <a:extLst>
                <a:ext uri="{FF2B5EF4-FFF2-40B4-BE49-F238E27FC236}">
                  <a16:creationId xmlns:a16="http://schemas.microsoft.com/office/drawing/2014/main" id="{F96C3AE2-0E5D-406A-A9B8-419BDFC5D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619" y="3113088"/>
              <a:ext cx="39688" cy="73025"/>
            </a:xfrm>
            <a:custGeom>
              <a:avLst/>
              <a:gdLst>
                <a:gd name="T0" fmla="*/ 15 w 15"/>
                <a:gd name="T1" fmla="*/ 0 h 28"/>
                <a:gd name="T2" fmla="*/ 11 w 15"/>
                <a:gd name="T3" fmla="*/ 16 h 28"/>
                <a:gd name="T4" fmla="*/ 1 w 15"/>
                <a:gd name="T5" fmla="*/ 28 h 28"/>
                <a:gd name="T6" fmla="*/ 1 w 15"/>
                <a:gd name="T7" fmla="*/ 20 h 28"/>
                <a:gd name="T8" fmla="*/ 3 w 15"/>
                <a:gd name="T9" fmla="*/ 16 h 28"/>
                <a:gd name="T10" fmla="*/ 5 w 15"/>
                <a:gd name="T11" fmla="*/ 12 h 28"/>
                <a:gd name="T12" fmla="*/ 9 w 15"/>
                <a:gd name="T13" fmla="*/ 4 h 28"/>
                <a:gd name="T14" fmla="*/ 15 w 15"/>
                <a:gd name="T1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8">
                  <a:moveTo>
                    <a:pt x="15" y="0"/>
                  </a:moveTo>
                  <a:cubicBezTo>
                    <a:pt x="15" y="4"/>
                    <a:pt x="14" y="10"/>
                    <a:pt x="11" y="16"/>
                  </a:cubicBezTo>
                  <a:cubicBezTo>
                    <a:pt x="8" y="22"/>
                    <a:pt x="4" y="26"/>
                    <a:pt x="1" y="28"/>
                  </a:cubicBezTo>
                  <a:cubicBezTo>
                    <a:pt x="0" y="26"/>
                    <a:pt x="1" y="23"/>
                    <a:pt x="1" y="20"/>
                  </a:cubicBezTo>
                  <a:cubicBezTo>
                    <a:pt x="2" y="19"/>
                    <a:pt x="2" y="18"/>
                    <a:pt x="3" y="16"/>
                  </a:cubicBezTo>
                  <a:cubicBezTo>
                    <a:pt x="3" y="15"/>
                    <a:pt x="4" y="13"/>
                    <a:pt x="5" y="12"/>
                  </a:cubicBezTo>
                  <a:cubicBezTo>
                    <a:pt x="6" y="9"/>
                    <a:pt x="8" y="6"/>
                    <a:pt x="9" y="4"/>
                  </a:cubicBezTo>
                  <a:cubicBezTo>
                    <a:pt x="11" y="2"/>
                    <a:pt x="13" y="0"/>
                    <a:pt x="15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1" name="Freeform 588">
              <a:extLst>
                <a:ext uri="{FF2B5EF4-FFF2-40B4-BE49-F238E27FC236}">
                  <a16:creationId xmlns:a16="http://schemas.microsoft.com/office/drawing/2014/main" id="{E1FA05AD-8C6F-4D9A-A10F-7090B47F2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832" y="3108325"/>
              <a:ext cx="68263" cy="41275"/>
            </a:xfrm>
            <a:custGeom>
              <a:avLst/>
              <a:gdLst>
                <a:gd name="T0" fmla="*/ 15 w 26"/>
                <a:gd name="T1" fmla="*/ 4 h 16"/>
                <a:gd name="T2" fmla="*/ 22 w 26"/>
                <a:gd name="T3" fmla="*/ 9 h 16"/>
                <a:gd name="T4" fmla="*/ 26 w 26"/>
                <a:gd name="T5" fmla="*/ 16 h 16"/>
                <a:gd name="T6" fmla="*/ 19 w 26"/>
                <a:gd name="T7" fmla="*/ 15 h 16"/>
                <a:gd name="T8" fmla="*/ 11 w 26"/>
                <a:gd name="T9" fmla="*/ 11 h 16"/>
                <a:gd name="T10" fmla="*/ 4 w 26"/>
                <a:gd name="T11" fmla="*/ 5 h 16"/>
                <a:gd name="T12" fmla="*/ 0 w 26"/>
                <a:gd name="T13" fmla="*/ 0 h 16"/>
                <a:gd name="T14" fmla="*/ 6 w 26"/>
                <a:gd name="T15" fmla="*/ 0 h 16"/>
                <a:gd name="T16" fmla="*/ 15 w 26"/>
                <a:gd name="T1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5" y="4"/>
                  </a:moveTo>
                  <a:cubicBezTo>
                    <a:pt x="17" y="5"/>
                    <a:pt x="20" y="7"/>
                    <a:pt x="22" y="9"/>
                  </a:cubicBezTo>
                  <a:cubicBezTo>
                    <a:pt x="24" y="12"/>
                    <a:pt x="25" y="14"/>
                    <a:pt x="26" y="16"/>
                  </a:cubicBezTo>
                  <a:cubicBezTo>
                    <a:pt x="24" y="16"/>
                    <a:pt x="22" y="15"/>
                    <a:pt x="19" y="15"/>
                  </a:cubicBezTo>
                  <a:cubicBezTo>
                    <a:pt x="17" y="14"/>
                    <a:pt x="14" y="13"/>
                    <a:pt x="11" y="11"/>
                  </a:cubicBezTo>
                  <a:cubicBezTo>
                    <a:pt x="8" y="9"/>
                    <a:pt x="6" y="7"/>
                    <a:pt x="4" y="5"/>
                  </a:cubicBezTo>
                  <a:cubicBezTo>
                    <a:pt x="2" y="4"/>
                    <a:pt x="1" y="2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9" y="1"/>
                    <a:pt x="12" y="2"/>
                    <a:pt x="15" y="4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2" name="Freeform 589">
              <a:extLst>
                <a:ext uri="{FF2B5EF4-FFF2-40B4-BE49-F238E27FC236}">
                  <a16:creationId xmlns:a16="http://schemas.microsoft.com/office/drawing/2014/main" id="{9DC800C3-7383-4E64-986A-FE288A4C0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682" y="3071813"/>
              <a:ext cx="34925" cy="74613"/>
            </a:xfrm>
            <a:custGeom>
              <a:avLst/>
              <a:gdLst>
                <a:gd name="T0" fmla="*/ 13 w 13"/>
                <a:gd name="T1" fmla="*/ 0 h 29"/>
                <a:gd name="T2" fmla="*/ 13 w 13"/>
                <a:gd name="T3" fmla="*/ 8 h 29"/>
                <a:gd name="T4" fmla="*/ 10 w 13"/>
                <a:gd name="T5" fmla="*/ 17 h 29"/>
                <a:gd name="T6" fmla="*/ 5 w 13"/>
                <a:gd name="T7" fmla="*/ 25 h 29"/>
                <a:gd name="T8" fmla="*/ 0 w 13"/>
                <a:gd name="T9" fmla="*/ 29 h 29"/>
                <a:gd name="T10" fmla="*/ 1 w 13"/>
                <a:gd name="T11" fmla="*/ 22 h 29"/>
                <a:gd name="T12" fmla="*/ 3 w 13"/>
                <a:gd name="T13" fmla="*/ 13 h 29"/>
                <a:gd name="T14" fmla="*/ 8 w 13"/>
                <a:gd name="T15" fmla="*/ 5 h 29"/>
                <a:gd name="T16" fmla="*/ 13 w 13"/>
                <a:gd name="T1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29">
                  <a:moveTo>
                    <a:pt x="13" y="0"/>
                  </a:moveTo>
                  <a:cubicBezTo>
                    <a:pt x="13" y="3"/>
                    <a:pt x="13" y="5"/>
                    <a:pt x="13" y="8"/>
                  </a:cubicBezTo>
                  <a:cubicBezTo>
                    <a:pt x="12" y="11"/>
                    <a:pt x="12" y="14"/>
                    <a:pt x="10" y="17"/>
                  </a:cubicBezTo>
                  <a:cubicBezTo>
                    <a:pt x="9" y="20"/>
                    <a:pt x="7" y="23"/>
                    <a:pt x="5" y="25"/>
                  </a:cubicBezTo>
                  <a:cubicBezTo>
                    <a:pt x="4" y="27"/>
                    <a:pt x="2" y="29"/>
                    <a:pt x="0" y="29"/>
                  </a:cubicBezTo>
                  <a:cubicBezTo>
                    <a:pt x="0" y="27"/>
                    <a:pt x="0" y="25"/>
                    <a:pt x="1" y="22"/>
                  </a:cubicBezTo>
                  <a:cubicBezTo>
                    <a:pt x="1" y="19"/>
                    <a:pt x="2" y="16"/>
                    <a:pt x="3" y="13"/>
                  </a:cubicBezTo>
                  <a:cubicBezTo>
                    <a:pt x="5" y="10"/>
                    <a:pt x="6" y="7"/>
                    <a:pt x="8" y="5"/>
                  </a:cubicBezTo>
                  <a:cubicBezTo>
                    <a:pt x="10" y="3"/>
                    <a:pt x="11" y="1"/>
                    <a:pt x="13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3" name="Freeform 590">
              <a:extLst>
                <a:ext uri="{FF2B5EF4-FFF2-40B4-BE49-F238E27FC236}">
                  <a16:creationId xmlns:a16="http://schemas.microsoft.com/office/drawing/2014/main" id="{887F0C4B-A9F8-4CC2-A793-29EB3FE05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132" y="3073400"/>
              <a:ext cx="69850" cy="39688"/>
            </a:xfrm>
            <a:custGeom>
              <a:avLst/>
              <a:gdLst>
                <a:gd name="T0" fmla="*/ 15 w 27"/>
                <a:gd name="T1" fmla="*/ 3 h 15"/>
                <a:gd name="T2" fmla="*/ 22 w 27"/>
                <a:gd name="T3" fmla="*/ 8 h 15"/>
                <a:gd name="T4" fmla="*/ 27 w 27"/>
                <a:gd name="T5" fmla="*/ 14 h 15"/>
                <a:gd name="T6" fmla="*/ 20 w 27"/>
                <a:gd name="T7" fmla="*/ 14 h 15"/>
                <a:gd name="T8" fmla="*/ 12 w 27"/>
                <a:gd name="T9" fmla="*/ 10 h 15"/>
                <a:gd name="T10" fmla="*/ 5 w 27"/>
                <a:gd name="T11" fmla="*/ 5 h 15"/>
                <a:gd name="T12" fmla="*/ 0 w 27"/>
                <a:gd name="T13" fmla="*/ 0 h 15"/>
                <a:gd name="T14" fmla="*/ 7 w 27"/>
                <a:gd name="T15" fmla="*/ 0 h 15"/>
                <a:gd name="T16" fmla="*/ 15 w 27"/>
                <a:gd name="T17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5" y="3"/>
                  </a:moveTo>
                  <a:cubicBezTo>
                    <a:pt x="18" y="5"/>
                    <a:pt x="20" y="6"/>
                    <a:pt x="22" y="8"/>
                  </a:cubicBezTo>
                  <a:cubicBezTo>
                    <a:pt x="24" y="10"/>
                    <a:pt x="26" y="12"/>
                    <a:pt x="27" y="14"/>
                  </a:cubicBezTo>
                  <a:cubicBezTo>
                    <a:pt x="25" y="15"/>
                    <a:pt x="23" y="14"/>
                    <a:pt x="20" y="14"/>
                  </a:cubicBezTo>
                  <a:cubicBezTo>
                    <a:pt x="18" y="13"/>
                    <a:pt x="15" y="12"/>
                    <a:pt x="12" y="10"/>
                  </a:cubicBezTo>
                  <a:cubicBezTo>
                    <a:pt x="9" y="9"/>
                    <a:pt x="7" y="7"/>
                    <a:pt x="5" y="5"/>
                  </a:cubicBezTo>
                  <a:cubicBezTo>
                    <a:pt x="3" y="4"/>
                    <a:pt x="1" y="2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9" y="1"/>
                    <a:pt x="12" y="2"/>
                    <a:pt x="15" y="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4" name="Freeform 591">
              <a:extLst>
                <a:ext uri="{FF2B5EF4-FFF2-40B4-BE49-F238E27FC236}">
                  <a16:creationId xmlns:a16="http://schemas.microsoft.com/office/drawing/2014/main" id="{E17FAE63-7380-4C71-8717-56EE8C15D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157" y="3032125"/>
              <a:ext cx="30163" cy="77788"/>
            </a:xfrm>
            <a:custGeom>
              <a:avLst/>
              <a:gdLst>
                <a:gd name="T0" fmla="*/ 11 w 12"/>
                <a:gd name="T1" fmla="*/ 0 h 30"/>
                <a:gd name="T2" fmla="*/ 12 w 12"/>
                <a:gd name="T3" fmla="*/ 8 h 30"/>
                <a:gd name="T4" fmla="*/ 10 w 12"/>
                <a:gd name="T5" fmla="*/ 18 h 30"/>
                <a:gd name="T6" fmla="*/ 5 w 12"/>
                <a:gd name="T7" fmla="*/ 25 h 30"/>
                <a:gd name="T8" fmla="*/ 0 w 12"/>
                <a:gd name="T9" fmla="*/ 30 h 30"/>
                <a:gd name="T10" fmla="*/ 0 w 12"/>
                <a:gd name="T11" fmla="*/ 23 h 30"/>
                <a:gd name="T12" fmla="*/ 2 w 12"/>
                <a:gd name="T13" fmla="*/ 13 h 30"/>
                <a:gd name="T14" fmla="*/ 7 w 12"/>
                <a:gd name="T15" fmla="*/ 5 h 30"/>
                <a:gd name="T16" fmla="*/ 11 w 12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0">
                  <a:moveTo>
                    <a:pt x="11" y="0"/>
                  </a:moveTo>
                  <a:cubicBezTo>
                    <a:pt x="12" y="2"/>
                    <a:pt x="12" y="5"/>
                    <a:pt x="12" y="8"/>
                  </a:cubicBezTo>
                  <a:cubicBezTo>
                    <a:pt x="11" y="11"/>
                    <a:pt x="11" y="14"/>
                    <a:pt x="10" y="18"/>
                  </a:cubicBezTo>
                  <a:cubicBezTo>
                    <a:pt x="8" y="21"/>
                    <a:pt x="7" y="23"/>
                    <a:pt x="5" y="25"/>
                  </a:cubicBezTo>
                  <a:cubicBezTo>
                    <a:pt x="3" y="28"/>
                    <a:pt x="2" y="29"/>
                    <a:pt x="0" y="30"/>
                  </a:cubicBezTo>
                  <a:cubicBezTo>
                    <a:pt x="0" y="28"/>
                    <a:pt x="0" y="25"/>
                    <a:pt x="0" y="23"/>
                  </a:cubicBezTo>
                  <a:cubicBezTo>
                    <a:pt x="1" y="20"/>
                    <a:pt x="1" y="17"/>
                    <a:pt x="2" y="13"/>
                  </a:cubicBezTo>
                  <a:cubicBezTo>
                    <a:pt x="4" y="10"/>
                    <a:pt x="5" y="8"/>
                    <a:pt x="7" y="5"/>
                  </a:cubicBezTo>
                  <a:cubicBezTo>
                    <a:pt x="8" y="3"/>
                    <a:pt x="10" y="1"/>
                    <a:pt x="11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5" name="Freeform 592">
              <a:extLst>
                <a:ext uri="{FF2B5EF4-FFF2-40B4-BE49-F238E27FC236}">
                  <a16:creationId xmlns:a16="http://schemas.microsoft.com/office/drawing/2014/main" id="{53D8A9A7-77AE-461C-92E2-2053B233F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32" y="3040063"/>
              <a:ext cx="69850" cy="36513"/>
            </a:xfrm>
            <a:custGeom>
              <a:avLst/>
              <a:gdLst>
                <a:gd name="T0" fmla="*/ 15 w 27"/>
                <a:gd name="T1" fmla="*/ 3 h 14"/>
                <a:gd name="T2" fmla="*/ 22 w 27"/>
                <a:gd name="T3" fmla="*/ 8 h 14"/>
                <a:gd name="T4" fmla="*/ 27 w 27"/>
                <a:gd name="T5" fmla="*/ 13 h 14"/>
                <a:gd name="T6" fmla="*/ 20 w 27"/>
                <a:gd name="T7" fmla="*/ 13 h 14"/>
                <a:gd name="T8" fmla="*/ 12 w 27"/>
                <a:gd name="T9" fmla="*/ 10 h 14"/>
                <a:gd name="T10" fmla="*/ 0 w 27"/>
                <a:gd name="T11" fmla="*/ 1 h 14"/>
                <a:gd name="T12" fmla="*/ 6 w 27"/>
                <a:gd name="T13" fmla="*/ 0 h 14"/>
                <a:gd name="T14" fmla="*/ 10 w 27"/>
                <a:gd name="T15" fmla="*/ 1 h 14"/>
                <a:gd name="T16" fmla="*/ 15 w 27"/>
                <a:gd name="T17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4">
                  <a:moveTo>
                    <a:pt x="15" y="3"/>
                  </a:moveTo>
                  <a:cubicBezTo>
                    <a:pt x="18" y="4"/>
                    <a:pt x="20" y="6"/>
                    <a:pt x="22" y="8"/>
                  </a:cubicBezTo>
                  <a:cubicBezTo>
                    <a:pt x="24" y="9"/>
                    <a:pt x="26" y="11"/>
                    <a:pt x="27" y="13"/>
                  </a:cubicBezTo>
                  <a:cubicBezTo>
                    <a:pt x="25" y="14"/>
                    <a:pt x="23" y="14"/>
                    <a:pt x="20" y="13"/>
                  </a:cubicBezTo>
                  <a:cubicBezTo>
                    <a:pt x="18" y="12"/>
                    <a:pt x="15" y="11"/>
                    <a:pt x="12" y="10"/>
                  </a:cubicBezTo>
                  <a:cubicBezTo>
                    <a:pt x="6" y="7"/>
                    <a:pt x="2" y="4"/>
                    <a:pt x="0" y="1"/>
                  </a:cubicBezTo>
                  <a:cubicBezTo>
                    <a:pt x="1" y="0"/>
                    <a:pt x="4" y="0"/>
                    <a:pt x="6" y="0"/>
                  </a:cubicBezTo>
                  <a:cubicBezTo>
                    <a:pt x="7" y="1"/>
                    <a:pt x="9" y="1"/>
                    <a:pt x="10" y="1"/>
                  </a:cubicBezTo>
                  <a:cubicBezTo>
                    <a:pt x="12" y="2"/>
                    <a:pt x="13" y="2"/>
                    <a:pt x="15" y="3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6" name="Freeform 593">
              <a:extLst>
                <a:ext uri="{FF2B5EF4-FFF2-40B4-BE49-F238E27FC236}">
                  <a16:creationId xmlns:a16="http://schemas.microsoft.com/office/drawing/2014/main" id="{4F3EA669-4E98-4A75-94FF-3D4DF308E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457" y="2994025"/>
              <a:ext cx="28575" cy="79375"/>
            </a:xfrm>
            <a:custGeom>
              <a:avLst/>
              <a:gdLst>
                <a:gd name="T0" fmla="*/ 10 w 11"/>
                <a:gd name="T1" fmla="*/ 0 h 31"/>
                <a:gd name="T2" fmla="*/ 9 w 11"/>
                <a:gd name="T3" fmla="*/ 18 h 31"/>
                <a:gd name="T4" fmla="*/ 5 w 11"/>
                <a:gd name="T5" fmla="*/ 26 h 31"/>
                <a:gd name="T6" fmla="*/ 0 w 11"/>
                <a:gd name="T7" fmla="*/ 31 h 31"/>
                <a:gd name="T8" fmla="*/ 0 w 11"/>
                <a:gd name="T9" fmla="*/ 23 h 31"/>
                <a:gd name="T10" fmla="*/ 2 w 11"/>
                <a:gd name="T11" fmla="*/ 14 h 31"/>
                <a:gd name="T12" fmla="*/ 3 w 11"/>
                <a:gd name="T13" fmla="*/ 10 h 31"/>
                <a:gd name="T14" fmla="*/ 5 w 11"/>
                <a:gd name="T15" fmla="*/ 6 h 31"/>
                <a:gd name="T16" fmla="*/ 10 w 11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31">
                  <a:moveTo>
                    <a:pt x="10" y="0"/>
                  </a:moveTo>
                  <a:cubicBezTo>
                    <a:pt x="11" y="5"/>
                    <a:pt x="11" y="11"/>
                    <a:pt x="9" y="18"/>
                  </a:cubicBezTo>
                  <a:cubicBezTo>
                    <a:pt x="8" y="21"/>
                    <a:pt x="7" y="24"/>
                    <a:pt x="5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29"/>
                    <a:pt x="0" y="26"/>
                    <a:pt x="0" y="23"/>
                  </a:cubicBezTo>
                  <a:cubicBezTo>
                    <a:pt x="0" y="21"/>
                    <a:pt x="1" y="17"/>
                    <a:pt x="2" y="14"/>
                  </a:cubicBezTo>
                  <a:cubicBezTo>
                    <a:pt x="2" y="13"/>
                    <a:pt x="3" y="11"/>
                    <a:pt x="3" y="10"/>
                  </a:cubicBezTo>
                  <a:cubicBezTo>
                    <a:pt x="4" y="8"/>
                    <a:pt x="5" y="7"/>
                    <a:pt x="5" y="6"/>
                  </a:cubicBezTo>
                  <a:cubicBezTo>
                    <a:pt x="7" y="3"/>
                    <a:pt x="8" y="2"/>
                    <a:pt x="10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7" name="Freeform 594">
              <a:extLst>
                <a:ext uri="{FF2B5EF4-FFF2-40B4-BE49-F238E27FC236}">
                  <a16:creationId xmlns:a16="http://schemas.microsoft.com/office/drawing/2014/main" id="{72BD38A8-FE5D-495D-9438-1C8BC0B53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382" y="3009900"/>
              <a:ext cx="76200" cy="30163"/>
            </a:xfrm>
            <a:custGeom>
              <a:avLst/>
              <a:gdLst>
                <a:gd name="T0" fmla="*/ 15 w 29"/>
                <a:gd name="T1" fmla="*/ 2 h 12"/>
                <a:gd name="T2" fmla="*/ 20 w 29"/>
                <a:gd name="T3" fmla="*/ 4 h 12"/>
                <a:gd name="T4" fmla="*/ 24 w 29"/>
                <a:gd name="T5" fmla="*/ 6 h 12"/>
                <a:gd name="T6" fmla="*/ 26 w 29"/>
                <a:gd name="T7" fmla="*/ 9 h 12"/>
                <a:gd name="T8" fmla="*/ 29 w 29"/>
                <a:gd name="T9" fmla="*/ 12 h 12"/>
                <a:gd name="T10" fmla="*/ 22 w 29"/>
                <a:gd name="T11" fmla="*/ 12 h 12"/>
                <a:gd name="T12" fmla="*/ 13 w 29"/>
                <a:gd name="T13" fmla="*/ 9 h 12"/>
                <a:gd name="T14" fmla="*/ 5 w 29"/>
                <a:gd name="T15" fmla="*/ 6 h 12"/>
                <a:gd name="T16" fmla="*/ 0 w 29"/>
                <a:gd name="T17" fmla="*/ 1 h 12"/>
                <a:gd name="T18" fmla="*/ 15 w 29"/>
                <a:gd name="T19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12">
                  <a:moveTo>
                    <a:pt x="15" y="2"/>
                  </a:moveTo>
                  <a:cubicBezTo>
                    <a:pt x="17" y="2"/>
                    <a:pt x="18" y="3"/>
                    <a:pt x="20" y="4"/>
                  </a:cubicBezTo>
                  <a:cubicBezTo>
                    <a:pt x="21" y="5"/>
                    <a:pt x="22" y="5"/>
                    <a:pt x="24" y="6"/>
                  </a:cubicBezTo>
                  <a:cubicBezTo>
                    <a:pt x="25" y="7"/>
                    <a:pt x="26" y="8"/>
                    <a:pt x="26" y="9"/>
                  </a:cubicBezTo>
                  <a:cubicBezTo>
                    <a:pt x="27" y="10"/>
                    <a:pt x="28" y="11"/>
                    <a:pt x="29" y="12"/>
                  </a:cubicBezTo>
                  <a:cubicBezTo>
                    <a:pt x="27" y="12"/>
                    <a:pt x="24" y="12"/>
                    <a:pt x="22" y="12"/>
                  </a:cubicBezTo>
                  <a:cubicBezTo>
                    <a:pt x="19" y="11"/>
                    <a:pt x="16" y="10"/>
                    <a:pt x="13" y="9"/>
                  </a:cubicBezTo>
                  <a:cubicBezTo>
                    <a:pt x="10" y="8"/>
                    <a:pt x="8" y="7"/>
                    <a:pt x="5" y="6"/>
                  </a:cubicBezTo>
                  <a:cubicBezTo>
                    <a:pt x="3" y="4"/>
                    <a:pt x="1" y="3"/>
                    <a:pt x="0" y="1"/>
                  </a:cubicBezTo>
                  <a:cubicBezTo>
                    <a:pt x="4" y="0"/>
                    <a:pt x="9" y="0"/>
                    <a:pt x="15" y="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8" name="Freeform 595">
              <a:extLst>
                <a:ext uri="{FF2B5EF4-FFF2-40B4-BE49-F238E27FC236}">
                  <a16:creationId xmlns:a16="http://schemas.microsoft.com/office/drawing/2014/main" id="{99624E6B-8D76-44A3-BE7B-CABBF74D7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582" y="2957513"/>
              <a:ext cx="25400" cy="79375"/>
            </a:xfrm>
            <a:custGeom>
              <a:avLst/>
              <a:gdLst>
                <a:gd name="T0" fmla="*/ 8 w 10"/>
                <a:gd name="T1" fmla="*/ 0 h 31"/>
                <a:gd name="T2" fmla="*/ 9 w 10"/>
                <a:gd name="T3" fmla="*/ 18 h 31"/>
                <a:gd name="T4" fmla="*/ 5 w 10"/>
                <a:gd name="T5" fmla="*/ 26 h 31"/>
                <a:gd name="T6" fmla="*/ 1 w 10"/>
                <a:gd name="T7" fmla="*/ 31 h 31"/>
                <a:gd name="T8" fmla="*/ 0 w 10"/>
                <a:gd name="T9" fmla="*/ 28 h 31"/>
                <a:gd name="T10" fmla="*/ 0 w 10"/>
                <a:gd name="T11" fmla="*/ 24 h 31"/>
                <a:gd name="T12" fmla="*/ 0 w 10"/>
                <a:gd name="T13" fmla="*/ 19 h 31"/>
                <a:gd name="T14" fmla="*/ 1 w 10"/>
                <a:gd name="T15" fmla="*/ 14 h 31"/>
                <a:gd name="T16" fmla="*/ 8 w 10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31">
                  <a:moveTo>
                    <a:pt x="8" y="0"/>
                  </a:moveTo>
                  <a:cubicBezTo>
                    <a:pt x="10" y="4"/>
                    <a:pt x="10" y="11"/>
                    <a:pt x="9" y="18"/>
                  </a:cubicBezTo>
                  <a:cubicBezTo>
                    <a:pt x="8" y="21"/>
                    <a:pt x="7" y="24"/>
                    <a:pt x="5" y="26"/>
                  </a:cubicBezTo>
                  <a:cubicBezTo>
                    <a:pt x="4" y="28"/>
                    <a:pt x="2" y="30"/>
                    <a:pt x="1" y="31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6"/>
                    <a:pt x="0" y="25"/>
                    <a:pt x="0" y="24"/>
                  </a:cubicBezTo>
                  <a:cubicBezTo>
                    <a:pt x="0" y="22"/>
                    <a:pt x="0" y="21"/>
                    <a:pt x="0" y="19"/>
                  </a:cubicBezTo>
                  <a:cubicBezTo>
                    <a:pt x="0" y="18"/>
                    <a:pt x="1" y="16"/>
                    <a:pt x="1" y="14"/>
                  </a:cubicBezTo>
                  <a:cubicBezTo>
                    <a:pt x="3" y="8"/>
                    <a:pt x="5" y="2"/>
                    <a:pt x="8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39" name="Freeform 596">
              <a:extLst>
                <a:ext uri="{FF2B5EF4-FFF2-40B4-BE49-F238E27FC236}">
                  <a16:creationId xmlns:a16="http://schemas.microsoft.com/office/drawing/2014/main" id="{D68D2281-12E8-4D6A-B99C-F8D3584AF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919" y="2978150"/>
              <a:ext cx="74613" cy="28575"/>
            </a:xfrm>
            <a:custGeom>
              <a:avLst/>
              <a:gdLst>
                <a:gd name="T0" fmla="*/ 15 w 29"/>
                <a:gd name="T1" fmla="*/ 2 h 11"/>
                <a:gd name="T2" fmla="*/ 24 w 29"/>
                <a:gd name="T3" fmla="*/ 5 h 11"/>
                <a:gd name="T4" fmla="*/ 27 w 29"/>
                <a:gd name="T5" fmla="*/ 8 h 11"/>
                <a:gd name="T6" fmla="*/ 29 w 29"/>
                <a:gd name="T7" fmla="*/ 10 h 11"/>
                <a:gd name="T8" fmla="*/ 14 w 29"/>
                <a:gd name="T9" fmla="*/ 9 h 11"/>
                <a:gd name="T10" fmla="*/ 6 w 29"/>
                <a:gd name="T11" fmla="*/ 6 h 11"/>
                <a:gd name="T12" fmla="*/ 3 w 29"/>
                <a:gd name="T13" fmla="*/ 4 h 11"/>
                <a:gd name="T14" fmla="*/ 0 w 29"/>
                <a:gd name="T15" fmla="*/ 2 h 11"/>
                <a:gd name="T16" fmla="*/ 15 w 29"/>
                <a:gd name="T17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1">
                  <a:moveTo>
                    <a:pt x="15" y="2"/>
                  </a:moveTo>
                  <a:cubicBezTo>
                    <a:pt x="19" y="2"/>
                    <a:pt x="21" y="4"/>
                    <a:pt x="24" y="5"/>
                  </a:cubicBezTo>
                  <a:cubicBezTo>
                    <a:pt x="25" y="6"/>
                    <a:pt x="26" y="7"/>
                    <a:pt x="27" y="8"/>
                  </a:cubicBezTo>
                  <a:cubicBezTo>
                    <a:pt x="28" y="8"/>
                    <a:pt x="29" y="9"/>
                    <a:pt x="29" y="10"/>
                  </a:cubicBezTo>
                  <a:cubicBezTo>
                    <a:pt x="26" y="11"/>
                    <a:pt x="20" y="11"/>
                    <a:pt x="14" y="9"/>
                  </a:cubicBezTo>
                  <a:cubicBezTo>
                    <a:pt x="11" y="8"/>
                    <a:pt x="8" y="7"/>
                    <a:pt x="6" y="6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2" y="4"/>
                    <a:pt x="1" y="3"/>
                    <a:pt x="0" y="2"/>
                  </a:cubicBezTo>
                  <a:cubicBezTo>
                    <a:pt x="4" y="1"/>
                    <a:pt x="9" y="0"/>
                    <a:pt x="15" y="2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0" name="Freeform 597">
              <a:extLst>
                <a:ext uri="{FF2B5EF4-FFF2-40B4-BE49-F238E27FC236}">
                  <a16:creationId xmlns:a16="http://schemas.microsoft.com/office/drawing/2014/main" id="{1BEE6F52-295D-4E59-B3F3-66ECDF3C3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532" y="2921000"/>
              <a:ext cx="23813" cy="82550"/>
            </a:xfrm>
            <a:custGeom>
              <a:avLst/>
              <a:gdLst>
                <a:gd name="T0" fmla="*/ 6 w 9"/>
                <a:gd name="T1" fmla="*/ 0 h 32"/>
                <a:gd name="T2" fmla="*/ 7 w 9"/>
                <a:gd name="T3" fmla="*/ 3 h 32"/>
                <a:gd name="T4" fmla="*/ 8 w 9"/>
                <a:gd name="T5" fmla="*/ 8 h 32"/>
                <a:gd name="T6" fmla="*/ 8 w 9"/>
                <a:gd name="T7" fmla="*/ 18 h 32"/>
                <a:gd name="T8" fmla="*/ 1 w 9"/>
                <a:gd name="T9" fmla="*/ 32 h 32"/>
                <a:gd name="T10" fmla="*/ 0 w 9"/>
                <a:gd name="T11" fmla="*/ 28 h 32"/>
                <a:gd name="T12" fmla="*/ 0 w 9"/>
                <a:gd name="T13" fmla="*/ 24 h 32"/>
                <a:gd name="T14" fmla="*/ 0 w 9"/>
                <a:gd name="T15" fmla="*/ 15 h 32"/>
                <a:gd name="T16" fmla="*/ 6 w 9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32">
                  <a:moveTo>
                    <a:pt x="6" y="0"/>
                  </a:moveTo>
                  <a:cubicBezTo>
                    <a:pt x="7" y="1"/>
                    <a:pt x="7" y="2"/>
                    <a:pt x="7" y="3"/>
                  </a:cubicBezTo>
                  <a:cubicBezTo>
                    <a:pt x="8" y="5"/>
                    <a:pt x="8" y="6"/>
                    <a:pt x="8" y="8"/>
                  </a:cubicBezTo>
                  <a:cubicBezTo>
                    <a:pt x="9" y="11"/>
                    <a:pt x="9" y="14"/>
                    <a:pt x="8" y="18"/>
                  </a:cubicBezTo>
                  <a:cubicBezTo>
                    <a:pt x="7" y="24"/>
                    <a:pt x="4" y="29"/>
                    <a:pt x="1" y="32"/>
                  </a:cubicBezTo>
                  <a:cubicBezTo>
                    <a:pt x="1" y="31"/>
                    <a:pt x="1" y="29"/>
                    <a:pt x="0" y="28"/>
                  </a:cubicBezTo>
                  <a:cubicBezTo>
                    <a:pt x="0" y="27"/>
                    <a:pt x="0" y="26"/>
                    <a:pt x="0" y="24"/>
                  </a:cubicBezTo>
                  <a:cubicBezTo>
                    <a:pt x="0" y="21"/>
                    <a:pt x="0" y="18"/>
                    <a:pt x="0" y="15"/>
                  </a:cubicBezTo>
                  <a:cubicBezTo>
                    <a:pt x="1" y="8"/>
                    <a:pt x="3" y="2"/>
                    <a:pt x="6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1" name="Freeform 598">
              <a:extLst>
                <a:ext uri="{FF2B5EF4-FFF2-40B4-BE49-F238E27FC236}">
                  <a16:creationId xmlns:a16="http://schemas.microsoft.com/office/drawing/2014/main" id="{5DFB4A70-9781-4C13-A789-3BA1BF18E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457" y="2952750"/>
              <a:ext cx="74613" cy="22225"/>
            </a:xfrm>
            <a:custGeom>
              <a:avLst/>
              <a:gdLst>
                <a:gd name="T0" fmla="*/ 14 w 29"/>
                <a:gd name="T1" fmla="*/ 0 h 9"/>
                <a:gd name="T2" fmla="*/ 23 w 29"/>
                <a:gd name="T3" fmla="*/ 3 h 9"/>
                <a:gd name="T4" fmla="*/ 29 w 29"/>
                <a:gd name="T5" fmla="*/ 7 h 9"/>
                <a:gd name="T6" fmla="*/ 13 w 29"/>
                <a:gd name="T7" fmla="*/ 8 h 9"/>
                <a:gd name="T8" fmla="*/ 9 w 29"/>
                <a:gd name="T9" fmla="*/ 7 h 9"/>
                <a:gd name="T10" fmla="*/ 5 w 29"/>
                <a:gd name="T11" fmla="*/ 5 h 9"/>
                <a:gd name="T12" fmla="*/ 2 w 29"/>
                <a:gd name="T13" fmla="*/ 4 h 9"/>
                <a:gd name="T14" fmla="*/ 0 w 29"/>
                <a:gd name="T15" fmla="*/ 2 h 9"/>
                <a:gd name="T16" fmla="*/ 6 w 29"/>
                <a:gd name="T17" fmla="*/ 0 h 9"/>
                <a:gd name="T18" fmla="*/ 14 w 29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9">
                  <a:moveTo>
                    <a:pt x="14" y="0"/>
                  </a:moveTo>
                  <a:cubicBezTo>
                    <a:pt x="18" y="1"/>
                    <a:pt x="20" y="2"/>
                    <a:pt x="23" y="3"/>
                  </a:cubicBezTo>
                  <a:cubicBezTo>
                    <a:pt x="26" y="4"/>
                    <a:pt x="27" y="6"/>
                    <a:pt x="29" y="7"/>
                  </a:cubicBezTo>
                  <a:cubicBezTo>
                    <a:pt x="25" y="9"/>
                    <a:pt x="20" y="9"/>
                    <a:pt x="13" y="8"/>
                  </a:cubicBezTo>
                  <a:cubicBezTo>
                    <a:pt x="12" y="7"/>
                    <a:pt x="10" y="7"/>
                    <a:pt x="9" y="7"/>
                  </a:cubicBezTo>
                  <a:cubicBezTo>
                    <a:pt x="8" y="6"/>
                    <a:pt x="6" y="6"/>
                    <a:pt x="5" y="5"/>
                  </a:cubicBezTo>
                  <a:cubicBezTo>
                    <a:pt x="4" y="5"/>
                    <a:pt x="3" y="4"/>
                    <a:pt x="2" y="4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1" y="1"/>
                    <a:pt x="3" y="0"/>
                    <a:pt x="6" y="0"/>
                  </a:cubicBez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2" name="Freeform 599">
              <a:extLst>
                <a:ext uri="{FF2B5EF4-FFF2-40B4-BE49-F238E27FC236}">
                  <a16:creationId xmlns:a16="http://schemas.microsoft.com/office/drawing/2014/main" id="{CC6645DA-5AAE-4331-8DA9-B71024060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307" y="2884488"/>
              <a:ext cx="22225" cy="85725"/>
            </a:xfrm>
            <a:custGeom>
              <a:avLst/>
              <a:gdLst>
                <a:gd name="T0" fmla="*/ 4 w 9"/>
                <a:gd name="T1" fmla="*/ 0 h 33"/>
                <a:gd name="T2" fmla="*/ 6 w 9"/>
                <a:gd name="T3" fmla="*/ 4 h 33"/>
                <a:gd name="T4" fmla="*/ 8 w 9"/>
                <a:gd name="T5" fmla="*/ 8 h 33"/>
                <a:gd name="T6" fmla="*/ 9 w 9"/>
                <a:gd name="T7" fmla="*/ 13 h 33"/>
                <a:gd name="T8" fmla="*/ 9 w 9"/>
                <a:gd name="T9" fmla="*/ 18 h 33"/>
                <a:gd name="T10" fmla="*/ 3 w 9"/>
                <a:gd name="T11" fmla="*/ 33 h 33"/>
                <a:gd name="T12" fmla="*/ 1 w 9"/>
                <a:gd name="T13" fmla="*/ 25 h 33"/>
                <a:gd name="T14" fmla="*/ 0 w 9"/>
                <a:gd name="T15" fmla="*/ 16 h 33"/>
                <a:gd name="T16" fmla="*/ 2 w 9"/>
                <a:gd name="T17" fmla="*/ 7 h 33"/>
                <a:gd name="T18" fmla="*/ 4 w 9"/>
                <a:gd name="T1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3">
                  <a:moveTo>
                    <a:pt x="4" y="0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7" y="5"/>
                    <a:pt x="7" y="7"/>
                    <a:pt x="8" y="8"/>
                  </a:cubicBezTo>
                  <a:cubicBezTo>
                    <a:pt x="8" y="10"/>
                    <a:pt x="8" y="11"/>
                    <a:pt x="9" y="13"/>
                  </a:cubicBezTo>
                  <a:cubicBezTo>
                    <a:pt x="9" y="15"/>
                    <a:pt x="9" y="16"/>
                    <a:pt x="9" y="18"/>
                  </a:cubicBezTo>
                  <a:cubicBezTo>
                    <a:pt x="8" y="25"/>
                    <a:pt x="6" y="30"/>
                    <a:pt x="3" y="33"/>
                  </a:cubicBezTo>
                  <a:cubicBezTo>
                    <a:pt x="2" y="31"/>
                    <a:pt x="1" y="28"/>
                    <a:pt x="1" y="25"/>
                  </a:cubicBezTo>
                  <a:cubicBezTo>
                    <a:pt x="0" y="23"/>
                    <a:pt x="0" y="19"/>
                    <a:pt x="0" y="16"/>
                  </a:cubicBezTo>
                  <a:cubicBezTo>
                    <a:pt x="1" y="13"/>
                    <a:pt x="1" y="9"/>
                    <a:pt x="2" y="7"/>
                  </a:cubicBezTo>
                  <a:cubicBezTo>
                    <a:pt x="2" y="4"/>
                    <a:pt x="3" y="2"/>
                    <a:pt x="4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3" name="Freeform 600">
              <a:extLst>
                <a:ext uri="{FF2B5EF4-FFF2-40B4-BE49-F238E27FC236}">
                  <a16:creationId xmlns:a16="http://schemas.microsoft.com/office/drawing/2014/main" id="{78DFBAD0-0BE2-4A7B-9556-D3F28A030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644" y="2924175"/>
              <a:ext cx="74613" cy="20638"/>
            </a:xfrm>
            <a:custGeom>
              <a:avLst/>
              <a:gdLst>
                <a:gd name="T0" fmla="*/ 14 w 29"/>
                <a:gd name="T1" fmla="*/ 0 h 8"/>
                <a:gd name="T2" fmla="*/ 19 w 29"/>
                <a:gd name="T3" fmla="*/ 1 h 8"/>
                <a:gd name="T4" fmla="*/ 23 w 29"/>
                <a:gd name="T5" fmla="*/ 2 h 8"/>
                <a:gd name="T6" fmla="*/ 25 w 29"/>
                <a:gd name="T7" fmla="*/ 3 h 8"/>
                <a:gd name="T8" fmla="*/ 27 w 29"/>
                <a:gd name="T9" fmla="*/ 4 h 8"/>
                <a:gd name="T10" fmla="*/ 29 w 29"/>
                <a:gd name="T11" fmla="*/ 6 h 8"/>
                <a:gd name="T12" fmla="*/ 23 w 29"/>
                <a:gd name="T13" fmla="*/ 8 h 8"/>
                <a:gd name="T14" fmla="*/ 19 w 29"/>
                <a:gd name="T15" fmla="*/ 8 h 8"/>
                <a:gd name="T16" fmla="*/ 14 w 29"/>
                <a:gd name="T17" fmla="*/ 8 h 8"/>
                <a:gd name="T18" fmla="*/ 10 w 29"/>
                <a:gd name="T19" fmla="*/ 8 h 8"/>
                <a:gd name="T20" fmla="*/ 6 w 29"/>
                <a:gd name="T21" fmla="*/ 7 h 8"/>
                <a:gd name="T22" fmla="*/ 0 w 29"/>
                <a:gd name="T23" fmla="*/ 4 h 8"/>
                <a:gd name="T24" fmla="*/ 6 w 29"/>
                <a:gd name="T25" fmla="*/ 1 h 8"/>
                <a:gd name="T26" fmla="*/ 14 w 29"/>
                <a:gd name="T2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8">
                  <a:moveTo>
                    <a:pt x="14" y="0"/>
                  </a:moveTo>
                  <a:cubicBezTo>
                    <a:pt x="16" y="1"/>
                    <a:pt x="17" y="1"/>
                    <a:pt x="19" y="1"/>
                  </a:cubicBezTo>
                  <a:cubicBezTo>
                    <a:pt x="20" y="1"/>
                    <a:pt x="22" y="2"/>
                    <a:pt x="23" y="2"/>
                  </a:cubicBezTo>
                  <a:cubicBezTo>
                    <a:pt x="24" y="3"/>
                    <a:pt x="24" y="3"/>
                    <a:pt x="25" y="3"/>
                  </a:cubicBezTo>
                  <a:cubicBezTo>
                    <a:pt x="26" y="3"/>
                    <a:pt x="26" y="4"/>
                    <a:pt x="27" y="4"/>
                  </a:cubicBezTo>
                  <a:cubicBezTo>
                    <a:pt x="28" y="5"/>
                    <a:pt x="29" y="5"/>
                    <a:pt x="29" y="6"/>
                  </a:cubicBezTo>
                  <a:cubicBezTo>
                    <a:pt x="28" y="7"/>
                    <a:pt x="25" y="8"/>
                    <a:pt x="23" y="8"/>
                  </a:cubicBezTo>
                  <a:cubicBezTo>
                    <a:pt x="22" y="8"/>
                    <a:pt x="20" y="8"/>
                    <a:pt x="19" y="8"/>
                  </a:cubicBezTo>
                  <a:cubicBezTo>
                    <a:pt x="17" y="8"/>
                    <a:pt x="16" y="8"/>
                    <a:pt x="14" y="8"/>
                  </a:cubicBezTo>
                  <a:cubicBezTo>
                    <a:pt x="13" y="8"/>
                    <a:pt x="11" y="8"/>
                    <a:pt x="10" y="8"/>
                  </a:cubicBezTo>
                  <a:cubicBezTo>
                    <a:pt x="8" y="7"/>
                    <a:pt x="7" y="7"/>
                    <a:pt x="6" y="7"/>
                  </a:cubicBezTo>
                  <a:cubicBezTo>
                    <a:pt x="3" y="6"/>
                    <a:pt x="1" y="5"/>
                    <a:pt x="0" y="4"/>
                  </a:cubicBezTo>
                  <a:cubicBezTo>
                    <a:pt x="1" y="3"/>
                    <a:pt x="3" y="2"/>
                    <a:pt x="6" y="1"/>
                  </a:cubicBezTo>
                  <a:cubicBezTo>
                    <a:pt x="8" y="1"/>
                    <a:pt x="11" y="0"/>
                    <a:pt x="14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4" name="Freeform 601">
              <a:extLst>
                <a:ext uri="{FF2B5EF4-FFF2-40B4-BE49-F238E27FC236}">
                  <a16:creationId xmlns:a16="http://schemas.microsoft.com/office/drawing/2014/main" id="{F7695895-A0E3-46A9-AF2A-27DEC057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319" y="2852738"/>
              <a:ext cx="23813" cy="84138"/>
            </a:xfrm>
            <a:custGeom>
              <a:avLst/>
              <a:gdLst>
                <a:gd name="T0" fmla="*/ 2 w 9"/>
                <a:gd name="T1" fmla="*/ 0 h 32"/>
                <a:gd name="T2" fmla="*/ 7 w 9"/>
                <a:gd name="T3" fmla="*/ 7 h 32"/>
                <a:gd name="T4" fmla="*/ 8 w 9"/>
                <a:gd name="T5" fmla="*/ 12 h 32"/>
                <a:gd name="T6" fmla="*/ 8 w 9"/>
                <a:gd name="T7" fmla="*/ 17 h 32"/>
                <a:gd name="T8" fmla="*/ 8 w 9"/>
                <a:gd name="T9" fmla="*/ 22 h 32"/>
                <a:gd name="T10" fmla="*/ 7 w 9"/>
                <a:gd name="T11" fmla="*/ 26 h 32"/>
                <a:gd name="T12" fmla="*/ 4 w 9"/>
                <a:gd name="T13" fmla="*/ 32 h 32"/>
                <a:gd name="T14" fmla="*/ 0 w 9"/>
                <a:gd name="T15" fmla="*/ 16 h 32"/>
                <a:gd name="T16" fmla="*/ 0 w 9"/>
                <a:gd name="T17" fmla="*/ 7 h 32"/>
                <a:gd name="T18" fmla="*/ 2 w 9"/>
                <a:gd name="T1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32">
                  <a:moveTo>
                    <a:pt x="2" y="0"/>
                  </a:moveTo>
                  <a:cubicBezTo>
                    <a:pt x="4" y="2"/>
                    <a:pt x="5" y="4"/>
                    <a:pt x="7" y="7"/>
                  </a:cubicBezTo>
                  <a:cubicBezTo>
                    <a:pt x="7" y="9"/>
                    <a:pt x="8" y="10"/>
                    <a:pt x="8" y="12"/>
                  </a:cubicBezTo>
                  <a:cubicBezTo>
                    <a:pt x="8" y="14"/>
                    <a:pt x="8" y="16"/>
                    <a:pt x="8" y="17"/>
                  </a:cubicBezTo>
                  <a:cubicBezTo>
                    <a:pt x="9" y="19"/>
                    <a:pt x="9" y="21"/>
                    <a:pt x="8" y="22"/>
                  </a:cubicBezTo>
                  <a:cubicBezTo>
                    <a:pt x="8" y="24"/>
                    <a:pt x="8" y="25"/>
                    <a:pt x="7" y="26"/>
                  </a:cubicBezTo>
                  <a:cubicBezTo>
                    <a:pt x="7" y="29"/>
                    <a:pt x="6" y="31"/>
                    <a:pt x="4" y="32"/>
                  </a:cubicBezTo>
                  <a:cubicBezTo>
                    <a:pt x="2" y="29"/>
                    <a:pt x="1" y="23"/>
                    <a:pt x="0" y="16"/>
                  </a:cubicBezTo>
                  <a:cubicBezTo>
                    <a:pt x="0" y="13"/>
                    <a:pt x="0" y="9"/>
                    <a:pt x="0" y="7"/>
                  </a:cubicBezTo>
                  <a:cubicBezTo>
                    <a:pt x="1" y="4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5" name="Freeform 602">
              <a:extLst>
                <a:ext uri="{FF2B5EF4-FFF2-40B4-BE49-F238E27FC236}">
                  <a16:creationId xmlns:a16="http://schemas.microsoft.com/office/drawing/2014/main" id="{98DDC1A8-BF54-42EF-AD15-A86080C0F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707" y="2860675"/>
              <a:ext cx="65088" cy="55563"/>
            </a:xfrm>
            <a:custGeom>
              <a:avLst/>
              <a:gdLst>
                <a:gd name="T0" fmla="*/ 16 w 25"/>
                <a:gd name="T1" fmla="*/ 7 h 21"/>
                <a:gd name="T2" fmla="*/ 25 w 25"/>
                <a:gd name="T3" fmla="*/ 21 h 21"/>
                <a:gd name="T4" fmla="*/ 11 w 25"/>
                <a:gd name="T5" fmla="*/ 12 h 21"/>
                <a:gd name="T6" fmla="*/ 7 w 25"/>
                <a:gd name="T7" fmla="*/ 9 h 21"/>
                <a:gd name="T8" fmla="*/ 6 w 25"/>
                <a:gd name="T9" fmla="*/ 8 h 21"/>
                <a:gd name="T10" fmla="*/ 5 w 25"/>
                <a:gd name="T11" fmla="*/ 7 h 21"/>
                <a:gd name="T12" fmla="*/ 4 w 25"/>
                <a:gd name="T13" fmla="*/ 6 h 21"/>
                <a:gd name="T14" fmla="*/ 0 w 25"/>
                <a:gd name="T15" fmla="*/ 0 h 21"/>
                <a:gd name="T16" fmla="*/ 7 w 25"/>
                <a:gd name="T17" fmla="*/ 2 h 21"/>
                <a:gd name="T18" fmla="*/ 8 w 25"/>
                <a:gd name="T19" fmla="*/ 2 h 21"/>
                <a:gd name="T20" fmla="*/ 10 w 25"/>
                <a:gd name="T21" fmla="*/ 3 h 21"/>
                <a:gd name="T22" fmla="*/ 12 w 25"/>
                <a:gd name="T23" fmla="*/ 4 h 21"/>
                <a:gd name="T24" fmla="*/ 16 w 25"/>
                <a:gd name="T2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21">
                  <a:moveTo>
                    <a:pt x="16" y="7"/>
                  </a:moveTo>
                  <a:cubicBezTo>
                    <a:pt x="21" y="11"/>
                    <a:pt x="25" y="17"/>
                    <a:pt x="25" y="21"/>
                  </a:cubicBezTo>
                  <a:cubicBezTo>
                    <a:pt x="21" y="20"/>
                    <a:pt x="16" y="17"/>
                    <a:pt x="11" y="12"/>
                  </a:cubicBezTo>
                  <a:cubicBezTo>
                    <a:pt x="10" y="11"/>
                    <a:pt x="9" y="10"/>
                    <a:pt x="7" y="9"/>
                  </a:cubicBezTo>
                  <a:cubicBezTo>
                    <a:pt x="7" y="9"/>
                    <a:pt x="6" y="8"/>
                    <a:pt x="6" y="8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4"/>
                    <a:pt x="1" y="2"/>
                    <a:pt x="0" y="0"/>
                  </a:cubicBezTo>
                  <a:cubicBezTo>
                    <a:pt x="2" y="0"/>
                    <a:pt x="5" y="1"/>
                    <a:pt x="7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1" y="3"/>
                    <a:pt x="12" y="4"/>
                  </a:cubicBezTo>
                  <a:cubicBezTo>
                    <a:pt x="13" y="5"/>
                    <a:pt x="15" y="6"/>
                    <a:pt x="16" y="7"/>
                  </a:cubicBezTo>
                  <a:close/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6" name="Freeform 603">
              <a:extLst>
                <a:ext uri="{FF2B5EF4-FFF2-40B4-BE49-F238E27FC236}">
                  <a16:creationId xmlns:a16="http://schemas.microsoft.com/office/drawing/2014/main" id="{519094D5-B7F3-4415-B824-BD6B922AD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107" y="2876550"/>
              <a:ext cx="182563" cy="423863"/>
            </a:xfrm>
            <a:custGeom>
              <a:avLst/>
              <a:gdLst>
                <a:gd name="T0" fmla="*/ 68 w 70"/>
                <a:gd name="T1" fmla="*/ 163 h 163"/>
                <a:gd name="T2" fmla="*/ 70 w 70"/>
                <a:gd name="T3" fmla="*/ 163 h 163"/>
                <a:gd name="T4" fmla="*/ 59 w 70"/>
                <a:gd name="T5" fmla="*/ 100 h 163"/>
                <a:gd name="T6" fmla="*/ 1 w 70"/>
                <a:gd name="T7" fmla="*/ 0 h 163"/>
                <a:gd name="T8" fmla="*/ 0 w 70"/>
                <a:gd name="T9" fmla="*/ 2 h 163"/>
                <a:gd name="T10" fmla="*/ 57 w 70"/>
                <a:gd name="T11" fmla="*/ 100 h 163"/>
                <a:gd name="T12" fmla="*/ 68 w 70"/>
                <a:gd name="T13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163">
                  <a:moveTo>
                    <a:pt x="68" y="163"/>
                  </a:moveTo>
                  <a:cubicBezTo>
                    <a:pt x="70" y="163"/>
                    <a:pt x="70" y="163"/>
                    <a:pt x="70" y="163"/>
                  </a:cubicBezTo>
                  <a:cubicBezTo>
                    <a:pt x="70" y="163"/>
                    <a:pt x="69" y="134"/>
                    <a:pt x="59" y="100"/>
                  </a:cubicBezTo>
                  <a:cubicBezTo>
                    <a:pt x="51" y="68"/>
                    <a:pt x="34" y="25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2" y="27"/>
                    <a:pt x="49" y="69"/>
                    <a:pt x="57" y="100"/>
                  </a:cubicBezTo>
                  <a:cubicBezTo>
                    <a:pt x="67" y="134"/>
                    <a:pt x="68" y="163"/>
                    <a:pt x="68" y="163"/>
                  </a:cubicBezTo>
                </a:path>
              </a:pathLst>
            </a:custGeom>
            <a:solidFill>
              <a:srgbClr val="424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7" name="Freeform 604">
              <a:extLst>
                <a:ext uri="{FF2B5EF4-FFF2-40B4-BE49-F238E27FC236}">
                  <a16:creationId xmlns:a16="http://schemas.microsoft.com/office/drawing/2014/main" id="{47CF680D-7A37-4FB5-82AB-FC120F1D0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882" y="3222625"/>
              <a:ext cx="28575" cy="77788"/>
            </a:xfrm>
            <a:custGeom>
              <a:avLst/>
              <a:gdLst>
                <a:gd name="T0" fmla="*/ 9 w 11"/>
                <a:gd name="T1" fmla="*/ 14 h 30"/>
                <a:gd name="T2" fmla="*/ 11 w 11"/>
                <a:gd name="T3" fmla="*/ 30 h 30"/>
                <a:gd name="T4" fmla="*/ 2 w 11"/>
                <a:gd name="T5" fmla="*/ 17 h 30"/>
                <a:gd name="T6" fmla="*/ 2 w 11"/>
                <a:gd name="T7" fmla="*/ 0 h 30"/>
                <a:gd name="T8" fmla="*/ 6 w 11"/>
                <a:gd name="T9" fmla="*/ 5 h 30"/>
                <a:gd name="T10" fmla="*/ 8 w 11"/>
                <a:gd name="T11" fmla="*/ 9 h 30"/>
                <a:gd name="T12" fmla="*/ 9 w 11"/>
                <a:gd name="T13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0">
                  <a:moveTo>
                    <a:pt x="9" y="14"/>
                  </a:moveTo>
                  <a:cubicBezTo>
                    <a:pt x="11" y="20"/>
                    <a:pt x="11" y="26"/>
                    <a:pt x="11" y="30"/>
                  </a:cubicBezTo>
                  <a:cubicBezTo>
                    <a:pt x="7" y="28"/>
                    <a:pt x="4" y="24"/>
                    <a:pt x="2" y="17"/>
                  </a:cubicBezTo>
                  <a:cubicBezTo>
                    <a:pt x="0" y="10"/>
                    <a:pt x="0" y="4"/>
                    <a:pt x="2" y="0"/>
                  </a:cubicBezTo>
                  <a:cubicBezTo>
                    <a:pt x="4" y="1"/>
                    <a:pt x="5" y="3"/>
                    <a:pt x="6" y="5"/>
                  </a:cubicBezTo>
                  <a:cubicBezTo>
                    <a:pt x="7" y="6"/>
                    <a:pt x="7" y="8"/>
                    <a:pt x="8" y="9"/>
                  </a:cubicBezTo>
                  <a:cubicBezTo>
                    <a:pt x="8" y="11"/>
                    <a:pt x="9" y="12"/>
                    <a:pt x="9" y="14"/>
                  </a:cubicBezTo>
                  <a:close/>
                </a:path>
              </a:pathLst>
            </a:custGeom>
            <a:solidFill>
              <a:srgbClr val="6377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8" name="Freeform 605">
              <a:extLst>
                <a:ext uri="{FF2B5EF4-FFF2-40B4-BE49-F238E27FC236}">
                  <a16:creationId xmlns:a16="http://schemas.microsoft.com/office/drawing/2014/main" id="{6162A8C2-0F9A-486F-ABCC-1E50F0C6B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044" y="3273425"/>
              <a:ext cx="71438" cy="28575"/>
            </a:xfrm>
            <a:custGeom>
              <a:avLst/>
              <a:gdLst>
                <a:gd name="T0" fmla="*/ 27 w 27"/>
                <a:gd name="T1" fmla="*/ 1 h 11"/>
                <a:gd name="T2" fmla="*/ 15 w 27"/>
                <a:gd name="T3" fmla="*/ 8 h 11"/>
                <a:gd name="T4" fmla="*/ 0 w 27"/>
                <a:gd name="T5" fmla="*/ 10 h 11"/>
                <a:gd name="T6" fmla="*/ 12 w 27"/>
                <a:gd name="T7" fmla="*/ 1 h 11"/>
                <a:gd name="T8" fmla="*/ 16 w 27"/>
                <a:gd name="T9" fmla="*/ 0 h 11"/>
                <a:gd name="T10" fmla="*/ 20 w 27"/>
                <a:gd name="T11" fmla="*/ 0 h 11"/>
                <a:gd name="T12" fmla="*/ 27 w 27"/>
                <a:gd name="T1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11">
                  <a:moveTo>
                    <a:pt x="27" y="1"/>
                  </a:moveTo>
                  <a:cubicBezTo>
                    <a:pt x="25" y="3"/>
                    <a:pt x="20" y="6"/>
                    <a:pt x="15" y="8"/>
                  </a:cubicBezTo>
                  <a:cubicBezTo>
                    <a:pt x="9" y="10"/>
                    <a:pt x="4" y="11"/>
                    <a:pt x="0" y="10"/>
                  </a:cubicBezTo>
                  <a:cubicBezTo>
                    <a:pt x="2" y="7"/>
                    <a:pt x="6" y="3"/>
                    <a:pt x="12" y="1"/>
                  </a:cubicBezTo>
                  <a:cubicBezTo>
                    <a:pt x="13" y="1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3" y="0"/>
                    <a:pt x="25" y="0"/>
                    <a:pt x="27" y="1"/>
                  </a:cubicBezTo>
                </a:path>
              </a:pathLst>
            </a:custGeom>
            <a:solidFill>
              <a:srgbClr val="6377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49" name="Freeform 606">
              <a:extLst>
                <a:ext uri="{FF2B5EF4-FFF2-40B4-BE49-F238E27FC236}">
                  <a16:creationId xmlns:a16="http://schemas.microsoft.com/office/drawing/2014/main" id="{5DF494DB-8FBD-4AAA-B1AD-549E67F2E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519" y="3186113"/>
              <a:ext cx="25400" cy="79375"/>
            </a:xfrm>
            <a:custGeom>
              <a:avLst/>
              <a:gdLst>
                <a:gd name="T0" fmla="*/ 9 w 10"/>
                <a:gd name="T1" fmla="*/ 15 h 31"/>
                <a:gd name="T2" fmla="*/ 8 w 10"/>
                <a:gd name="T3" fmla="*/ 31 h 31"/>
                <a:gd name="T4" fmla="*/ 1 w 10"/>
                <a:gd name="T5" fmla="*/ 17 h 31"/>
                <a:gd name="T6" fmla="*/ 0 w 10"/>
                <a:gd name="T7" fmla="*/ 12 h 31"/>
                <a:gd name="T8" fmla="*/ 1 w 10"/>
                <a:gd name="T9" fmla="*/ 7 h 31"/>
                <a:gd name="T10" fmla="*/ 2 w 10"/>
                <a:gd name="T11" fmla="*/ 3 h 31"/>
                <a:gd name="T12" fmla="*/ 3 w 10"/>
                <a:gd name="T13" fmla="*/ 0 h 31"/>
                <a:gd name="T14" fmla="*/ 9 w 10"/>
                <a:gd name="T15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31">
                  <a:moveTo>
                    <a:pt x="9" y="15"/>
                  </a:moveTo>
                  <a:cubicBezTo>
                    <a:pt x="10" y="21"/>
                    <a:pt x="9" y="27"/>
                    <a:pt x="8" y="31"/>
                  </a:cubicBezTo>
                  <a:cubicBezTo>
                    <a:pt x="5" y="29"/>
                    <a:pt x="2" y="24"/>
                    <a:pt x="1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1" y="9"/>
                    <a:pt x="1" y="7"/>
                  </a:cubicBezTo>
                  <a:cubicBezTo>
                    <a:pt x="1" y="6"/>
                    <a:pt x="1" y="5"/>
                    <a:pt x="2" y="3"/>
                  </a:cubicBezTo>
                  <a:cubicBezTo>
                    <a:pt x="2" y="2"/>
                    <a:pt x="3" y="1"/>
                    <a:pt x="3" y="0"/>
                  </a:cubicBezTo>
                  <a:cubicBezTo>
                    <a:pt x="6" y="3"/>
                    <a:pt x="8" y="8"/>
                    <a:pt x="9" y="15"/>
                  </a:cubicBezTo>
                  <a:close/>
                </a:path>
              </a:pathLst>
            </a:custGeom>
            <a:solidFill>
              <a:srgbClr val="6377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grpSp>
          <p:nvGrpSpPr>
            <p:cNvPr id="12" name="Group 808">
              <a:extLst>
                <a:ext uri="{FF2B5EF4-FFF2-40B4-BE49-F238E27FC236}">
                  <a16:creationId xmlns:a16="http://schemas.microsoft.com/office/drawing/2014/main" id="{9F168165-8940-47E3-9BFF-226A1162AC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869" y="2925762"/>
              <a:ext cx="895350" cy="407988"/>
              <a:chOff x="2740" y="1300"/>
              <a:chExt cx="564" cy="257"/>
            </a:xfrm>
          </p:grpSpPr>
          <p:sp>
            <p:nvSpPr>
              <p:cNvPr id="1050" name="Freeform 608">
                <a:extLst>
                  <a:ext uri="{FF2B5EF4-FFF2-40B4-BE49-F238E27FC236}">
                    <a16:creationId xmlns:a16="http://schemas.microsoft.com/office/drawing/2014/main" id="{AD606EF0-E9E2-4224-B5BA-EDCFF3CB8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1501"/>
                <a:ext cx="45" cy="17"/>
              </a:xfrm>
              <a:custGeom>
                <a:avLst/>
                <a:gdLst>
                  <a:gd name="T0" fmla="*/ 28 w 28"/>
                  <a:gd name="T1" fmla="*/ 3 h 10"/>
                  <a:gd name="T2" fmla="*/ 15 w 28"/>
                  <a:gd name="T3" fmla="*/ 8 h 10"/>
                  <a:gd name="T4" fmla="*/ 0 w 28"/>
                  <a:gd name="T5" fmla="*/ 8 h 10"/>
                  <a:gd name="T6" fmla="*/ 13 w 28"/>
                  <a:gd name="T7" fmla="*/ 1 h 10"/>
                  <a:gd name="T8" fmla="*/ 22 w 28"/>
                  <a:gd name="T9" fmla="*/ 1 h 10"/>
                  <a:gd name="T10" fmla="*/ 28 w 28"/>
                  <a:gd name="T11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10">
                    <a:moveTo>
                      <a:pt x="28" y="3"/>
                    </a:moveTo>
                    <a:cubicBezTo>
                      <a:pt x="26" y="5"/>
                      <a:pt x="21" y="7"/>
                      <a:pt x="15" y="8"/>
                    </a:cubicBezTo>
                    <a:cubicBezTo>
                      <a:pt x="9" y="9"/>
                      <a:pt x="4" y="10"/>
                      <a:pt x="0" y="8"/>
                    </a:cubicBezTo>
                    <a:cubicBezTo>
                      <a:pt x="2" y="5"/>
                      <a:pt x="7" y="2"/>
                      <a:pt x="13" y="1"/>
                    </a:cubicBezTo>
                    <a:cubicBezTo>
                      <a:pt x="16" y="0"/>
                      <a:pt x="19" y="0"/>
                      <a:pt x="22" y="1"/>
                    </a:cubicBezTo>
                    <a:cubicBezTo>
                      <a:pt x="24" y="1"/>
                      <a:pt x="26" y="2"/>
                      <a:pt x="28" y="3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1" name="Freeform 609">
                <a:extLst>
                  <a:ext uri="{FF2B5EF4-FFF2-40B4-BE49-F238E27FC236}">
                    <a16:creationId xmlns:a16="http://schemas.microsoft.com/office/drawing/2014/main" id="{2B01A316-E14C-48A7-A541-669F92383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1442"/>
                <a:ext cx="14" cy="53"/>
              </a:xfrm>
              <a:custGeom>
                <a:avLst/>
                <a:gdLst>
                  <a:gd name="T0" fmla="*/ 9 w 9"/>
                  <a:gd name="T1" fmla="*/ 16 h 32"/>
                  <a:gd name="T2" fmla="*/ 8 w 9"/>
                  <a:gd name="T3" fmla="*/ 25 h 32"/>
                  <a:gd name="T4" fmla="*/ 6 w 9"/>
                  <a:gd name="T5" fmla="*/ 32 h 32"/>
                  <a:gd name="T6" fmla="*/ 1 w 9"/>
                  <a:gd name="T7" fmla="*/ 17 h 32"/>
                  <a:gd name="T8" fmla="*/ 5 w 9"/>
                  <a:gd name="T9" fmla="*/ 0 h 32"/>
                  <a:gd name="T10" fmla="*/ 8 w 9"/>
                  <a:gd name="T11" fmla="*/ 7 h 32"/>
                  <a:gd name="T12" fmla="*/ 8 w 9"/>
                  <a:gd name="T13" fmla="*/ 11 h 32"/>
                  <a:gd name="T14" fmla="*/ 9 w 9"/>
                  <a:gd name="T15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32">
                    <a:moveTo>
                      <a:pt x="9" y="16"/>
                    </a:moveTo>
                    <a:cubicBezTo>
                      <a:pt x="9" y="19"/>
                      <a:pt x="8" y="22"/>
                      <a:pt x="8" y="25"/>
                    </a:cubicBezTo>
                    <a:cubicBezTo>
                      <a:pt x="8" y="28"/>
                      <a:pt x="7" y="30"/>
                      <a:pt x="6" y="32"/>
                    </a:cubicBezTo>
                    <a:cubicBezTo>
                      <a:pt x="3" y="29"/>
                      <a:pt x="1" y="24"/>
                      <a:pt x="1" y="17"/>
                    </a:cubicBezTo>
                    <a:cubicBezTo>
                      <a:pt x="0" y="10"/>
                      <a:pt x="2" y="4"/>
                      <a:pt x="5" y="0"/>
                    </a:cubicBezTo>
                    <a:cubicBezTo>
                      <a:pt x="6" y="2"/>
                      <a:pt x="7" y="4"/>
                      <a:pt x="8" y="7"/>
                    </a:cubicBezTo>
                    <a:cubicBezTo>
                      <a:pt x="8" y="8"/>
                      <a:pt x="8" y="9"/>
                      <a:pt x="8" y="11"/>
                    </a:cubicBezTo>
                    <a:cubicBezTo>
                      <a:pt x="8" y="13"/>
                      <a:pt x="9" y="14"/>
                      <a:pt x="9" y="16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2" name="Freeform 610">
                <a:extLst>
                  <a:ext uri="{FF2B5EF4-FFF2-40B4-BE49-F238E27FC236}">
                    <a16:creationId xmlns:a16="http://schemas.microsoft.com/office/drawing/2014/main" id="{DEEB8459-931B-4289-8DD4-273355E56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2" y="1485"/>
                <a:ext cx="46" cy="13"/>
              </a:xfrm>
              <a:custGeom>
                <a:avLst/>
                <a:gdLst>
                  <a:gd name="T0" fmla="*/ 28 w 28"/>
                  <a:gd name="T1" fmla="*/ 4 h 8"/>
                  <a:gd name="T2" fmla="*/ 15 w 28"/>
                  <a:gd name="T3" fmla="*/ 8 h 8"/>
                  <a:gd name="T4" fmla="*/ 0 w 28"/>
                  <a:gd name="T5" fmla="*/ 6 h 8"/>
                  <a:gd name="T6" fmla="*/ 6 w 28"/>
                  <a:gd name="T7" fmla="*/ 2 h 8"/>
                  <a:gd name="T8" fmla="*/ 14 w 28"/>
                  <a:gd name="T9" fmla="*/ 1 h 8"/>
                  <a:gd name="T10" fmla="*/ 18 w 28"/>
                  <a:gd name="T11" fmla="*/ 1 h 8"/>
                  <a:gd name="T12" fmla="*/ 22 w 28"/>
                  <a:gd name="T13" fmla="*/ 1 h 8"/>
                  <a:gd name="T14" fmla="*/ 28 w 28"/>
                  <a:gd name="T15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8">
                    <a:moveTo>
                      <a:pt x="28" y="4"/>
                    </a:moveTo>
                    <a:cubicBezTo>
                      <a:pt x="26" y="6"/>
                      <a:pt x="21" y="7"/>
                      <a:pt x="15" y="8"/>
                    </a:cubicBezTo>
                    <a:cubicBezTo>
                      <a:pt x="9" y="8"/>
                      <a:pt x="3" y="8"/>
                      <a:pt x="0" y="6"/>
                    </a:cubicBezTo>
                    <a:cubicBezTo>
                      <a:pt x="1" y="5"/>
                      <a:pt x="3" y="4"/>
                      <a:pt x="6" y="2"/>
                    </a:cubicBezTo>
                    <a:cubicBezTo>
                      <a:pt x="8" y="1"/>
                      <a:pt x="11" y="1"/>
                      <a:pt x="14" y="1"/>
                    </a:cubicBezTo>
                    <a:cubicBezTo>
                      <a:pt x="16" y="0"/>
                      <a:pt x="17" y="0"/>
                      <a:pt x="18" y="1"/>
                    </a:cubicBezTo>
                    <a:cubicBezTo>
                      <a:pt x="20" y="1"/>
                      <a:pt x="21" y="1"/>
                      <a:pt x="22" y="1"/>
                    </a:cubicBezTo>
                    <a:cubicBezTo>
                      <a:pt x="25" y="2"/>
                      <a:pt x="27" y="3"/>
                      <a:pt x="28" y="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3" name="Freeform 611">
                <a:extLst>
                  <a:ext uri="{FF2B5EF4-FFF2-40B4-BE49-F238E27FC236}">
                    <a16:creationId xmlns:a16="http://schemas.microsoft.com/office/drawing/2014/main" id="{0439752D-7C55-433F-A469-10D7B57E1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9" y="1424"/>
                <a:ext cx="14" cy="53"/>
              </a:xfrm>
              <a:custGeom>
                <a:avLst/>
                <a:gdLst>
                  <a:gd name="T0" fmla="*/ 8 w 9"/>
                  <a:gd name="T1" fmla="*/ 16 h 32"/>
                  <a:gd name="T2" fmla="*/ 4 w 9"/>
                  <a:gd name="T3" fmla="*/ 32 h 32"/>
                  <a:gd name="T4" fmla="*/ 1 w 9"/>
                  <a:gd name="T5" fmla="*/ 26 h 32"/>
                  <a:gd name="T6" fmla="*/ 0 w 9"/>
                  <a:gd name="T7" fmla="*/ 16 h 32"/>
                  <a:gd name="T8" fmla="*/ 7 w 9"/>
                  <a:gd name="T9" fmla="*/ 0 h 32"/>
                  <a:gd name="T10" fmla="*/ 9 w 9"/>
                  <a:gd name="T11" fmla="*/ 7 h 32"/>
                  <a:gd name="T12" fmla="*/ 8 w 9"/>
                  <a:gd name="T13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32">
                    <a:moveTo>
                      <a:pt x="8" y="16"/>
                    </a:moveTo>
                    <a:cubicBezTo>
                      <a:pt x="7" y="23"/>
                      <a:pt x="6" y="28"/>
                      <a:pt x="4" y="32"/>
                    </a:cubicBezTo>
                    <a:cubicBezTo>
                      <a:pt x="2" y="30"/>
                      <a:pt x="1" y="28"/>
                      <a:pt x="1" y="26"/>
                    </a:cubicBezTo>
                    <a:cubicBezTo>
                      <a:pt x="0" y="23"/>
                      <a:pt x="0" y="20"/>
                      <a:pt x="0" y="16"/>
                    </a:cubicBezTo>
                    <a:cubicBezTo>
                      <a:pt x="1" y="10"/>
                      <a:pt x="4" y="3"/>
                      <a:pt x="7" y="0"/>
                    </a:cubicBezTo>
                    <a:cubicBezTo>
                      <a:pt x="8" y="2"/>
                      <a:pt x="9" y="4"/>
                      <a:pt x="9" y="7"/>
                    </a:cubicBezTo>
                    <a:cubicBezTo>
                      <a:pt x="9" y="10"/>
                      <a:pt x="9" y="13"/>
                      <a:pt x="8" y="16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4" name="Freeform 612">
                <a:extLst>
                  <a:ext uri="{FF2B5EF4-FFF2-40B4-BE49-F238E27FC236}">
                    <a16:creationId xmlns:a16="http://schemas.microsoft.com/office/drawing/2014/main" id="{097150BC-4406-4A66-B42F-9718C6D6E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7" y="1470"/>
                <a:ext cx="44" cy="13"/>
              </a:xfrm>
              <a:custGeom>
                <a:avLst/>
                <a:gdLst>
                  <a:gd name="T0" fmla="*/ 27 w 27"/>
                  <a:gd name="T1" fmla="*/ 6 h 8"/>
                  <a:gd name="T2" fmla="*/ 14 w 27"/>
                  <a:gd name="T3" fmla="*/ 8 h 8"/>
                  <a:gd name="T4" fmla="*/ 6 w 27"/>
                  <a:gd name="T5" fmla="*/ 7 h 8"/>
                  <a:gd name="T6" fmla="*/ 0 w 27"/>
                  <a:gd name="T7" fmla="*/ 4 h 8"/>
                  <a:gd name="T8" fmla="*/ 14 w 27"/>
                  <a:gd name="T9" fmla="*/ 0 h 8"/>
                  <a:gd name="T10" fmla="*/ 22 w 27"/>
                  <a:gd name="T11" fmla="*/ 3 h 8"/>
                  <a:gd name="T12" fmla="*/ 27 w 27"/>
                  <a:gd name="T13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8">
                    <a:moveTo>
                      <a:pt x="27" y="6"/>
                    </a:moveTo>
                    <a:cubicBezTo>
                      <a:pt x="25" y="8"/>
                      <a:pt x="20" y="8"/>
                      <a:pt x="14" y="8"/>
                    </a:cubicBezTo>
                    <a:cubicBezTo>
                      <a:pt x="11" y="8"/>
                      <a:pt x="8" y="7"/>
                      <a:pt x="6" y="7"/>
                    </a:cubicBezTo>
                    <a:cubicBezTo>
                      <a:pt x="3" y="6"/>
                      <a:pt x="1" y="5"/>
                      <a:pt x="0" y="4"/>
                    </a:cubicBezTo>
                    <a:cubicBezTo>
                      <a:pt x="2" y="2"/>
                      <a:pt x="8" y="0"/>
                      <a:pt x="14" y="0"/>
                    </a:cubicBezTo>
                    <a:cubicBezTo>
                      <a:pt x="17" y="1"/>
                      <a:pt x="20" y="1"/>
                      <a:pt x="22" y="3"/>
                    </a:cubicBezTo>
                    <a:cubicBezTo>
                      <a:pt x="24" y="4"/>
                      <a:pt x="26" y="5"/>
                      <a:pt x="27" y="6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5" name="Freeform 613">
                <a:extLst>
                  <a:ext uri="{FF2B5EF4-FFF2-40B4-BE49-F238E27FC236}">
                    <a16:creationId xmlns:a16="http://schemas.microsoft.com/office/drawing/2014/main" id="{992F6781-AE86-4749-897F-F6E97B202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7" y="1410"/>
                <a:ext cx="19" cy="50"/>
              </a:xfrm>
              <a:custGeom>
                <a:avLst/>
                <a:gdLst>
                  <a:gd name="T0" fmla="*/ 9 w 12"/>
                  <a:gd name="T1" fmla="*/ 16 h 31"/>
                  <a:gd name="T2" fmla="*/ 6 w 12"/>
                  <a:gd name="T3" fmla="*/ 25 h 31"/>
                  <a:gd name="T4" fmla="*/ 4 w 12"/>
                  <a:gd name="T5" fmla="*/ 28 h 31"/>
                  <a:gd name="T6" fmla="*/ 2 w 12"/>
                  <a:gd name="T7" fmla="*/ 31 h 31"/>
                  <a:gd name="T8" fmla="*/ 0 w 12"/>
                  <a:gd name="T9" fmla="*/ 24 h 31"/>
                  <a:gd name="T10" fmla="*/ 0 w 12"/>
                  <a:gd name="T11" fmla="*/ 20 h 31"/>
                  <a:gd name="T12" fmla="*/ 1 w 12"/>
                  <a:gd name="T13" fmla="*/ 15 h 31"/>
                  <a:gd name="T14" fmla="*/ 3 w 12"/>
                  <a:gd name="T15" fmla="*/ 10 h 31"/>
                  <a:gd name="T16" fmla="*/ 5 w 12"/>
                  <a:gd name="T17" fmla="*/ 6 h 31"/>
                  <a:gd name="T18" fmla="*/ 11 w 12"/>
                  <a:gd name="T19" fmla="*/ 0 h 31"/>
                  <a:gd name="T20" fmla="*/ 11 w 12"/>
                  <a:gd name="T21" fmla="*/ 7 h 31"/>
                  <a:gd name="T22" fmla="*/ 11 w 12"/>
                  <a:gd name="T23" fmla="*/ 11 h 31"/>
                  <a:gd name="T24" fmla="*/ 9 w 12"/>
                  <a:gd name="T25" fmla="*/ 1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31">
                    <a:moveTo>
                      <a:pt x="9" y="16"/>
                    </a:moveTo>
                    <a:cubicBezTo>
                      <a:pt x="8" y="19"/>
                      <a:pt x="7" y="22"/>
                      <a:pt x="6" y="25"/>
                    </a:cubicBezTo>
                    <a:cubicBezTo>
                      <a:pt x="5" y="26"/>
                      <a:pt x="5" y="27"/>
                      <a:pt x="4" y="28"/>
                    </a:cubicBezTo>
                    <a:cubicBezTo>
                      <a:pt x="4" y="29"/>
                      <a:pt x="3" y="30"/>
                      <a:pt x="2" y="31"/>
                    </a:cubicBezTo>
                    <a:cubicBezTo>
                      <a:pt x="1" y="29"/>
                      <a:pt x="1" y="27"/>
                      <a:pt x="0" y="24"/>
                    </a:cubicBezTo>
                    <a:cubicBezTo>
                      <a:pt x="0" y="23"/>
                      <a:pt x="0" y="21"/>
                      <a:pt x="0" y="20"/>
                    </a:cubicBezTo>
                    <a:cubicBezTo>
                      <a:pt x="0" y="18"/>
                      <a:pt x="1" y="17"/>
                      <a:pt x="1" y="15"/>
                    </a:cubicBezTo>
                    <a:cubicBezTo>
                      <a:pt x="2" y="13"/>
                      <a:pt x="2" y="12"/>
                      <a:pt x="3" y="10"/>
                    </a:cubicBezTo>
                    <a:cubicBezTo>
                      <a:pt x="4" y="9"/>
                      <a:pt x="4" y="7"/>
                      <a:pt x="5" y="6"/>
                    </a:cubicBezTo>
                    <a:cubicBezTo>
                      <a:pt x="7" y="3"/>
                      <a:pt x="9" y="1"/>
                      <a:pt x="11" y="0"/>
                    </a:cubicBezTo>
                    <a:cubicBezTo>
                      <a:pt x="12" y="2"/>
                      <a:pt x="12" y="4"/>
                      <a:pt x="11" y="7"/>
                    </a:cubicBezTo>
                    <a:cubicBezTo>
                      <a:pt x="11" y="8"/>
                      <a:pt x="11" y="10"/>
                      <a:pt x="11" y="11"/>
                    </a:cubicBezTo>
                    <a:cubicBezTo>
                      <a:pt x="10" y="13"/>
                      <a:pt x="10" y="14"/>
                      <a:pt x="9" y="16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6" name="Freeform 614">
                <a:extLst>
                  <a:ext uri="{FF2B5EF4-FFF2-40B4-BE49-F238E27FC236}">
                    <a16:creationId xmlns:a16="http://schemas.microsoft.com/office/drawing/2014/main" id="{040E958D-D9C2-41CC-BAD0-9929F0378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1" y="1457"/>
                <a:ext cx="45" cy="15"/>
              </a:xfrm>
              <a:custGeom>
                <a:avLst/>
                <a:gdLst>
                  <a:gd name="T0" fmla="*/ 27 w 27"/>
                  <a:gd name="T1" fmla="*/ 9 h 9"/>
                  <a:gd name="T2" fmla="*/ 22 w 27"/>
                  <a:gd name="T3" fmla="*/ 9 h 9"/>
                  <a:gd name="T4" fmla="*/ 18 w 27"/>
                  <a:gd name="T5" fmla="*/ 9 h 9"/>
                  <a:gd name="T6" fmla="*/ 14 w 27"/>
                  <a:gd name="T7" fmla="*/ 8 h 9"/>
                  <a:gd name="T8" fmla="*/ 10 w 27"/>
                  <a:gd name="T9" fmla="*/ 7 h 9"/>
                  <a:gd name="T10" fmla="*/ 6 w 27"/>
                  <a:gd name="T11" fmla="*/ 6 h 9"/>
                  <a:gd name="T12" fmla="*/ 0 w 27"/>
                  <a:gd name="T13" fmla="*/ 3 h 9"/>
                  <a:gd name="T14" fmla="*/ 3 w 27"/>
                  <a:gd name="T15" fmla="*/ 1 h 9"/>
                  <a:gd name="T16" fmla="*/ 7 w 27"/>
                  <a:gd name="T17" fmla="*/ 0 h 9"/>
                  <a:gd name="T18" fmla="*/ 15 w 27"/>
                  <a:gd name="T19" fmla="*/ 1 h 9"/>
                  <a:gd name="T20" fmla="*/ 19 w 27"/>
                  <a:gd name="T21" fmla="*/ 2 h 9"/>
                  <a:gd name="T22" fmla="*/ 23 w 27"/>
                  <a:gd name="T23" fmla="*/ 4 h 9"/>
                  <a:gd name="T24" fmla="*/ 27 w 27"/>
                  <a:gd name="T2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9">
                    <a:moveTo>
                      <a:pt x="27" y="9"/>
                    </a:moveTo>
                    <a:cubicBezTo>
                      <a:pt x="26" y="9"/>
                      <a:pt x="24" y="9"/>
                      <a:pt x="22" y="9"/>
                    </a:cubicBezTo>
                    <a:cubicBezTo>
                      <a:pt x="21" y="9"/>
                      <a:pt x="19" y="9"/>
                      <a:pt x="18" y="9"/>
                    </a:cubicBezTo>
                    <a:cubicBezTo>
                      <a:pt x="17" y="9"/>
                      <a:pt x="16" y="8"/>
                      <a:pt x="14" y="8"/>
                    </a:cubicBezTo>
                    <a:cubicBezTo>
                      <a:pt x="13" y="8"/>
                      <a:pt x="11" y="7"/>
                      <a:pt x="10" y="7"/>
                    </a:cubicBezTo>
                    <a:cubicBezTo>
                      <a:pt x="9" y="7"/>
                      <a:pt x="7" y="6"/>
                      <a:pt x="6" y="6"/>
                    </a:cubicBezTo>
                    <a:cubicBezTo>
                      <a:pt x="4" y="5"/>
                      <a:pt x="2" y="4"/>
                      <a:pt x="0" y="3"/>
                    </a:cubicBezTo>
                    <a:cubicBezTo>
                      <a:pt x="1" y="2"/>
                      <a:pt x="2" y="2"/>
                      <a:pt x="3" y="1"/>
                    </a:cubicBezTo>
                    <a:cubicBezTo>
                      <a:pt x="4" y="1"/>
                      <a:pt x="5" y="0"/>
                      <a:pt x="7" y="0"/>
                    </a:cubicBezTo>
                    <a:cubicBezTo>
                      <a:pt x="9" y="0"/>
                      <a:pt x="12" y="0"/>
                      <a:pt x="15" y="1"/>
                    </a:cubicBezTo>
                    <a:cubicBezTo>
                      <a:pt x="17" y="1"/>
                      <a:pt x="18" y="2"/>
                      <a:pt x="19" y="2"/>
                    </a:cubicBezTo>
                    <a:cubicBezTo>
                      <a:pt x="20" y="3"/>
                      <a:pt x="22" y="4"/>
                      <a:pt x="23" y="4"/>
                    </a:cubicBezTo>
                    <a:cubicBezTo>
                      <a:pt x="25" y="6"/>
                      <a:pt x="26" y="7"/>
                      <a:pt x="27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7" name="Freeform 615">
                <a:extLst>
                  <a:ext uri="{FF2B5EF4-FFF2-40B4-BE49-F238E27FC236}">
                    <a16:creationId xmlns:a16="http://schemas.microsoft.com/office/drawing/2014/main" id="{95AA7710-13C6-4B5C-8BF5-76D6C4E48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1398"/>
                <a:ext cx="25" cy="48"/>
              </a:xfrm>
              <a:custGeom>
                <a:avLst/>
                <a:gdLst>
                  <a:gd name="T0" fmla="*/ 11 w 15"/>
                  <a:gd name="T1" fmla="*/ 16 h 29"/>
                  <a:gd name="T2" fmla="*/ 8 w 15"/>
                  <a:gd name="T3" fmla="*/ 20 h 29"/>
                  <a:gd name="T4" fmla="*/ 6 w 15"/>
                  <a:gd name="T5" fmla="*/ 24 h 29"/>
                  <a:gd name="T6" fmla="*/ 4 w 15"/>
                  <a:gd name="T7" fmla="*/ 27 h 29"/>
                  <a:gd name="T8" fmla="*/ 2 w 15"/>
                  <a:gd name="T9" fmla="*/ 29 h 29"/>
                  <a:gd name="T10" fmla="*/ 1 w 15"/>
                  <a:gd name="T11" fmla="*/ 23 h 29"/>
                  <a:gd name="T12" fmla="*/ 3 w 15"/>
                  <a:gd name="T13" fmla="*/ 14 h 29"/>
                  <a:gd name="T14" fmla="*/ 4 w 15"/>
                  <a:gd name="T15" fmla="*/ 11 h 29"/>
                  <a:gd name="T16" fmla="*/ 5 w 15"/>
                  <a:gd name="T17" fmla="*/ 9 h 29"/>
                  <a:gd name="T18" fmla="*/ 8 w 15"/>
                  <a:gd name="T19" fmla="*/ 5 h 29"/>
                  <a:gd name="T20" fmla="*/ 15 w 15"/>
                  <a:gd name="T21" fmla="*/ 0 h 29"/>
                  <a:gd name="T22" fmla="*/ 14 w 15"/>
                  <a:gd name="T23" fmla="*/ 7 h 29"/>
                  <a:gd name="T24" fmla="*/ 11 w 15"/>
                  <a:gd name="T25" fmla="*/ 1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29">
                    <a:moveTo>
                      <a:pt x="11" y="16"/>
                    </a:moveTo>
                    <a:cubicBezTo>
                      <a:pt x="10" y="17"/>
                      <a:pt x="9" y="19"/>
                      <a:pt x="8" y="20"/>
                    </a:cubicBezTo>
                    <a:cubicBezTo>
                      <a:pt x="8" y="21"/>
                      <a:pt x="7" y="23"/>
                      <a:pt x="6" y="24"/>
                    </a:cubicBezTo>
                    <a:cubicBezTo>
                      <a:pt x="5" y="25"/>
                      <a:pt x="5" y="26"/>
                      <a:pt x="4" y="27"/>
                    </a:cubicBezTo>
                    <a:cubicBezTo>
                      <a:pt x="3" y="28"/>
                      <a:pt x="2" y="29"/>
                      <a:pt x="2" y="29"/>
                    </a:cubicBezTo>
                    <a:cubicBezTo>
                      <a:pt x="1" y="28"/>
                      <a:pt x="0" y="25"/>
                      <a:pt x="1" y="23"/>
                    </a:cubicBezTo>
                    <a:cubicBezTo>
                      <a:pt x="1" y="20"/>
                      <a:pt x="1" y="17"/>
                      <a:pt x="3" y="14"/>
                    </a:cubicBezTo>
                    <a:cubicBezTo>
                      <a:pt x="3" y="13"/>
                      <a:pt x="4" y="12"/>
                      <a:pt x="4" y="11"/>
                    </a:cubicBezTo>
                    <a:cubicBezTo>
                      <a:pt x="4" y="11"/>
                      <a:pt x="5" y="10"/>
                      <a:pt x="5" y="9"/>
                    </a:cubicBezTo>
                    <a:cubicBezTo>
                      <a:pt x="6" y="8"/>
                      <a:pt x="7" y="7"/>
                      <a:pt x="8" y="5"/>
                    </a:cubicBezTo>
                    <a:cubicBezTo>
                      <a:pt x="11" y="3"/>
                      <a:pt x="13" y="2"/>
                      <a:pt x="15" y="0"/>
                    </a:cubicBezTo>
                    <a:cubicBezTo>
                      <a:pt x="15" y="2"/>
                      <a:pt x="15" y="5"/>
                      <a:pt x="14" y="7"/>
                    </a:cubicBezTo>
                    <a:cubicBezTo>
                      <a:pt x="13" y="10"/>
                      <a:pt x="12" y="13"/>
                      <a:pt x="11" y="16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8" name="Freeform 616">
                <a:extLst>
                  <a:ext uri="{FF2B5EF4-FFF2-40B4-BE49-F238E27FC236}">
                    <a16:creationId xmlns:a16="http://schemas.microsoft.com/office/drawing/2014/main" id="{BE5594E9-E7EF-471D-A254-F80225147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9" y="1446"/>
                <a:ext cx="43" cy="19"/>
              </a:xfrm>
              <a:custGeom>
                <a:avLst/>
                <a:gdLst>
                  <a:gd name="T0" fmla="*/ 26 w 26"/>
                  <a:gd name="T1" fmla="*/ 12 h 12"/>
                  <a:gd name="T2" fmla="*/ 20 w 26"/>
                  <a:gd name="T3" fmla="*/ 11 h 12"/>
                  <a:gd name="T4" fmla="*/ 17 w 26"/>
                  <a:gd name="T5" fmla="*/ 10 h 12"/>
                  <a:gd name="T6" fmla="*/ 15 w 26"/>
                  <a:gd name="T7" fmla="*/ 10 h 12"/>
                  <a:gd name="T8" fmla="*/ 13 w 26"/>
                  <a:gd name="T9" fmla="*/ 9 h 12"/>
                  <a:gd name="T10" fmla="*/ 5 w 26"/>
                  <a:gd name="T11" fmla="*/ 5 h 12"/>
                  <a:gd name="T12" fmla="*/ 0 w 26"/>
                  <a:gd name="T13" fmla="*/ 1 h 12"/>
                  <a:gd name="T14" fmla="*/ 3 w 26"/>
                  <a:gd name="T15" fmla="*/ 0 h 12"/>
                  <a:gd name="T16" fmla="*/ 7 w 26"/>
                  <a:gd name="T17" fmla="*/ 0 h 12"/>
                  <a:gd name="T18" fmla="*/ 11 w 26"/>
                  <a:gd name="T19" fmla="*/ 1 h 12"/>
                  <a:gd name="T20" fmla="*/ 15 w 26"/>
                  <a:gd name="T21" fmla="*/ 2 h 12"/>
                  <a:gd name="T22" fmla="*/ 22 w 26"/>
                  <a:gd name="T23" fmla="*/ 7 h 12"/>
                  <a:gd name="T24" fmla="*/ 26 w 26"/>
                  <a:gd name="T2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" h="12">
                    <a:moveTo>
                      <a:pt x="26" y="12"/>
                    </a:moveTo>
                    <a:cubicBezTo>
                      <a:pt x="25" y="12"/>
                      <a:pt x="23" y="12"/>
                      <a:pt x="20" y="11"/>
                    </a:cubicBezTo>
                    <a:cubicBezTo>
                      <a:pt x="19" y="11"/>
                      <a:pt x="18" y="11"/>
                      <a:pt x="17" y="10"/>
                    </a:cubicBezTo>
                    <a:cubicBezTo>
                      <a:pt x="16" y="10"/>
                      <a:pt x="16" y="10"/>
                      <a:pt x="15" y="10"/>
                    </a:cubicBezTo>
                    <a:cubicBezTo>
                      <a:pt x="14" y="9"/>
                      <a:pt x="14" y="9"/>
                      <a:pt x="13" y="9"/>
                    </a:cubicBezTo>
                    <a:cubicBezTo>
                      <a:pt x="10" y="8"/>
                      <a:pt x="8" y="7"/>
                      <a:pt x="5" y="5"/>
                    </a:cubicBezTo>
                    <a:cubicBezTo>
                      <a:pt x="3" y="4"/>
                      <a:pt x="1" y="3"/>
                      <a:pt x="0" y="1"/>
                    </a:cubicBezTo>
                    <a:cubicBezTo>
                      <a:pt x="1" y="1"/>
                      <a:pt x="2" y="1"/>
                      <a:pt x="3" y="0"/>
                    </a:cubicBezTo>
                    <a:cubicBezTo>
                      <a:pt x="4" y="0"/>
                      <a:pt x="6" y="0"/>
                      <a:pt x="7" y="0"/>
                    </a:cubicBezTo>
                    <a:cubicBezTo>
                      <a:pt x="8" y="0"/>
                      <a:pt x="10" y="0"/>
                      <a:pt x="11" y="1"/>
                    </a:cubicBezTo>
                    <a:cubicBezTo>
                      <a:pt x="12" y="1"/>
                      <a:pt x="14" y="1"/>
                      <a:pt x="15" y="2"/>
                    </a:cubicBezTo>
                    <a:cubicBezTo>
                      <a:pt x="18" y="3"/>
                      <a:pt x="20" y="5"/>
                      <a:pt x="22" y="7"/>
                    </a:cubicBezTo>
                    <a:cubicBezTo>
                      <a:pt x="24" y="8"/>
                      <a:pt x="25" y="10"/>
                      <a:pt x="26" y="12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59" name="Freeform 617">
                <a:extLst>
                  <a:ext uri="{FF2B5EF4-FFF2-40B4-BE49-F238E27FC236}">
                    <a16:creationId xmlns:a16="http://schemas.microsoft.com/office/drawing/2014/main" id="{8B7D1B15-3EEB-4C19-8D88-41FFD6A61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7" y="1393"/>
                <a:ext cx="32" cy="43"/>
              </a:xfrm>
              <a:custGeom>
                <a:avLst/>
                <a:gdLst>
                  <a:gd name="T0" fmla="*/ 12 w 19"/>
                  <a:gd name="T1" fmla="*/ 14 h 26"/>
                  <a:gd name="T2" fmla="*/ 9 w 19"/>
                  <a:gd name="T3" fmla="*/ 18 h 26"/>
                  <a:gd name="T4" fmla="*/ 8 w 19"/>
                  <a:gd name="T5" fmla="*/ 20 h 26"/>
                  <a:gd name="T6" fmla="*/ 6 w 19"/>
                  <a:gd name="T7" fmla="*/ 21 h 26"/>
                  <a:gd name="T8" fmla="*/ 1 w 19"/>
                  <a:gd name="T9" fmla="*/ 26 h 26"/>
                  <a:gd name="T10" fmla="*/ 1 w 19"/>
                  <a:gd name="T11" fmla="*/ 19 h 26"/>
                  <a:gd name="T12" fmla="*/ 5 w 19"/>
                  <a:gd name="T13" fmla="*/ 11 h 26"/>
                  <a:gd name="T14" fmla="*/ 12 w 19"/>
                  <a:gd name="T15" fmla="*/ 3 h 26"/>
                  <a:gd name="T16" fmla="*/ 19 w 19"/>
                  <a:gd name="T17" fmla="*/ 0 h 26"/>
                  <a:gd name="T18" fmla="*/ 17 w 19"/>
                  <a:gd name="T19" fmla="*/ 6 h 26"/>
                  <a:gd name="T20" fmla="*/ 15 w 19"/>
                  <a:gd name="T21" fmla="*/ 10 h 26"/>
                  <a:gd name="T22" fmla="*/ 14 w 19"/>
                  <a:gd name="T23" fmla="*/ 12 h 26"/>
                  <a:gd name="T24" fmla="*/ 12 w 19"/>
                  <a:gd name="T25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" h="26">
                    <a:moveTo>
                      <a:pt x="12" y="14"/>
                    </a:moveTo>
                    <a:cubicBezTo>
                      <a:pt x="11" y="15"/>
                      <a:pt x="10" y="17"/>
                      <a:pt x="9" y="18"/>
                    </a:cubicBezTo>
                    <a:cubicBezTo>
                      <a:pt x="9" y="18"/>
                      <a:pt x="8" y="19"/>
                      <a:pt x="8" y="20"/>
                    </a:cubicBezTo>
                    <a:cubicBezTo>
                      <a:pt x="7" y="20"/>
                      <a:pt x="7" y="21"/>
                      <a:pt x="6" y="21"/>
                    </a:cubicBezTo>
                    <a:cubicBezTo>
                      <a:pt x="5" y="23"/>
                      <a:pt x="3" y="25"/>
                      <a:pt x="1" y="26"/>
                    </a:cubicBezTo>
                    <a:cubicBezTo>
                      <a:pt x="1" y="24"/>
                      <a:pt x="0" y="22"/>
                      <a:pt x="1" y="19"/>
                    </a:cubicBezTo>
                    <a:cubicBezTo>
                      <a:pt x="2" y="16"/>
                      <a:pt x="3" y="14"/>
                      <a:pt x="5" y="11"/>
                    </a:cubicBezTo>
                    <a:cubicBezTo>
                      <a:pt x="7" y="8"/>
                      <a:pt x="9" y="5"/>
                      <a:pt x="12" y="3"/>
                    </a:cubicBezTo>
                    <a:cubicBezTo>
                      <a:pt x="14" y="2"/>
                      <a:pt x="17" y="0"/>
                      <a:pt x="19" y="0"/>
                    </a:cubicBezTo>
                    <a:cubicBezTo>
                      <a:pt x="19" y="1"/>
                      <a:pt x="18" y="4"/>
                      <a:pt x="17" y="6"/>
                    </a:cubicBezTo>
                    <a:cubicBezTo>
                      <a:pt x="16" y="7"/>
                      <a:pt x="16" y="9"/>
                      <a:pt x="15" y="10"/>
                    </a:cubicBezTo>
                    <a:cubicBezTo>
                      <a:pt x="14" y="11"/>
                      <a:pt x="14" y="11"/>
                      <a:pt x="14" y="12"/>
                    </a:cubicBezTo>
                    <a:cubicBezTo>
                      <a:pt x="13" y="13"/>
                      <a:pt x="13" y="13"/>
                      <a:pt x="12" y="1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0" name="Freeform 618">
                <a:extLst>
                  <a:ext uri="{FF2B5EF4-FFF2-40B4-BE49-F238E27FC236}">
                    <a16:creationId xmlns:a16="http://schemas.microsoft.com/office/drawing/2014/main" id="{9BFF55D5-6579-4486-945B-418478F21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9" y="1436"/>
                <a:ext cx="39" cy="24"/>
              </a:xfrm>
              <a:custGeom>
                <a:avLst/>
                <a:gdLst>
                  <a:gd name="T0" fmla="*/ 24 w 24"/>
                  <a:gd name="T1" fmla="*/ 15 h 15"/>
                  <a:gd name="T2" fmla="*/ 19 w 24"/>
                  <a:gd name="T3" fmla="*/ 14 h 15"/>
                  <a:gd name="T4" fmla="*/ 12 w 24"/>
                  <a:gd name="T5" fmla="*/ 10 h 15"/>
                  <a:gd name="T6" fmla="*/ 5 w 24"/>
                  <a:gd name="T7" fmla="*/ 6 h 15"/>
                  <a:gd name="T8" fmla="*/ 0 w 24"/>
                  <a:gd name="T9" fmla="*/ 1 h 15"/>
                  <a:gd name="T10" fmla="*/ 7 w 24"/>
                  <a:gd name="T11" fmla="*/ 1 h 15"/>
                  <a:gd name="T12" fmla="*/ 9 w 24"/>
                  <a:gd name="T13" fmla="*/ 1 h 15"/>
                  <a:gd name="T14" fmla="*/ 11 w 24"/>
                  <a:gd name="T15" fmla="*/ 2 h 15"/>
                  <a:gd name="T16" fmla="*/ 15 w 24"/>
                  <a:gd name="T17" fmla="*/ 4 h 15"/>
                  <a:gd name="T18" fmla="*/ 17 w 24"/>
                  <a:gd name="T19" fmla="*/ 5 h 15"/>
                  <a:gd name="T20" fmla="*/ 19 w 24"/>
                  <a:gd name="T21" fmla="*/ 7 h 15"/>
                  <a:gd name="T22" fmla="*/ 21 w 24"/>
                  <a:gd name="T23" fmla="*/ 10 h 15"/>
                  <a:gd name="T24" fmla="*/ 24 w 24"/>
                  <a:gd name="T2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" h="15">
                    <a:moveTo>
                      <a:pt x="24" y="15"/>
                    </a:moveTo>
                    <a:cubicBezTo>
                      <a:pt x="23" y="15"/>
                      <a:pt x="21" y="15"/>
                      <a:pt x="19" y="14"/>
                    </a:cubicBezTo>
                    <a:cubicBezTo>
                      <a:pt x="17" y="13"/>
                      <a:pt x="14" y="12"/>
                      <a:pt x="12" y="10"/>
                    </a:cubicBezTo>
                    <a:cubicBezTo>
                      <a:pt x="9" y="9"/>
                      <a:pt x="7" y="7"/>
                      <a:pt x="5" y="6"/>
                    </a:cubicBezTo>
                    <a:cubicBezTo>
                      <a:pt x="3" y="4"/>
                      <a:pt x="1" y="3"/>
                      <a:pt x="0" y="1"/>
                    </a:cubicBezTo>
                    <a:cubicBezTo>
                      <a:pt x="2" y="0"/>
                      <a:pt x="5" y="0"/>
                      <a:pt x="7" y="1"/>
                    </a:cubicBezTo>
                    <a:cubicBezTo>
                      <a:pt x="8" y="1"/>
                      <a:pt x="9" y="1"/>
                      <a:pt x="9" y="1"/>
                    </a:cubicBezTo>
                    <a:cubicBezTo>
                      <a:pt x="10" y="2"/>
                      <a:pt x="11" y="2"/>
                      <a:pt x="11" y="2"/>
                    </a:cubicBezTo>
                    <a:cubicBezTo>
                      <a:pt x="13" y="3"/>
                      <a:pt x="14" y="3"/>
                      <a:pt x="15" y="4"/>
                    </a:cubicBezTo>
                    <a:cubicBezTo>
                      <a:pt x="16" y="5"/>
                      <a:pt x="16" y="5"/>
                      <a:pt x="17" y="5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1" y="9"/>
                      <a:pt x="21" y="10"/>
                    </a:cubicBezTo>
                    <a:cubicBezTo>
                      <a:pt x="23" y="12"/>
                      <a:pt x="24" y="14"/>
                      <a:pt x="24" y="1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1" name="Freeform 619">
                <a:extLst>
                  <a:ext uri="{FF2B5EF4-FFF2-40B4-BE49-F238E27FC236}">
                    <a16:creationId xmlns:a16="http://schemas.microsoft.com/office/drawing/2014/main" id="{FF6E5733-51E0-4A87-BE0B-947EA402B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" y="1390"/>
                <a:ext cx="36" cy="38"/>
              </a:xfrm>
              <a:custGeom>
                <a:avLst/>
                <a:gdLst>
                  <a:gd name="T0" fmla="*/ 13 w 22"/>
                  <a:gd name="T1" fmla="*/ 14 h 23"/>
                  <a:gd name="T2" fmla="*/ 6 w 22"/>
                  <a:gd name="T3" fmla="*/ 20 h 23"/>
                  <a:gd name="T4" fmla="*/ 3 w 22"/>
                  <a:gd name="T5" fmla="*/ 22 h 23"/>
                  <a:gd name="T6" fmla="*/ 2 w 22"/>
                  <a:gd name="T7" fmla="*/ 23 h 23"/>
                  <a:gd name="T8" fmla="*/ 0 w 22"/>
                  <a:gd name="T9" fmla="*/ 23 h 23"/>
                  <a:gd name="T10" fmla="*/ 0 w 22"/>
                  <a:gd name="T11" fmla="*/ 20 h 23"/>
                  <a:gd name="T12" fmla="*/ 1 w 22"/>
                  <a:gd name="T13" fmla="*/ 17 h 23"/>
                  <a:gd name="T14" fmla="*/ 6 w 22"/>
                  <a:gd name="T15" fmla="*/ 9 h 23"/>
                  <a:gd name="T16" fmla="*/ 14 w 22"/>
                  <a:gd name="T17" fmla="*/ 3 h 23"/>
                  <a:gd name="T18" fmla="*/ 18 w 22"/>
                  <a:gd name="T19" fmla="*/ 1 h 23"/>
                  <a:gd name="T20" fmla="*/ 22 w 22"/>
                  <a:gd name="T21" fmla="*/ 0 h 23"/>
                  <a:gd name="T22" fmla="*/ 19 w 22"/>
                  <a:gd name="T23" fmla="*/ 7 h 23"/>
                  <a:gd name="T24" fmla="*/ 16 w 22"/>
                  <a:gd name="T25" fmla="*/ 10 h 23"/>
                  <a:gd name="T26" fmla="*/ 13 w 22"/>
                  <a:gd name="T27" fmla="*/ 1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3">
                    <a:moveTo>
                      <a:pt x="13" y="14"/>
                    </a:moveTo>
                    <a:cubicBezTo>
                      <a:pt x="11" y="16"/>
                      <a:pt x="9" y="18"/>
                      <a:pt x="6" y="20"/>
                    </a:cubicBezTo>
                    <a:cubicBezTo>
                      <a:pt x="5" y="21"/>
                      <a:pt x="4" y="21"/>
                      <a:pt x="3" y="22"/>
                    </a:cubicBezTo>
                    <a:cubicBezTo>
                      <a:pt x="3" y="22"/>
                      <a:pt x="2" y="23"/>
                      <a:pt x="2" y="23"/>
                    </a:cubicBezTo>
                    <a:cubicBezTo>
                      <a:pt x="1" y="23"/>
                      <a:pt x="1" y="23"/>
                      <a:pt x="0" y="23"/>
                    </a:cubicBezTo>
                    <a:cubicBezTo>
                      <a:pt x="0" y="22"/>
                      <a:pt x="0" y="21"/>
                      <a:pt x="0" y="20"/>
                    </a:cubicBezTo>
                    <a:cubicBezTo>
                      <a:pt x="1" y="19"/>
                      <a:pt x="1" y="18"/>
                      <a:pt x="1" y="17"/>
                    </a:cubicBezTo>
                    <a:cubicBezTo>
                      <a:pt x="2" y="14"/>
                      <a:pt x="4" y="12"/>
                      <a:pt x="6" y="9"/>
                    </a:cubicBezTo>
                    <a:cubicBezTo>
                      <a:pt x="9" y="7"/>
                      <a:pt x="11" y="5"/>
                      <a:pt x="14" y="3"/>
                    </a:cubicBezTo>
                    <a:cubicBezTo>
                      <a:pt x="15" y="2"/>
                      <a:pt x="17" y="2"/>
                      <a:pt x="18" y="1"/>
                    </a:cubicBezTo>
                    <a:cubicBezTo>
                      <a:pt x="19" y="1"/>
                      <a:pt x="21" y="0"/>
                      <a:pt x="22" y="0"/>
                    </a:cubicBezTo>
                    <a:cubicBezTo>
                      <a:pt x="21" y="2"/>
                      <a:pt x="20" y="4"/>
                      <a:pt x="19" y="7"/>
                    </a:cubicBezTo>
                    <a:cubicBezTo>
                      <a:pt x="18" y="8"/>
                      <a:pt x="17" y="9"/>
                      <a:pt x="16" y="10"/>
                    </a:cubicBezTo>
                    <a:cubicBezTo>
                      <a:pt x="15" y="11"/>
                      <a:pt x="14" y="12"/>
                      <a:pt x="13" y="1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2" name="Freeform 620">
                <a:extLst>
                  <a:ext uri="{FF2B5EF4-FFF2-40B4-BE49-F238E27FC236}">
                    <a16:creationId xmlns:a16="http://schemas.microsoft.com/office/drawing/2014/main" id="{55EA5767-D964-4C68-9BCD-7750456D1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1431"/>
                <a:ext cx="34" cy="29"/>
              </a:xfrm>
              <a:custGeom>
                <a:avLst/>
                <a:gdLst>
                  <a:gd name="T0" fmla="*/ 21 w 21"/>
                  <a:gd name="T1" fmla="*/ 18 h 18"/>
                  <a:gd name="T2" fmla="*/ 19 w 21"/>
                  <a:gd name="T3" fmla="*/ 17 h 18"/>
                  <a:gd name="T4" fmla="*/ 16 w 21"/>
                  <a:gd name="T5" fmla="*/ 15 h 18"/>
                  <a:gd name="T6" fmla="*/ 9 w 21"/>
                  <a:gd name="T7" fmla="*/ 11 h 18"/>
                  <a:gd name="T8" fmla="*/ 3 w 21"/>
                  <a:gd name="T9" fmla="*/ 5 h 18"/>
                  <a:gd name="T10" fmla="*/ 1 w 21"/>
                  <a:gd name="T11" fmla="*/ 2 h 18"/>
                  <a:gd name="T12" fmla="*/ 0 w 21"/>
                  <a:gd name="T13" fmla="*/ 0 h 18"/>
                  <a:gd name="T14" fmla="*/ 1 w 21"/>
                  <a:gd name="T15" fmla="*/ 0 h 18"/>
                  <a:gd name="T16" fmla="*/ 3 w 21"/>
                  <a:gd name="T17" fmla="*/ 0 h 18"/>
                  <a:gd name="T18" fmla="*/ 6 w 21"/>
                  <a:gd name="T19" fmla="*/ 1 h 18"/>
                  <a:gd name="T20" fmla="*/ 14 w 21"/>
                  <a:gd name="T21" fmla="*/ 5 h 18"/>
                  <a:gd name="T22" fmla="*/ 17 w 21"/>
                  <a:gd name="T23" fmla="*/ 8 h 18"/>
                  <a:gd name="T24" fmla="*/ 19 w 21"/>
                  <a:gd name="T25" fmla="*/ 12 h 18"/>
                  <a:gd name="T26" fmla="*/ 21 w 21"/>
                  <a:gd name="T2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18">
                    <a:moveTo>
                      <a:pt x="21" y="18"/>
                    </a:moveTo>
                    <a:cubicBezTo>
                      <a:pt x="20" y="18"/>
                      <a:pt x="20" y="17"/>
                      <a:pt x="19" y="17"/>
                    </a:cubicBezTo>
                    <a:cubicBezTo>
                      <a:pt x="18" y="17"/>
                      <a:pt x="17" y="16"/>
                      <a:pt x="16" y="15"/>
                    </a:cubicBezTo>
                    <a:cubicBezTo>
                      <a:pt x="14" y="14"/>
                      <a:pt x="12" y="13"/>
                      <a:pt x="9" y="11"/>
                    </a:cubicBezTo>
                    <a:cubicBezTo>
                      <a:pt x="7" y="9"/>
                      <a:pt x="5" y="7"/>
                      <a:pt x="3" y="5"/>
                    </a:cubicBezTo>
                    <a:cubicBezTo>
                      <a:pt x="2" y="4"/>
                      <a:pt x="2" y="3"/>
                      <a:pt x="1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4" y="0"/>
                      <a:pt x="5" y="0"/>
                      <a:pt x="6" y="1"/>
                    </a:cubicBezTo>
                    <a:cubicBezTo>
                      <a:pt x="9" y="1"/>
                      <a:pt x="11" y="3"/>
                      <a:pt x="14" y="5"/>
                    </a:cubicBezTo>
                    <a:cubicBezTo>
                      <a:pt x="15" y="6"/>
                      <a:pt x="16" y="7"/>
                      <a:pt x="17" y="8"/>
                    </a:cubicBezTo>
                    <a:cubicBezTo>
                      <a:pt x="18" y="9"/>
                      <a:pt x="18" y="10"/>
                      <a:pt x="19" y="12"/>
                    </a:cubicBezTo>
                    <a:cubicBezTo>
                      <a:pt x="20" y="14"/>
                      <a:pt x="21" y="16"/>
                      <a:pt x="21" y="18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3" name="Freeform 621">
                <a:extLst>
                  <a:ext uri="{FF2B5EF4-FFF2-40B4-BE49-F238E27FC236}">
                    <a16:creationId xmlns:a16="http://schemas.microsoft.com/office/drawing/2014/main" id="{15A1737D-B5DC-4783-AE09-8A4EDD31C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3" y="1392"/>
                <a:ext cx="39" cy="32"/>
              </a:xfrm>
              <a:custGeom>
                <a:avLst/>
                <a:gdLst>
                  <a:gd name="T0" fmla="*/ 14 w 24"/>
                  <a:gd name="T1" fmla="*/ 12 h 20"/>
                  <a:gd name="T2" fmla="*/ 10 w 24"/>
                  <a:gd name="T3" fmla="*/ 15 h 20"/>
                  <a:gd name="T4" fmla="*/ 7 w 24"/>
                  <a:gd name="T5" fmla="*/ 18 h 20"/>
                  <a:gd name="T6" fmla="*/ 3 w 24"/>
                  <a:gd name="T7" fmla="*/ 19 h 20"/>
                  <a:gd name="T8" fmla="*/ 0 w 24"/>
                  <a:gd name="T9" fmla="*/ 20 h 20"/>
                  <a:gd name="T10" fmla="*/ 2 w 24"/>
                  <a:gd name="T11" fmla="*/ 14 h 20"/>
                  <a:gd name="T12" fmla="*/ 8 w 24"/>
                  <a:gd name="T13" fmla="*/ 7 h 20"/>
                  <a:gd name="T14" fmla="*/ 16 w 24"/>
                  <a:gd name="T15" fmla="*/ 2 h 20"/>
                  <a:gd name="T16" fmla="*/ 21 w 24"/>
                  <a:gd name="T17" fmla="*/ 1 h 20"/>
                  <a:gd name="T18" fmla="*/ 24 w 24"/>
                  <a:gd name="T19" fmla="*/ 0 h 20"/>
                  <a:gd name="T20" fmla="*/ 21 w 24"/>
                  <a:gd name="T21" fmla="*/ 6 h 20"/>
                  <a:gd name="T22" fmla="*/ 14 w 24"/>
                  <a:gd name="T2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20">
                    <a:moveTo>
                      <a:pt x="14" y="12"/>
                    </a:moveTo>
                    <a:cubicBezTo>
                      <a:pt x="13" y="13"/>
                      <a:pt x="12" y="14"/>
                      <a:pt x="10" y="15"/>
                    </a:cubicBezTo>
                    <a:cubicBezTo>
                      <a:pt x="9" y="16"/>
                      <a:pt x="8" y="17"/>
                      <a:pt x="7" y="18"/>
                    </a:cubicBezTo>
                    <a:cubicBezTo>
                      <a:pt x="5" y="18"/>
                      <a:pt x="4" y="19"/>
                      <a:pt x="3" y="19"/>
                    </a:cubicBezTo>
                    <a:cubicBezTo>
                      <a:pt x="2" y="20"/>
                      <a:pt x="1" y="20"/>
                      <a:pt x="0" y="20"/>
                    </a:cubicBezTo>
                    <a:cubicBezTo>
                      <a:pt x="0" y="18"/>
                      <a:pt x="1" y="16"/>
                      <a:pt x="2" y="14"/>
                    </a:cubicBezTo>
                    <a:cubicBezTo>
                      <a:pt x="4" y="12"/>
                      <a:pt x="5" y="9"/>
                      <a:pt x="8" y="7"/>
                    </a:cubicBezTo>
                    <a:cubicBezTo>
                      <a:pt x="11" y="5"/>
                      <a:pt x="14" y="3"/>
                      <a:pt x="16" y="2"/>
                    </a:cubicBezTo>
                    <a:cubicBezTo>
                      <a:pt x="18" y="1"/>
                      <a:pt x="19" y="1"/>
                      <a:pt x="21" y="1"/>
                    </a:cubicBezTo>
                    <a:cubicBezTo>
                      <a:pt x="22" y="0"/>
                      <a:pt x="23" y="0"/>
                      <a:pt x="24" y="0"/>
                    </a:cubicBezTo>
                    <a:cubicBezTo>
                      <a:pt x="24" y="2"/>
                      <a:pt x="22" y="4"/>
                      <a:pt x="21" y="6"/>
                    </a:cubicBezTo>
                    <a:cubicBezTo>
                      <a:pt x="19" y="8"/>
                      <a:pt x="17" y="10"/>
                      <a:pt x="14" y="12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4" name="Freeform 622">
                <a:extLst>
                  <a:ext uri="{FF2B5EF4-FFF2-40B4-BE49-F238E27FC236}">
                    <a16:creationId xmlns:a16="http://schemas.microsoft.com/office/drawing/2014/main" id="{4D209DAF-69BE-48AF-BE6B-7B7C3EF9B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3" y="1426"/>
                <a:ext cx="31" cy="34"/>
              </a:xfrm>
              <a:custGeom>
                <a:avLst/>
                <a:gdLst>
                  <a:gd name="T0" fmla="*/ 19 w 19"/>
                  <a:gd name="T1" fmla="*/ 21 h 21"/>
                  <a:gd name="T2" fmla="*/ 17 w 19"/>
                  <a:gd name="T3" fmla="*/ 20 h 21"/>
                  <a:gd name="T4" fmla="*/ 14 w 19"/>
                  <a:gd name="T5" fmla="*/ 18 h 21"/>
                  <a:gd name="T6" fmla="*/ 8 w 19"/>
                  <a:gd name="T7" fmla="*/ 13 h 21"/>
                  <a:gd name="T8" fmla="*/ 3 w 19"/>
                  <a:gd name="T9" fmla="*/ 6 h 21"/>
                  <a:gd name="T10" fmla="*/ 0 w 19"/>
                  <a:gd name="T11" fmla="*/ 0 h 21"/>
                  <a:gd name="T12" fmla="*/ 3 w 19"/>
                  <a:gd name="T13" fmla="*/ 1 h 21"/>
                  <a:gd name="T14" fmla="*/ 7 w 19"/>
                  <a:gd name="T15" fmla="*/ 2 h 21"/>
                  <a:gd name="T16" fmla="*/ 10 w 19"/>
                  <a:gd name="T17" fmla="*/ 5 h 21"/>
                  <a:gd name="T18" fmla="*/ 13 w 19"/>
                  <a:gd name="T19" fmla="*/ 8 h 21"/>
                  <a:gd name="T20" fmla="*/ 18 w 19"/>
                  <a:gd name="T21" fmla="*/ 15 h 21"/>
                  <a:gd name="T22" fmla="*/ 19 w 19"/>
                  <a:gd name="T2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21">
                    <a:moveTo>
                      <a:pt x="19" y="21"/>
                    </a:moveTo>
                    <a:cubicBezTo>
                      <a:pt x="19" y="21"/>
                      <a:pt x="18" y="21"/>
                      <a:pt x="17" y="20"/>
                    </a:cubicBezTo>
                    <a:cubicBezTo>
                      <a:pt x="16" y="20"/>
                      <a:pt x="15" y="19"/>
                      <a:pt x="14" y="18"/>
                    </a:cubicBezTo>
                    <a:cubicBezTo>
                      <a:pt x="12" y="17"/>
                      <a:pt x="10" y="15"/>
                      <a:pt x="8" y="13"/>
                    </a:cubicBezTo>
                    <a:cubicBezTo>
                      <a:pt x="6" y="11"/>
                      <a:pt x="4" y="9"/>
                      <a:pt x="3" y="6"/>
                    </a:cubicBezTo>
                    <a:cubicBezTo>
                      <a:pt x="2" y="4"/>
                      <a:pt x="1" y="2"/>
                      <a:pt x="0" y="0"/>
                    </a:cubicBezTo>
                    <a:cubicBezTo>
                      <a:pt x="1" y="1"/>
                      <a:pt x="2" y="1"/>
                      <a:pt x="3" y="1"/>
                    </a:cubicBezTo>
                    <a:cubicBezTo>
                      <a:pt x="4" y="1"/>
                      <a:pt x="6" y="2"/>
                      <a:pt x="7" y="2"/>
                    </a:cubicBezTo>
                    <a:cubicBezTo>
                      <a:pt x="8" y="3"/>
                      <a:pt x="9" y="4"/>
                      <a:pt x="10" y="5"/>
                    </a:cubicBezTo>
                    <a:cubicBezTo>
                      <a:pt x="11" y="6"/>
                      <a:pt x="12" y="7"/>
                      <a:pt x="13" y="8"/>
                    </a:cubicBezTo>
                    <a:cubicBezTo>
                      <a:pt x="15" y="10"/>
                      <a:pt x="17" y="12"/>
                      <a:pt x="18" y="15"/>
                    </a:cubicBezTo>
                    <a:cubicBezTo>
                      <a:pt x="19" y="17"/>
                      <a:pt x="19" y="19"/>
                      <a:pt x="19" y="2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5" name="Freeform 623">
                <a:extLst>
                  <a:ext uri="{FF2B5EF4-FFF2-40B4-BE49-F238E27FC236}">
                    <a16:creationId xmlns:a16="http://schemas.microsoft.com/office/drawing/2014/main" id="{C0EF91CA-E177-4326-BB84-D11111365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397"/>
                <a:ext cx="43" cy="27"/>
              </a:xfrm>
              <a:custGeom>
                <a:avLst/>
                <a:gdLst>
                  <a:gd name="T0" fmla="*/ 15 w 26"/>
                  <a:gd name="T1" fmla="*/ 11 h 17"/>
                  <a:gd name="T2" fmla="*/ 7 w 26"/>
                  <a:gd name="T3" fmla="*/ 15 h 17"/>
                  <a:gd name="T4" fmla="*/ 5 w 26"/>
                  <a:gd name="T5" fmla="*/ 16 h 17"/>
                  <a:gd name="T6" fmla="*/ 3 w 26"/>
                  <a:gd name="T7" fmla="*/ 16 h 17"/>
                  <a:gd name="T8" fmla="*/ 0 w 26"/>
                  <a:gd name="T9" fmla="*/ 17 h 17"/>
                  <a:gd name="T10" fmla="*/ 3 w 26"/>
                  <a:gd name="T11" fmla="*/ 11 h 17"/>
                  <a:gd name="T12" fmla="*/ 6 w 26"/>
                  <a:gd name="T13" fmla="*/ 8 h 17"/>
                  <a:gd name="T14" fmla="*/ 10 w 26"/>
                  <a:gd name="T15" fmla="*/ 5 h 17"/>
                  <a:gd name="T16" fmla="*/ 14 w 26"/>
                  <a:gd name="T17" fmla="*/ 2 h 17"/>
                  <a:gd name="T18" fmla="*/ 16 w 26"/>
                  <a:gd name="T19" fmla="*/ 1 h 17"/>
                  <a:gd name="T20" fmla="*/ 18 w 26"/>
                  <a:gd name="T21" fmla="*/ 1 h 17"/>
                  <a:gd name="T22" fmla="*/ 26 w 26"/>
                  <a:gd name="T23" fmla="*/ 0 h 17"/>
                  <a:gd name="T24" fmla="*/ 15 w 26"/>
                  <a:gd name="T25" fmla="*/ 1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" h="17">
                    <a:moveTo>
                      <a:pt x="15" y="11"/>
                    </a:moveTo>
                    <a:cubicBezTo>
                      <a:pt x="12" y="13"/>
                      <a:pt x="9" y="14"/>
                      <a:pt x="7" y="15"/>
                    </a:cubicBezTo>
                    <a:cubicBezTo>
                      <a:pt x="6" y="15"/>
                      <a:pt x="6" y="16"/>
                      <a:pt x="5" y="16"/>
                    </a:cubicBezTo>
                    <a:cubicBezTo>
                      <a:pt x="4" y="16"/>
                      <a:pt x="4" y="16"/>
                      <a:pt x="3" y="16"/>
                    </a:cubicBezTo>
                    <a:cubicBezTo>
                      <a:pt x="2" y="17"/>
                      <a:pt x="1" y="17"/>
                      <a:pt x="0" y="17"/>
                    </a:cubicBezTo>
                    <a:cubicBezTo>
                      <a:pt x="0" y="15"/>
                      <a:pt x="1" y="13"/>
                      <a:pt x="3" y="11"/>
                    </a:cubicBezTo>
                    <a:cubicBezTo>
                      <a:pt x="4" y="10"/>
                      <a:pt x="5" y="9"/>
                      <a:pt x="6" y="8"/>
                    </a:cubicBezTo>
                    <a:cubicBezTo>
                      <a:pt x="7" y="7"/>
                      <a:pt x="8" y="6"/>
                      <a:pt x="10" y="5"/>
                    </a:cubicBezTo>
                    <a:cubicBezTo>
                      <a:pt x="11" y="4"/>
                      <a:pt x="12" y="3"/>
                      <a:pt x="14" y="2"/>
                    </a:cubicBezTo>
                    <a:cubicBezTo>
                      <a:pt x="15" y="2"/>
                      <a:pt x="15" y="2"/>
                      <a:pt x="16" y="1"/>
                    </a:cubicBezTo>
                    <a:cubicBezTo>
                      <a:pt x="17" y="1"/>
                      <a:pt x="18" y="1"/>
                      <a:pt x="18" y="1"/>
                    </a:cubicBezTo>
                    <a:cubicBezTo>
                      <a:pt x="21" y="0"/>
                      <a:pt x="24" y="0"/>
                      <a:pt x="26" y="0"/>
                    </a:cubicBezTo>
                    <a:cubicBezTo>
                      <a:pt x="25" y="3"/>
                      <a:pt x="20" y="7"/>
                      <a:pt x="15" y="1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6" name="Freeform 624">
                <a:extLst>
                  <a:ext uri="{FF2B5EF4-FFF2-40B4-BE49-F238E27FC236}">
                    <a16:creationId xmlns:a16="http://schemas.microsoft.com/office/drawing/2014/main" id="{21F794C1-497B-4C9F-AE59-840349286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426"/>
                <a:ext cx="28" cy="38"/>
              </a:xfrm>
              <a:custGeom>
                <a:avLst/>
                <a:gdLst>
                  <a:gd name="T0" fmla="*/ 17 w 17"/>
                  <a:gd name="T1" fmla="*/ 23 h 23"/>
                  <a:gd name="T2" fmla="*/ 12 w 17"/>
                  <a:gd name="T3" fmla="*/ 20 h 23"/>
                  <a:gd name="T4" fmla="*/ 11 w 17"/>
                  <a:gd name="T5" fmla="*/ 18 h 23"/>
                  <a:gd name="T6" fmla="*/ 9 w 17"/>
                  <a:gd name="T7" fmla="*/ 17 h 23"/>
                  <a:gd name="T8" fmla="*/ 7 w 17"/>
                  <a:gd name="T9" fmla="*/ 14 h 23"/>
                  <a:gd name="T10" fmla="*/ 4 w 17"/>
                  <a:gd name="T11" fmla="*/ 10 h 23"/>
                  <a:gd name="T12" fmla="*/ 2 w 17"/>
                  <a:gd name="T13" fmla="*/ 7 h 23"/>
                  <a:gd name="T14" fmla="*/ 0 w 17"/>
                  <a:gd name="T15" fmla="*/ 0 h 23"/>
                  <a:gd name="T16" fmla="*/ 3 w 17"/>
                  <a:gd name="T17" fmla="*/ 1 h 23"/>
                  <a:gd name="T18" fmla="*/ 5 w 17"/>
                  <a:gd name="T19" fmla="*/ 2 h 23"/>
                  <a:gd name="T20" fmla="*/ 6 w 17"/>
                  <a:gd name="T21" fmla="*/ 3 h 23"/>
                  <a:gd name="T22" fmla="*/ 12 w 17"/>
                  <a:gd name="T23" fmla="*/ 9 h 23"/>
                  <a:gd name="T24" fmla="*/ 17 w 17"/>
                  <a:gd name="T2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" h="23">
                    <a:moveTo>
                      <a:pt x="17" y="23"/>
                    </a:moveTo>
                    <a:cubicBezTo>
                      <a:pt x="15" y="23"/>
                      <a:pt x="14" y="21"/>
                      <a:pt x="12" y="20"/>
                    </a:cubicBezTo>
                    <a:cubicBezTo>
                      <a:pt x="11" y="19"/>
                      <a:pt x="11" y="19"/>
                      <a:pt x="11" y="18"/>
                    </a:cubicBezTo>
                    <a:cubicBezTo>
                      <a:pt x="10" y="18"/>
                      <a:pt x="10" y="18"/>
                      <a:pt x="9" y="17"/>
                    </a:cubicBezTo>
                    <a:cubicBezTo>
                      <a:pt x="8" y="16"/>
                      <a:pt x="7" y="15"/>
                      <a:pt x="7" y="14"/>
                    </a:cubicBezTo>
                    <a:cubicBezTo>
                      <a:pt x="6" y="12"/>
                      <a:pt x="5" y="11"/>
                      <a:pt x="4" y="10"/>
                    </a:cubicBezTo>
                    <a:cubicBezTo>
                      <a:pt x="3" y="9"/>
                      <a:pt x="3" y="8"/>
                      <a:pt x="2" y="7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4" y="1"/>
                      <a:pt x="4" y="2"/>
                      <a:pt x="5" y="2"/>
                    </a:cubicBezTo>
                    <a:cubicBezTo>
                      <a:pt x="5" y="2"/>
                      <a:pt x="6" y="3"/>
                      <a:pt x="6" y="3"/>
                    </a:cubicBezTo>
                    <a:cubicBezTo>
                      <a:pt x="8" y="5"/>
                      <a:pt x="10" y="7"/>
                      <a:pt x="12" y="9"/>
                    </a:cubicBezTo>
                    <a:cubicBezTo>
                      <a:pt x="16" y="14"/>
                      <a:pt x="17" y="20"/>
                      <a:pt x="17" y="23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7" name="Freeform 625">
                <a:extLst>
                  <a:ext uri="{FF2B5EF4-FFF2-40B4-BE49-F238E27FC236}">
                    <a16:creationId xmlns:a16="http://schemas.microsoft.com/office/drawing/2014/main" id="{39DA5DE5-1D13-41D3-93CF-B67BA9208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9" y="1403"/>
                <a:ext cx="44" cy="25"/>
              </a:xfrm>
              <a:custGeom>
                <a:avLst/>
                <a:gdLst>
                  <a:gd name="T0" fmla="*/ 15 w 27"/>
                  <a:gd name="T1" fmla="*/ 10 h 15"/>
                  <a:gd name="T2" fmla="*/ 0 w 27"/>
                  <a:gd name="T3" fmla="*/ 14 h 15"/>
                  <a:gd name="T4" fmla="*/ 11 w 27"/>
                  <a:gd name="T5" fmla="*/ 3 h 15"/>
                  <a:gd name="T6" fmla="*/ 15 w 27"/>
                  <a:gd name="T7" fmla="*/ 1 h 15"/>
                  <a:gd name="T8" fmla="*/ 20 w 27"/>
                  <a:gd name="T9" fmla="*/ 0 h 15"/>
                  <a:gd name="T10" fmla="*/ 24 w 27"/>
                  <a:gd name="T11" fmla="*/ 0 h 15"/>
                  <a:gd name="T12" fmla="*/ 27 w 27"/>
                  <a:gd name="T13" fmla="*/ 0 h 15"/>
                  <a:gd name="T14" fmla="*/ 23 w 27"/>
                  <a:gd name="T15" fmla="*/ 5 h 15"/>
                  <a:gd name="T16" fmla="*/ 15 w 27"/>
                  <a:gd name="T17" fmla="*/ 1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15">
                    <a:moveTo>
                      <a:pt x="15" y="10"/>
                    </a:moveTo>
                    <a:cubicBezTo>
                      <a:pt x="9" y="13"/>
                      <a:pt x="4" y="15"/>
                      <a:pt x="0" y="14"/>
                    </a:cubicBezTo>
                    <a:cubicBezTo>
                      <a:pt x="1" y="11"/>
                      <a:pt x="5" y="7"/>
                      <a:pt x="11" y="3"/>
                    </a:cubicBezTo>
                    <a:cubicBezTo>
                      <a:pt x="12" y="2"/>
                      <a:pt x="14" y="2"/>
                      <a:pt x="15" y="1"/>
                    </a:cubicBezTo>
                    <a:cubicBezTo>
                      <a:pt x="17" y="1"/>
                      <a:pt x="18" y="0"/>
                      <a:pt x="20" y="0"/>
                    </a:cubicBezTo>
                    <a:cubicBezTo>
                      <a:pt x="21" y="0"/>
                      <a:pt x="22" y="0"/>
                      <a:pt x="24" y="0"/>
                    </a:cubicBezTo>
                    <a:cubicBezTo>
                      <a:pt x="25" y="0"/>
                      <a:pt x="26" y="0"/>
                      <a:pt x="27" y="0"/>
                    </a:cubicBezTo>
                    <a:cubicBezTo>
                      <a:pt x="26" y="2"/>
                      <a:pt x="25" y="3"/>
                      <a:pt x="23" y="5"/>
                    </a:cubicBezTo>
                    <a:cubicBezTo>
                      <a:pt x="21" y="7"/>
                      <a:pt x="18" y="8"/>
                      <a:pt x="15" y="1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8" name="Freeform 626">
                <a:extLst>
                  <a:ext uri="{FF2B5EF4-FFF2-40B4-BE49-F238E27FC236}">
                    <a16:creationId xmlns:a16="http://schemas.microsoft.com/office/drawing/2014/main" id="{B0696A32-678D-42BA-AA42-B2D5A9708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9" y="1429"/>
                <a:ext cx="25" cy="40"/>
              </a:xfrm>
              <a:custGeom>
                <a:avLst/>
                <a:gdLst>
                  <a:gd name="T0" fmla="*/ 15 w 15"/>
                  <a:gd name="T1" fmla="*/ 24 h 24"/>
                  <a:gd name="T2" fmla="*/ 12 w 15"/>
                  <a:gd name="T3" fmla="*/ 23 h 24"/>
                  <a:gd name="T4" fmla="*/ 10 w 15"/>
                  <a:gd name="T5" fmla="*/ 20 h 24"/>
                  <a:gd name="T6" fmla="*/ 7 w 15"/>
                  <a:gd name="T7" fmla="*/ 17 h 24"/>
                  <a:gd name="T8" fmla="*/ 5 w 15"/>
                  <a:gd name="T9" fmla="*/ 14 h 24"/>
                  <a:gd name="T10" fmla="*/ 0 w 15"/>
                  <a:gd name="T11" fmla="*/ 0 h 24"/>
                  <a:gd name="T12" fmla="*/ 11 w 15"/>
                  <a:gd name="T13" fmla="*/ 10 h 24"/>
                  <a:gd name="T14" fmla="*/ 14 w 15"/>
                  <a:gd name="T15" fmla="*/ 18 h 24"/>
                  <a:gd name="T16" fmla="*/ 15 w 15"/>
                  <a:gd name="T1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4">
                    <a:moveTo>
                      <a:pt x="15" y="24"/>
                    </a:moveTo>
                    <a:cubicBezTo>
                      <a:pt x="14" y="24"/>
                      <a:pt x="13" y="23"/>
                      <a:pt x="12" y="23"/>
                    </a:cubicBezTo>
                    <a:cubicBezTo>
                      <a:pt x="11" y="22"/>
                      <a:pt x="11" y="21"/>
                      <a:pt x="10" y="20"/>
                    </a:cubicBezTo>
                    <a:cubicBezTo>
                      <a:pt x="9" y="20"/>
                      <a:pt x="8" y="19"/>
                      <a:pt x="7" y="17"/>
                    </a:cubicBezTo>
                    <a:cubicBezTo>
                      <a:pt x="6" y="16"/>
                      <a:pt x="6" y="15"/>
                      <a:pt x="5" y="14"/>
                    </a:cubicBezTo>
                    <a:cubicBezTo>
                      <a:pt x="2" y="9"/>
                      <a:pt x="0" y="3"/>
                      <a:pt x="0" y="0"/>
                    </a:cubicBezTo>
                    <a:cubicBezTo>
                      <a:pt x="3" y="1"/>
                      <a:pt x="8" y="4"/>
                      <a:pt x="11" y="10"/>
                    </a:cubicBezTo>
                    <a:cubicBezTo>
                      <a:pt x="13" y="13"/>
                      <a:pt x="14" y="15"/>
                      <a:pt x="14" y="18"/>
                    </a:cubicBezTo>
                    <a:cubicBezTo>
                      <a:pt x="15" y="20"/>
                      <a:pt x="15" y="23"/>
                      <a:pt x="15" y="2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69" name="Freeform 627">
                <a:extLst>
                  <a:ext uri="{FF2B5EF4-FFF2-40B4-BE49-F238E27FC236}">
                    <a16:creationId xmlns:a16="http://schemas.microsoft.com/office/drawing/2014/main" id="{C1966503-7508-47DF-BCC5-969D83E78F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5" y="1429"/>
                <a:ext cx="49" cy="18"/>
              </a:xfrm>
              <a:custGeom>
                <a:avLst/>
                <a:gdLst>
                  <a:gd name="T0" fmla="*/ 14 w 30"/>
                  <a:gd name="T1" fmla="*/ 9 h 11"/>
                  <a:gd name="T2" fmla="*/ 10 w 30"/>
                  <a:gd name="T3" fmla="*/ 7 h 11"/>
                  <a:gd name="T4" fmla="*/ 8 w 30"/>
                  <a:gd name="T5" fmla="*/ 6 h 11"/>
                  <a:gd name="T6" fmla="*/ 6 w 30"/>
                  <a:gd name="T7" fmla="*/ 5 h 11"/>
                  <a:gd name="T8" fmla="*/ 0 w 30"/>
                  <a:gd name="T9" fmla="*/ 1 h 11"/>
                  <a:gd name="T10" fmla="*/ 7 w 30"/>
                  <a:gd name="T11" fmla="*/ 0 h 11"/>
                  <a:gd name="T12" fmla="*/ 10 w 30"/>
                  <a:gd name="T13" fmla="*/ 0 h 11"/>
                  <a:gd name="T14" fmla="*/ 12 w 30"/>
                  <a:gd name="T15" fmla="*/ 1 h 11"/>
                  <a:gd name="T16" fmla="*/ 16 w 30"/>
                  <a:gd name="T17" fmla="*/ 2 h 11"/>
                  <a:gd name="T18" fmla="*/ 21 w 30"/>
                  <a:gd name="T19" fmla="*/ 4 h 11"/>
                  <a:gd name="T20" fmla="*/ 25 w 30"/>
                  <a:gd name="T21" fmla="*/ 6 h 11"/>
                  <a:gd name="T22" fmla="*/ 30 w 30"/>
                  <a:gd name="T23" fmla="*/ 11 h 11"/>
                  <a:gd name="T24" fmla="*/ 23 w 30"/>
                  <a:gd name="T25" fmla="*/ 11 h 11"/>
                  <a:gd name="T26" fmla="*/ 18 w 30"/>
                  <a:gd name="T27" fmla="*/ 10 h 11"/>
                  <a:gd name="T28" fmla="*/ 14 w 30"/>
                  <a:gd name="T29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0" h="11">
                    <a:moveTo>
                      <a:pt x="14" y="9"/>
                    </a:moveTo>
                    <a:cubicBezTo>
                      <a:pt x="12" y="9"/>
                      <a:pt x="11" y="8"/>
                      <a:pt x="10" y="7"/>
                    </a:cubicBezTo>
                    <a:cubicBezTo>
                      <a:pt x="9" y="7"/>
                      <a:pt x="8" y="7"/>
                      <a:pt x="8" y="6"/>
                    </a:cubicBezTo>
                    <a:cubicBezTo>
                      <a:pt x="7" y="6"/>
                      <a:pt x="6" y="6"/>
                      <a:pt x="6" y="5"/>
                    </a:cubicBezTo>
                    <a:cubicBezTo>
                      <a:pt x="4" y="4"/>
                      <a:pt x="2" y="3"/>
                      <a:pt x="0" y="1"/>
                    </a:cubicBezTo>
                    <a:cubicBezTo>
                      <a:pt x="2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0" y="0"/>
                      <a:pt x="11" y="1"/>
                      <a:pt x="12" y="1"/>
                    </a:cubicBezTo>
                    <a:cubicBezTo>
                      <a:pt x="13" y="1"/>
                      <a:pt x="15" y="1"/>
                      <a:pt x="16" y="2"/>
                    </a:cubicBezTo>
                    <a:cubicBezTo>
                      <a:pt x="18" y="3"/>
                      <a:pt x="19" y="3"/>
                      <a:pt x="21" y="4"/>
                    </a:cubicBezTo>
                    <a:cubicBezTo>
                      <a:pt x="22" y="5"/>
                      <a:pt x="23" y="5"/>
                      <a:pt x="25" y="6"/>
                    </a:cubicBezTo>
                    <a:cubicBezTo>
                      <a:pt x="27" y="8"/>
                      <a:pt x="29" y="9"/>
                      <a:pt x="30" y="11"/>
                    </a:cubicBezTo>
                    <a:cubicBezTo>
                      <a:pt x="28" y="11"/>
                      <a:pt x="25" y="11"/>
                      <a:pt x="23" y="11"/>
                    </a:cubicBezTo>
                    <a:cubicBezTo>
                      <a:pt x="21" y="11"/>
                      <a:pt x="20" y="11"/>
                      <a:pt x="18" y="10"/>
                    </a:cubicBezTo>
                    <a:cubicBezTo>
                      <a:pt x="17" y="10"/>
                      <a:pt x="16" y="10"/>
                      <a:pt x="14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0" name="Freeform 628">
                <a:extLst>
                  <a:ext uri="{FF2B5EF4-FFF2-40B4-BE49-F238E27FC236}">
                    <a16:creationId xmlns:a16="http://schemas.microsoft.com/office/drawing/2014/main" id="{1511D5E3-507A-48FC-8165-292CAE368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418"/>
                <a:ext cx="223" cy="118"/>
              </a:xfrm>
              <a:custGeom>
                <a:avLst/>
                <a:gdLst>
                  <a:gd name="T0" fmla="*/ 2 w 136"/>
                  <a:gd name="T1" fmla="*/ 72 h 72"/>
                  <a:gd name="T2" fmla="*/ 50 w 136"/>
                  <a:gd name="T3" fmla="*/ 15 h 72"/>
                  <a:gd name="T4" fmla="*/ 135 w 136"/>
                  <a:gd name="T5" fmla="*/ 14 h 72"/>
                  <a:gd name="T6" fmla="*/ 136 w 136"/>
                  <a:gd name="T7" fmla="*/ 12 h 72"/>
                  <a:gd name="T8" fmla="*/ 49 w 136"/>
                  <a:gd name="T9" fmla="*/ 13 h 72"/>
                  <a:gd name="T10" fmla="*/ 0 w 136"/>
                  <a:gd name="T11" fmla="*/ 72 h 72"/>
                  <a:gd name="T12" fmla="*/ 2 w 136"/>
                  <a:gd name="T13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6" h="72">
                    <a:moveTo>
                      <a:pt x="2" y="72"/>
                    </a:moveTo>
                    <a:cubicBezTo>
                      <a:pt x="3" y="72"/>
                      <a:pt x="14" y="33"/>
                      <a:pt x="50" y="15"/>
                    </a:cubicBezTo>
                    <a:cubicBezTo>
                      <a:pt x="74" y="3"/>
                      <a:pt x="102" y="2"/>
                      <a:pt x="135" y="14"/>
                    </a:cubicBezTo>
                    <a:cubicBezTo>
                      <a:pt x="136" y="12"/>
                      <a:pt x="136" y="12"/>
                      <a:pt x="136" y="12"/>
                    </a:cubicBezTo>
                    <a:cubicBezTo>
                      <a:pt x="102" y="0"/>
                      <a:pt x="73" y="1"/>
                      <a:pt x="49" y="13"/>
                    </a:cubicBezTo>
                    <a:cubicBezTo>
                      <a:pt x="13" y="32"/>
                      <a:pt x="0" y="71"/>
                      <a:pt x="0" y="72"/>
                    </a:cubicBezTo>
                    <a:cubicBezTo>
                      <a:pt x="2" y="72"/>
                      <a:pt x="2" y="72"/>
                      <a:pt x="2" y="72"/>
                    </a:cubicBezTo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1" name="Freeform 629">
                <a:extLst>
                  <a:ext uri="{FF2B5EF4-FFF2-40B4-BE49-F238E27FC236}">
                    <a16:creationId xmlns:a16="http://schemas.microsoft.com/office/drawing/2014/main" id="{F9762B23-5574-493E-A3ED-B9D05B98A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519"/>
                <a:ext cx="44" cy="18"/>
              </a:xfrm>
              <a:custGeom>
                <a:avLst/>
                <a:gdLst>
                  <a:gd name="T0" fmla="*/ 15 w 27"/>
                  <a:gd name="T1" fmla="*/ 1 h 11"/>
                  <a:gd name="T2" fmla="*/ 27 w 27"/>
                  <a:gd name="T3" fmla="*/ 10 h 11"/>
                  <a:gd name="T4" fmla="*/ 12 w 27"/>
                  <a:gd name="T5" fmla="*/ 8 h 11"/>
                  <a:gd name="T6" fmla="*/ 0 w 27"/>
                  <a:gd name="T7" fmla="*/ 1 h 11"/>
                  <a:gd name="T8" fmla="*/ 7 w 27"/>
                  <a:gd name="T9" fmla="*/ 0 h 11"/>
                  <a:gd name="T10" fmla="*/ 11 w 27"/>
                  <a:gd name="T11" fmla="*/ 0 h 11"/>
                  <a:gd name="T12" fmla="*/ 15 w 27"/>
                  <a:gd name="T13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11">
                    <a:moveTo>
                      <a:pt x="15" y="1"/>
                    </a:moveTo>
                    <a:cubicBezTo>
                      <a:pt x="21" y="3"/>
                      <a:pt x="25" y="7"/>
                      <a:pt x="27" y="10"/>
                    </a:cubicBezTo>
                    <a:cubicBezTo>
                      <a:pt x="23" y="11"/>
                      <a:pt x="18" y="10"/>
                      <a:pt x="12" y="8"/>
                    </a:cubicBezTo>
                    <a:cubicBezTo>
                      <a:pt x="7" y="6"/>
                      <a:pt x="2" y="3"/>
                      <a:pt x="0" y="1"/>
                    </a:cubicBezTo>
                    <a:cubicBezTo>
                      <a:pt x="2" y="0"/>
                      <a:pt x="4" y="0"/>
                      <a:pt x="7" y="0"/>
                    </a:cubicBezTo>
                    <a:cubicBezTo>
                      <a:pt x="8" y="0"/>
                      <a:pt x="9" y="0"/>
                      <a:pt x="11" y="0"/>
                    </a:cubicBezTo>
                    <a:cubicBezTo>
                      <a:pt x="12" y="0"/>
                      <a:pt x="13" y="1"/>
                      <a:pt x="15" y="1"/>
                    </a:cubicBezTo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2" name="Freeform 630">
                <a:extLst>
                  <a:ext uri="{FF2B5EF4-FFF2-40B4-BE49-F238E27FC236}">
                    <a16:creationId xmlns:a16="http://schemas.microsoft.com/office/drawing/2014/main" id="{688011FE-47C1-4DD0-8652-68524DB26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487"/>
                <a:ext cx="20" cy="49"/>
              </a:xfrm>
              <a:custGeom>
                <a:avLst/>
                <a:gdLst>
                  <a:gd name="T0" fmla="*/ 10 w 12"/>
                  <a:gd name="T1" fmla="*/ 0 h 30"/>
                  <a:gd name="T2" fmla="*/ 10 w 12"/>
                  <a:gd name="T3" fmla="*/ 17 h 30"/>
                  <a:gd name="T4" fmla="*/ 1 w 12"/>
                  <a:gd name="T5" fmla="*/ 30 h 30"/>
                  <a:gd name="T6" fmla="*/ 3 w 12"/>
                  <a:gd name="T7" fmla="*/ 14 h 30"/>
                  <a:gd name="T8" fmla="*/ 4 w 12"/>
                  <a:gd name="T9" fmla="*/ 9 h 30"/>
                  <a:gd name="T10" fmla="*/ 6 w 12"/>
                  <a:gd name="T11" fmla="*/ 5 h 30"/>
                  <a:gd name="T12" fmla="*/ 10 w 12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0">
                    <a:moveTo>
                      <a:pt x="10" y="0"/>
                    </a:moveTo>
                    <a:cubicBezTo>
                      <a:pt x="12" y="4"/>
                      <a:pt x="12" y="10"/>
                      <a:pt x="10" y="17"/>
                    </a:cubicBezTo>
                    <a:cubicBezTo>
                      <a:pt x="8" y="24"/>
                      <a:pt x="4" y="28"/>
                      <a:pt x="1" y="30"/>
                    </a:cubicBezTo>
                    <a:cubicBezTo>
                      <a:pt x="0" y="26"/>
                      <a:pt x="1" y="20"/>
                      <a:pt x="3" y="14"/>
                    </a:cubicBezTo>
                    <a:cubicBezTo>
                      <a:pt x="3" y="12"/>
                      <a:pt x="4" y="11"/>
                      <a:pt x="4" y="9"/>
                    </a:cubicBezTo>
                    <a:cubicBezTo>
                      <a:pt x="5" y="8"/>
                      <a:pt x="5" y="6"/>
                      <a:pt x="6" y="5"/>
                    </a:cubicBezTo>
                    <a:cubicBezTo>
                      <a:pt x="7" y="3"/>
                      <a:pt x="8" y="1"/>
                      <a:pt x="10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3" name="Freeform 631">
                <a:extLst>
                  <a:ext uri="{FF2B5EF4-FFF2-40B4-BE49-F238E27FC236}">
                    <a16:creationId xmlns:a16="http://schemas.microsoft.com/office/drawing/2014/main" id="{D0AFCEC6-176F-4CBE-9252-6EC3AA80C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501"/>
                <a:ext cx="46" cy="17"/>
              </a:xfrm>
              <a:custGeom>
                <a:avLst/>
                <a:gdLst>
                  <a:gd name="T0" fmla="*/ 15 w 28"/>
                  <a:gd name="T1" fmla="*/ 1 h 10"/>
                  <a:gd name="T2" fmla="*/ 28 w 28"/>
                  <a:gd name="T3" fmla="*/ 8 h 10"/>
                  <a:gd name="T4" fmla="*/ 13 w 28"/>
                  <a:gd name="T5" fmla="*/ 8 h 10"/>
                  <a:gd name="T6" fmla="*/ 0 w 28"/>
                  <a:gd name="T7" fmla="*/ 3 h 10"/>
                  <a:gd name="T8" fmla="*/ 6 w 28"/>
                  <a:gd name="T9" fmla="*/ 1 h 10"/>
                  <a:gd name="T10" fmla="*/ 15 w 28"/>
                  <a:gd name="T1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10">
                    <a:moveTo>
                      <a:pt x="15" y="1"/>
                    </a:moveTo>
                    <a:cubicBezTo>
                      <a:pt x="21" y="2"/>
                      <a:pt x="26" y="5"/>
                      <a:pt x="28" y="8"/>
                    </a:cubicBezTo>
                    <a:cubicBezTo>
                      <a:pt x="24" y="10"/>
                      <a:pt x="19" y="9"/>
                      <a:pt x="13" y="8"/>
                    </a:cubicBezTo>
                    <a:cubicBezTo>
                      <a:pt x="7" y="7"/>
                      <a:pt x="2" y="5"/>
                      <a:pt x="0" y="3"/>
                    </a:cubicBezTo>
                    <a:cubicBezTo>
                      <a:pt x="2" y="2"/>
                      <a:pt x="4" y="1"/>
                      <a:pt x="6" y="1"/>
                    </a:cubicBezTo>
                    <a:cubicBezTo>
                      <a:pt x="9" y="0"/>
                      <a:pt x="12" y="0"/>
                      <a:pt x="15" y="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4" name="Freeform 632">
                <a:extLst>
                  <a:ext uri="{FF2B5EF4-FFF2-40B4-BE49-F238E27FC236}">
                    <a16:creationId xmlns:a16="http://schemas.microsoft.com/office/drawing/2014/main" id="{841D950D-999B-42D0-9A15-FE3177EC3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464"/>
                <a:ext cx="17" cy="50"/>
              </a:xfrm>
              <a:custGeom>
                <a:avLst/>
                <a:gdLst>
                  <a:gd name="T0" fmla="*/ 7 w 10"/>
                  <a:gd name="T1" fmla="*/ 0 h 31"/>
                  <a:gd name="T2" fmla="*/ 8 w 10"/>
                  <a:gd name="T3" fmla="*/ 3 h 31"/>
                  <a:gd name="T4" fmla="*/ 9 w 10"/>
                  <a:gd name="T5" fmla="*/ 7 h 31"/>
                  <a:gd name="T6" fmla="*/ 10 w 10"/>
                  <a:gd name="T7" fmla="*/ 12 h 31"/>
                  <a:gd name="T8" fmla="*/ 9 w 10"/>
                  <a:gd name="T9" fmla="*/ 17 h 31"/>
                  <a:gd name="T10" fmla="*/ 2 w 10"/>
                  <a:gd name="T11" fmla="*/ 31 h 31"/>
                  <a:gd name="T12" fmla="*/ 1 w 10"/>
                  <a:gd name="T13" fmla="*/ 15 h 31"/>
                  <a:gd name="T14" fmla="*/ 7 w 10"/>
                  <a:gd name="T1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31">
                    <a:moveTo>
                      <a:pt x="7" y="0"/>
                    </a:moveTo>
                    <a:cubicBezTo>
                      <a:pt x="7" y="1"/>
                      <a:pt x="8" y="2"/>
                      <a:pt x="8" y="3"/>
                    </a:cubicBezTo>
                    <a:cubicBezTo>
                      <a:pt x="9" y="5"/>
                      <a:pt x="9" y="6"/>
                      <a:pt x="9" y="7"/>
                    </a:cubicBezTo>
                    <a:cubicBezTo>
                      <a:pt x="9" y="9"/>
                      <a:pt x="10" y="11"/>
                      <a:pt x="10" y="12"/>
                    </a:cubicBezTo>
                    <a:cubicBezTo>
                      <a:pt x="9" y="14"/>
                      <a:pt x="9" y="16"/>
                      <a:pt x="9" y="17"/>
                    </a:cubicBezTo>
                    <a:cubicBezTo>
                      <a:pt x="8" y="24"/>
                      <a:pt x="5" y="29"/>
                      <a:pt x="2" y="31"/>
                    </a:cubicBezTo>
                    <a:cubicBezTo>
                      <a:pt x="1" y="27"/>
                      <a:pt x="0" y="21"/>
                      <a:pt x="1" y="15"/>
                    </a:cubicBezTo>
                    <a:cubicBezTo>
                      <a:pt x="2" y="8"/>
                      <a:pt x="4" y="3"/>
                      <a:pt x="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5" name="Freeform 633">
                <a:extLst>
                  <a:ext uri="{FF2B5EF4-FFF2-40B4-BE49-F238E27FC236}">
                    <a16:creationId xmlns:a16="http://schemas.microsoft.com/office/drawing/2014/main" id="{244B35C3-240D-4863-9BF6-C7C22F8A2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7" y="1485"/>
                <a:ext cx="46" cy="13"/>
              </a:xfrm>
              <a:custGeom>
                <a:avLst/>
                <a:gdLst>
                  <a:gd name="T0" fmla="*/ 14 w 28"/>
                  <a:gd name="T1" fmla="*/ 1 h 8"/>
                  <a:gd name="T2" fmla="*/ 22 w 28"/>
                  <a:gd name="T3" fmla="*/ 2 h 8"/>
                  <a:gd name="T4" fmla="*/ 28 w 28"/>
                  <a:gd name="T5" fmla="*/ 6 h 8"/>
                  <a:gd name="T6" fmla="*/ 13 w 28"/>
                  <a:gd name="T7" fmla="*/ 8 h 8"/>
                  <a:gd name="T8" fmla="*/ 0 w 28"/>
                  <a:gd name="T9" fmla="*/ 4 h 8"/>
                  <a:gd name="T10" fmla="*/ 6 w 28"/>
                  <a:gd name="T11" fmla="*/ 1 h 8"/>
                  <a:gd name="T12" fmla="*/ 9 w 28"/>
                  <a:gd name="T13" fmla="*/ 1 h 8"/>
                  <a:gd name="T14" fmla="*/ 14 w 28"/>
                  <a:gd name="T1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8">
                    <a:moveTo>
                      <a:pt x="14" y="1"/>
                    </a:moveTo>
                    <a:cubicBezTo>
                      <a:pt x="17" y="1"/>
                      <a:pt x="20" y="1"/>
                      <a:pt x="22" y="2"/>
                    </a:cubicBezTo>
                    <a:cubicBezTo>
                      <a:pt x="25" y="4"/>
                      <a:pt x="27" y="5"/>
                      <a:pt x="28" y="6"/>
                    </a:cubicBezTo>
                    <a:cubicBezTo>
                      <a:pt x="24" y="8"/>
                      <a:pt x="19" y="8"/>
                      <a:pt x="13" y="8"/>
                    </a:cubicBezTo>
                    <a:cubicBezTo>
                      <a:pt x="7" y="7"/>
                      <a:pt x="2" y="6"/>
                      <a:pt x="0" y="4"/>
                    </a:cubicBezTo>
                    <a:cubicBezTo>
                      <a:pt x="1" y="3"/>
                      <a:pt x="3" y="2"/>
                      <a:pt x="6" y="1"/>
                    </a:cubicBezTo>
                    <a:cubicBezTo>
                      <a:pt x="7" y="1"/>
                      <a:pt x="8" y="1"/>
                      <a:pt x="9" y="1"/>
                    </a:cubicBezTo>
                    <a:cubicBezTo>
                      <a:pt x="11" y="0"/>
                      <a:pt x="12" y="0"/>
                      <a:pt x="14" y="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6" name="Freeform 634">
                <a:extLst>
                  <a:ext uri="{FF2B5EF4-FFF2-40B4-BE49-F238E27FC236}">
                    <a16:creationId xmlns:a16="http://schemas.microsoft.com/office/drawing/2014/main" id="{35DD724B-DF9D-401D-9DCC-EE8D69192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1442"/>
                <a:ext cx="15" cy="53"/>
              </a:xfrm>
              <a:custGeom>
                <a:avLst/>
                <a:gdLst>
                  <a:gd name="T0" fmla="*/ 4 w 9"/>
                  <a:gd name="T1" fmla="*/ 0 h 32"/>
                  <a:gd name="T2" fmla="*/ 8 w 9"/>
                  <a:gd name="T3" fmla="*/ 17 h 32"/>
                  <a:gd name="T4" fmla="*/ 3 w 9"/>
                  <a:gd name="T5" fmla="*/ 32 h 32"/>
                  <a:gd name="T6" fmla="*/ 1 w 9"/>
                  <a:gd name="T7" fmla="*/ 25 h 32"/>
                  <a:gd name="T8" fmla="*/ 0 w 9"/>
                  <a:gd name="T9" fmla="*/ 16 h 32"/>
                  <a:gd name="T10" fmla="*/ 1 w 9"/>
                  <a:gd name="T11" fmla="*/ 11 h 32"/>
                  <a:gd name="T12" fmla="*/ 1 w 9"/>
                  <a:gd name="T13" fmla="*/ 7 h 32"/>
                  <a:gd name="T14" fmla="*/ 4 w 9"/>
                  <a:gd name="T1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32">
                    <a:moveTo>
                      <a:pt x="4" y="0"/>
                    </a:moveTo>
                    <a:cubicBezTo>
                      <a:pt x="6" y="4"/>
                      <a:pt x="9" y="10"/>
                      <a:pt x="8" y="17"/>
                    </a:cubicBezTo>
                    <a:cubicBezTo>
                      <a:pt x="8" y="24"/>
                      <a:pt x="6" y="29"/>
                      <a:pt x="3" y="32"/>
                    </a:cubicBezTo>
                    <a:cubicBezTo>
                      <a:pt x="2" y="30"/>
                      <a:pt x="1" y="28"/>
                      <a:pt x="1" y="25"/>
                    </a:cubicBezTo>
                    <a:cubicBezTo>
                      <a:pt x="0" y="22"/>
                      <a:pt x="0" y="19"/>
                      <a:pt x="0" y="16"/>
                    </a:cubicBezTo>
                    <a:cubicBezTo>
                      <a:pt x="0" y="14"/>
                      <a:pt x="0" y="13"/>
                      <a:pt x="1" y="11"/>
                    </a:cubicBezTo>
                    <a:cubicBezTo>
                      <a:pt x="1" y="9"/>
                      <a:pt x="1" y="8"/>
                      <a:pt x="1" y="7"/>
                    </a:cubicBezTo>
                    <a:cubicBezTo>
                      <a:pt x="2" y="4"/>
                      <a:pt x="2" y="2"/>
                      <a:pt x="4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7" name="Freeform 635">
                <a:extLst>
                  <a:ext uri="{FF2B5EF4-FFF2-40B4-BE49-F238E27FC236}">
                    <a16:creationId xmlns:a16="http://schemas.microsoft.com/office/drawing/2014/main" id="{6385BC12-03C9-4E0A-BB5B-08EC3F3A0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1470"/>
                <a:ext cx="44" cy="13"/>
              </a:xfrm>
              <a:custGeom>
                <a:avLst/>
                <a:gdLst>
                  <a:gd name="T0" fmla="*/ 13 w 27"/>
                  <a:gd name="T1" fmla="*/ 0 h 8"/>
                  <a:gd name="T2" fmla="*/ 27 w 27"/>
                  <a:gd name="T3" fmla="*/ 4 h 8"/>
                  <a:gd name="T4" fmla="*/ 21 w 27"/>
                  <a:gd name="T5" fmla="*/ 7 h 8"/>
                  <a:gd name="T6" fmla="*/ 13 w 27"/>
                  <a:gd name="T7" fmla="*/ 8 h 8"/>
                  <a:gd name="T8" fmla="*/ 0 w 27"/>
                  <a:gd name="T9" fmla="*/ 6 h 8"/>
                  <a:gd name="T10" fmla="*/ 5 w 27"/>
                  <a:gd name="T11" fmla="*/ 3 h 8"/>
                  <a:gd name="T12" fmla="*/ 13 w 27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8">
                    <a:moveTo>
                      <a:pt x="13" y="0"/>
                    </a:moveTo>
                    <a:cubicBezTo>
                      <a:pt x="19" y="0"/>
                      <a:pt x="25" y="2"/>
                      <a:pt x="27" y="4"/>
                    </a:cubicBezTo>
                    <a:cubicBezTo>
                      <a:pt x="26" y="5"/>
                      <a:pt x="24" y="6"/>
                      <a:pt x="21" y="7"/>
                    </a:cubicBezTo>
                    <a:cubicBezTo>
                      <a:pt x="19" y="7"/>
                      <a:pt x="16" y="8"/>
                      <a:pt x="13" y="8"/>
                    </a:cubicBezTo>
                    <a:cubicBezTo>
                      <a:pt x="7" y="8"/>
                      <a:pt x="2" y="8"/>
                      <a:pt x="0" y="6"/>
                    </a:cubicBezTo>
                    <a:cubicBezTo>
                      <a:pt x="1" y="5"/>
                      <a:pt x="3" y="4"/>
                      <a:pt x="5" y="3"/>
                    </a:cubicBezTo>
                    <a:cubicBezTo>
                      <a:pt x="7" y="1"/>
                      <a:pt x="10" y="1"/>
                      <a:pt x="13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8" name="Freeform 636">
                <a:extLst>
                  <a:ext uri="{FF2B5EF4-FFF2-40B4-BE49-F238E27FC236}">
                    <a16:creationId xmlns:a16="http://schemas.microsoft.com/office/drawing/2014/main" id="{9C4090BD-EFFA-488D-BED0-71F144E8F4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1424"/>
                <a:ext cx="15" cy="53"/>
              </a:xfrm>
              <a:custGeom>
                <a:avLst/>
                <a:gdLst>
                  <a:gd name="T0" fmla="*/ 2 w 9"/>
                  <a:gd name="T1" fmla="*/ 0 h 32"/>
                  <a:gd name="T2" fmla="*/ 9 w 9"/>
                  <a:gd name="T3" fmla="*/ 16 h 32"/>
                  <a:gd name="T4" fmla="*/ 8 w 9"/>
                  <a:gd name="T5" fmla="*/ 26 h 32"/>
                  <a:gd name="T6" fmla="*/ 5 w 9"/>
                  <a:gd name="T7" fmla="*/ 32 h 32"/>
                  <a:gd name="T8" fmla="*/ 1 w 9"/>
                  <a:gd name="T9" fmla="*/ 16 h 32"/>
                  <a:gd name="T10" fmla="*/ 0 w 9"/>
                  <a:gd name="T11" fmla="*/ 7 h 32"/>
                  <a:gd name="T12" fmla="*/ 2 w 9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32">
                    <a:moveTo>
                      <a:pt x="2" y="0"/>
                    </a:moveTo>
                    <a:cubicBezTo>
                      <a:pt x="5" y="3"/>
                      <a:pt x="8" y="10"/>
                      <a:pt x="9" y="16"/>
                    </a:cubicBezTo>
                    <a:cubicBezTo>
                      <a:pt x="9" y="20"/>
                      <a:pt x="9" y="23"/>
                      <a:pt x="8" y="26"/>
                    </a:cubicBezTo>
                    <a:cubicBezTo>
                      <a:pt x="8" y="28"/>
                      <a:pt x="7" y="30"/>
                      <a:pt x="5" y="32"/>
                    </a:cubicBezTo>
                    <a:cubicBezTo>
                      <a:pt x="3" y="28"/>
                      <a:pt x="2" y="23"/>
                      <a:pt x="1" y="16"/>
                    </a:cubicBezTo>
                    <a:cubicBezTo>
                      <a:pt x="0" y="13"/>
                      <a:pt x="0" y="10"/>
                      <a:pt x="0" y="7"/>
                    </a:cubicBezTo>
                    <a:cubicBezTo>
                      <a:pt x="0" y="4"/>
                      <a:pt x="1" y="2"/>
                      <a:pt x="2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79" name="Freeform 637">
                <a:extLst>
                  <a:ext uri="{FF2B5EF4-FFF2-40B4-BE49-F238E27FC236}">
                    <a16:creationId xmlns:a16="http://schemas.microsoft.com/office/drawing/2014/main" id="{1114AE7B-B700-4D31-8BD0-F7C64FA6D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1457"/>
                <a:ext cx="44" cy="15"/>
              </a:xfrm>
              <a:custGeom>
                <a:avLst/>
                <a:gdLst>
                  <a:gd name="T0" fmla="*/ 12 w 27"/>
                  <a:gd name="T1" fmla="*/ 1 h 9"/>
                  <a:gd name="T2" fmla="*/ 20 w 27"/>
                  <a:gd name="T3" fmla="*/ 0 h 9"/>
                  <a:gd name="T4" fmla="*/ 24 w 27"/>
                  <a:gd name="T5" fmla="*/ 1 h 9"/>
                  <a:gd name="T6" fmla="*/ 27 w 27"/>
                  <a:gd name="T7" fmla="*/ 3 h 9"/>
                  <a:gd name="T8" fmla="*/ 21 w 27"/>
                  <a:gd name="T9" fmla="*/ 6 h 9"/>
                  <a:gd name="T10" fmla="*/ 17 w 27"/>
                  <a:gd name="T11" fmla="*/ 7 h 9"/>
                  <a:gd name="T12" fmla="*/ 13 w 27"/>
                  <a:gd name="T13" fmla="*/ 8 h 9"/>
                  <a:gd name="T14" fmla="*/ 9 w 27"/>
                  <a:gd name="T15" fmla="*/ 9 h 9"/>
                  <a:gd name="T16" fmla="*/ 5 w 27"/>
                  <a:gd name="T17" fmla="*/ 9 h 9"/>
                  <a:gd name="T18" fmla="*/ 0 w 27"/>
                  <a:gd name="T19" fmla="*/ 9 h 9"/>
                  <a:gd name="T20" fmla="*/ 4 w 27"/>
                  <a:gd name="T21" fmla="*/ 4 h 9"/>
                  <a:gd name="T22" fmla="*/ 8 w 27"/>
                  <a:gd name="T23" fmla="*/ 2 h 9"/>
                  <a:gd name="T24" fmla="*/ 12 w 27"/>
                  <a:gd name="T25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9">
                    <a:moveTo>
                      <a:pt x="12" y="1"/>
                    </a:moveTo>
                    <a:cubicBezTo>
                      <a:pt x="15" y="0"/>
                      <a:pt x="18" y="0"/>
                      <a:pt x="20" y="0"/>
                    </a:cubicBezTo>
                    <a:cubicBezTo>
                      <a:pt x="22" y="0"/>
                      <a:pt x="23" y="1"/>
                      <a:pt x="24" y="1"/>
                    </a:cubicBezTo>
                    <a:cubicBezTo>
                      <a:pt x="25" y="2"/>
                      <a:pt x="26" y="2"/>
                      <a:pt x="27" y="3"/>
                    </a:cubicBezTo>
                    <a:cubicBezTo>
                      <a:pt x="25" y="4"/>
                      <a:pt x="23" y="5"/>
                      <a:pt x="21" y="6"/>
                    </a:cubicBezTo>
                    <a:cubicBezTo>
                      <a:pt x="20" y="6"/>
                      <a:pt x="18" y="7"/>
                      <a:pt x="17" y="7"/>
                    </a:cubicBezTo>
                    <a:cubicBezTo>
                      <a:pt x="16" y="7"/>
                      <a:pt x="14" y="8"/>
                      <a:pt x="13" y="8"/>
                    </a:cubicBezTo>
                    <a:cubicBezTo>
                      <a:pt x="11" y="8"/>
                      <a:pt x="10" y="9"/>
                      <a:pt x="9" y="9"/>
                    </a:cubicBezTo>
                    <a:cubicBezTo>
                      <a:pt x="7" y="9"/>
                      <a:pt x="6" y="9"/>
                      <a:pt x="5" y="9"/>
                    </a:cubicBezTo>
                    <a:cubicBezTo>
                      <a:pt x="3" y="9"/>
                      <a:pt x="1" y="9"/>
                      <a:pt x="0" y="9"/>
                    </a:cubicBezTo>
                    <a:cubicBezTo>
                      <a:pt x="1" y="7"/>
                      <a:pt x="2" y="6"/>
                      <a:pt x="4" y="4"/>
                    </a:cubicBezTo>
                    <a:cubicBezTo>
                      <a:pt x="5" y="4"/>
                      <a:pt x="6" y="3"/>
                      <a:pt x="8" y="2"/>
                    </a:cubicBezTo>
                    <a:cubicBezTo>
                      <a:pt x="9" y="2"/>
                      <a:pt x="10" y="1"/>
                      <a:pt x="12" y="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0" name="Freeform 638">
                <a:extLst>
                  <a:ext uri="{FF2B5EF4-FFF2-40B4-BE49-F238E27FC236}">
                    <a16:creationId xmlns:a16="http://schemas.microsoft.com/office/drawing/2014/main" id="{94C6DDAD-DDE7-44F8-A939-07F21EA66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1410"/>
                <a:ext cx="19" cy="50"/>
              </a:xfrm>
              <a:custGeom>
                <a:avLst/>
                <a:gdLst>
                  <a:gd name="T0" fmla="*/ 1 w 12"/>
                  <a:gd name="T1" fmla="*/ 0 h 31"/>
                  <a:gd name="T2" fmla="*/ 7 w 12"/>
                  <a:gd name="T3" fmla="*/ 6 h 31"/>
                  <a:gd name="T4" fmla="*/ 9 w 12"/>
                  <a:gd name="T5" fmla="*/ 10 h 31"/>
                  <a:gd name="T6" fmla="*/ 11 w 12"/>
                  <a:gd name="T7" fmla="*/ 15 h 31"/>
                  <a:gd name="T8" fmla="*/ 12 w 12"/>
                  <a:gd name="T9" fmla="*/ 20 h 31"/>
                  <a:gd name="T10" fmla="*/ 12 w 12"/>
                  <a:gd name="T11" fmla="*/ 24 h 31"/>
                  <a:gd name="T12" fmla="*/ 10 w 12"/>
                  <a:gd name="T13" fmla="*/ 31 h 31"/>
                  <a:gd name="T14" fmla="*/ 8 w 12"/>
                  <a:gd name="T15" fmla="*/ 28 h 31"/>
                  <a:gd name="T16" fmla="*/ 6 w 12"/>
                  <a:gd name="T17" fmla="*/ 25 h 31"/>
                  <a:gd name="T18" fmla="*/ 3 w 12"/>
                  <a:gd name="T19" fmla="*/ 16 h 31"/>
                  <a:gd name="T20" fmla="*/ 1 w 12"/>
                  <a:gd name="T21" fmla="*/ 11 h 31"/>
                  <a:gd name="T22" fmla="*/ 1 w 12"/>
                  <a:gd name="T23" fmla="*/ 7 h 31"/>
                  <a:gd name="T24" fmla="*/ 1 w 12"/>
                  <a:gd name="T2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31">
                    <a:moveTo>
                      <a:pt x="1" y="0"/>
                    </a:moveTo>
                    <a:cubicBezTo>
                      <a:pt x="3" y="1"/>
                      <a:pt x="5" y="3"/>
                      <a:pt x="7" y="6"/>
                    </a:cubicBezTo>
                    <a:cubicBezTo>
                      <a:pt x="8" y="7"/>
                      <a:pt x="8" y="9"/>
                      <a:pt x="9" y="10"/>
                    </a:cubicBezTo>
                    <a:cubicBezTo>
                      <a:pt x="10" y="12"/>
                      <a:pt x="10" y="13"/>
                      <a:pt x="11" y="15"/>
                    </a:cubicBezTo>
                    <a:cubicBezTo>
                      <a:pt x="11" y="17"/>
                      <a:pt x="12" y="18"/>
                      <a:pt x="12" y="20"/>
                    </a:cubicBezTo>
                    <a:cubicBezTo>
                      <a:pt x="12" y="21"/>
                      <a:pt x="12" y="23"/>
                      <a:pt x="12" y="24"/>
                    </a:cubicBezTo>
                    <a:cubicBezTo>
                      <a:pt x="11" y="27"/>
                      <a:pt x="11" y="29"/>
                      <a:pt x="10" y="31"/>
                    </a:cubicBezTo>
                    <a:cubicBezTo>
                      <a:pt x="9" y="30"/>
                      <a:pt x="8" y="29"/>
                      <a:pt x="8" y="28"/>
                    </a:cubicBezTo>
                    <a:cubicBezTo>
                      <a:pt x="7" y="27"/>
                      <a:pt x="7" y="26"/>
                      <a:pt x="6" y="25"/>
                    </a:cubicBezTo>
                    <a:cubicBezTo>
                      <a:pt x="5" y="22"/>
                      <a:pt x="4" y="19"/>
                      <a:pt x="3" y="16"/>
                    </a:cubicBezTo>
                    <a:cubicBezTo>
                      <a:pt x="2" y="14"/>
                      <a:pt x="2" y="13"/>
                      <a:pt x="1" y="11"/>
                    </a:cubicBezTo>
                    <a:cubicBezTo>
                      <a:pt x="1" y="10"/>
                      <a:pt x="1" y="8"/>
                      <a:pt x="1" y="7"/>
                    </a:cubicBezTo>
                    <a:cubicBezTo>
                      <a:pt x="0" y="4"/>
                      <a:pt x="0" y="2"/>
                      <a:pt x="1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1" name="Freeform 639">
                <a:extLst>
                  <a:ext uri="{FF2B5EF4-FFF2-40B4-BE49-F238E27FC236}">
                    <a16:creationId xmlns:a16="http://schemas.microsoft.com/office/drawing/2014/main" id="{48BF626A-A540-407D-B8AE-E99002660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446"/>
                <a:ext cx="42" cy="19"/>
              </a:xfrm>
              <a:custGeom>
                <a:avLst/>
                <a:gdLst>
                  <a:gd name="T0" fmla="*/ 11 w 26"/>
                  <a:gd name="T1" fmla="*/ 2 h 12"/>
                  <a:gd name="T2" fmla="*/ 15 w 26"/>
                  <a:gd name="T3" fmla="*/ 1 h 12"/>
                  <a:gd name="T4" fmla="*/ 19 w 26"/>
                  <a:gd name="T5" fmla="*/ 0 h 12"/>
                  <a:gd name="T6" fmla="*/ 23 w 26"/>
                  <a:gd name="T7" fmla="*/ 0 h 12"/>
                  <a:gd name="T8" fmla="*/ 26 w 26"/>
                  <a:gd name="T9" fmla="*/ 1 h 12"/>
                  <a:gd name="T10" fmla="*/ 20 w 26"/>
                  <a:gd name="T11" fmla="*/ 5 h 12"/>
                  <a:gd name="T12" fmla="*/ 13 w 26"/>
                  <a:gd name="T13" fmla="*/ 9 h 12"/>
                  <a:gd name="T14" fmla="*/ 11 w 26"/>
                  <a:gd name="T15" fmla="*/ 10 h 12"/>
                  <a:gd name="T16" fmla="*/ 9 w 26"/>
                  <a:gd name="T17" fmla="*/ 10 h 12"/>
                  <a:gd name="T18" fmla="*/ 5 w 26"/>
                  <a:gd name="T19" fmla="*/ 11 h 12"/>
                  <a:gd name="T20" fmla="*/ 0 w 26"/>
                  <a:gd name="T21" fmla="*/ 12 h 12"/>
                  <a:gd name="T22" fmla="*/ 4 w 26"/>
                  <a:gd name="T23" fmla="*/ 7 h 12"/>
                  <a:gd name="T24" fmla="*/ 11 w 26"/>
                  <a:gd name="T25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" h="12">
                    <a:moveTo>
                      <a:pt x="11" y="2"/>
                    </a:moveTo>
                    <a:cubicBezTo>
                      <a:pt x="12" y="1"/>
                      <a:pt x="14" y="1"/>
                      <a:pt x="15" y="1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0" y="0"/>
                      <a:pt x="22" y="0"/>
                      <a:pt x="23" y="0"/>
                    </a:cubicBezTo>
                    <a:cubicBezTo>
                      <a:pt x="24" y="1"/>
                      <a:pt x="25" y="1"/>
                      <a:pt x="26" y="1"/>
                    </a:cubicBezTo>
                    <a:cubicBezTo>
                      <a:pt x="24" y="3"/>
                      <a:pt x="23" y="4"/>
                      <a:pt x="20" y="5"/>
                    </a:cubicBezTo>
                    <a:cubicBezTo>
                      <a:pt x="18" y="7"/>
                      <a:pt x="16" y="8"/>
                      <a:pt x="13" y="9"/>
                    </a:cubicBezTo>
                    <a:cubicBezTo>
                      <a:pt x="12" y="9"/>
                      <a:pt x="12" y="9"/>
                      <a:pt x="11" y="10"/>
                    </a:cubicBezTo>
                    <a:cubicBezTo>
                      <a:pt x="10" y="10"/>
                      <a:pt x="10" y="10"/>
                      <a:pt x="9" y="10"/>
                    </a:cubicBezTo>
                    <a:cubicBezTo>
                      <a:pt x="8" y="11"/>
                      <a:pt x="7" y="11"/>
                      <a:pt x="5" y="11"/>
                    </a:cubicBezTo>
                    <a:cubicBezTo>
                      <a:pt x="3" y="12"/>
                      <a:pt x="1" y="12"/>
                      <a:pt x="0" y="12"/>
                    </a:cubicBezTo>
                    <a:cubicBezTo>
                      <a:pt x="1" y="10"/>
                      <a:pt x="2" y="8"/>
                      <a:pt x="4" y="7"/>
                    </a:cubicBezTo>
                    <a:cubicBezTo>
                      <a:pt x="6" y="5"/>
                      <a:pt x="8" y="3"/>
                      <a:pt x="11" y="2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2" name="Freeform 640">
                <a:extLst>
                  <a:ext uri="{FF2B5EF4-FFF2-40B4-BE49-F238E27FC236}">
                    <a16:creationId xmlns:a16="http://schemas.microsoft.com/office/drawing/2014/main" id="{37DA6975-C267-41BE-A435-2056A184E1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4" y="1398"/>
                <a:ext cx="23" cy="48"/>
              </a:xfrm>
              <a:custGeom>
                <a:avLst/>
                <a:gdLst>
                  <a:gd name="T0" fmla="*/ 0 w 14"/>
                  <a:gd name="T1" fmla="*/ 0 h 29"/>
                  <a:gd name="T2" fmla="*/ 7 w 14"/>
                  <a:gd name="T3" fmla="*/ 5 h 29"/>
                  <a:gd name="T4" fmla="*/ 10 w 14"/>
                  <a:gd name="T5" fmla="*/ 9 h 29"/>
                  <a:gd name="T6" fmla="*/ 11 w 14"/>
                  <a:gd name="T7" fmla="*/ 11 h 29"/>
                  <a:gd name="T8" fmla="*/ 12 w 14"/>
                  <a:gd name="T9" fmla="*/ 14 h 29"/>
                  <a:gd name="T10" fmla="*/ 14 w 14"/>
                  <a:gd name="T11" fmla="*/ 23 h 29"/>
                  <a:gd name="T12" fmla="*/ 13 w 14"/>
                  <a:gd name="T13" fmla="*/ 29 h 29"/>
                  <a:gd name="T14" fmla="*/ 11 w 14"/>
                  <a:gd name="T15" fmla="*/ 27 h 29"/>
                  <a:gd name="T16" fmla="*/ 9 w 14"/>
                  <a:gd name="T17" fmla="*/ 24 h 29"/>
                  <a:gd name="T18" fmla="*/ 6 w 14"/>
                  <a:gd name="T19" fmla="*/ 20 h 29"/>
                  <a:gd name="T20" fmla="*/ 4 w 14"/>
                  <a:gd name="T21" fmla="*/ 16 h 29"/>
                  <a:gd name="T22" fmla="*/ 1 w 14"/>
                  <a:gd name="T23" fmla="*/ 7 h 29"/>
                  <a:gd name="T24" fmla="*/ 0 w 14"/>
                  <a:gd name="T25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9">
                    <a:moveTo>
                      <a:pt x="0" y="0"/>
                    </a:moveTo>
                    <a:cubicBezTo>
                      <a:pt x="2" y="2"/>
                      <a:pt x="4" y="3"/>
                      <a:pt x="7" y="5"/>
                    </a:cubicBezTo>
                    <a:cubicBezTo>
                      <a:pt x="8" y="7"/>
                      <a:pt x="9" y="8"/>
                      <a:pt x="10" y="9"/>
                    </a:cubicBezTo>
                    <a:cubicBezTo>
                      <a:pt x="10" y="10"/>
                      <a:pt x="11" y="11"/>
                      <a:pt x="11" y="11"/>
                    </a:cubicBezTo>
                    <a:cubicBezTo>
                      <a:pt x="11" y="12"/>
                      <a:pt x="12" y="13"/>
                      <a:pt x="12" y="14"/>
                    </a:cubicBezTo>
                    <a:cubicBezTo>
                      <a:pt x="13" y="17"/>
                      <a:pt x="14" y="20"/>
                      <a:pt x="14" y="23"/>
                    </a:cubicBezTo>
                    <a:cubicBezTo>
                      <a:pt x="14" y="25"/>
                      <a:pt x="14" y="28"/>
                      <a:pt x="13" y="29"/>
                    </a:cubicBezTo>
                    <a:cubicBezTo>
                      <a:pt x="13" y="29"/>
                      <a:pt x="12" y="28"/>
                      <a:pt x="11" y="27"/>
                    </a:cubicBezTo>
                    <a:cubicBezTo>
                      <a:pt x="10" y="26"/>
                      <a:pt x="10" y="25"/>
                      <a:pt x="9" y="24"/>
                    </a:cubicBezTo>
                    <a:cubicBezTo>
                      <a:pt x="8" y="23"/>
                      <a:pt x="7" y="21"/>
                      <a:pt x="6" y="20"/>
                    </a:cubicBezTo>
                    <a:cubicBezTo>
                      <a:pt x="6" y="19"/>
                      <a:pt x="5" y="17"/>
                      <a:pt x="4" y="16"/>
                    </a:cubicBezTo>
                    <a:cubicBezTo>
                      <a:pt x="3" y="13"/>
                      <a:pt x="1" y="10"/>
                      <a:pt x="1" y="7"/>
                    </a:cubicBezTo>
                    <a:cubicBezTo>
                      <a:pt x="0" y="5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3" name="Freeform 641">
                <a:extLst>
                  <a:ext uri="{FF2B5EF4-FFF2-40B4-BE49-F238E27FC236}">
                    <a16:creationId xmlns:a16="http://schemas.microsoft.com/office/drawing/2014/main" id="{E8447023-F1CC-41E9-AB0A-EC86990DA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1436"/>
                <a:ext cx="38" cy="24"/>
              </a:xfrm>
              <a:custGeom>
                <a:avLst/>
                <a:gdLst>
                  <a:gd name="T0" fmla="*/ 9 w 23"/>
                  <a:gd name="T1" fmla="*/ 4 h 15"/>
                  <a:gd name="T2" fmla="*/ 13 w 23"/>
                  <a:gd name="T3" fmla="*/ 2 h 15"/>
                  <a:gd name="T4" fmla="*/ 15 w 23"/>
                  <a:gd name="T5" fmla="*/ 1 h 15"/>
                  <a:gd name="T6" fmla="*/ 17 w 23"/>
                  <a:gd name="T7" fmla="*/ 1 h 15"/>
                  <a:gd name="T8" fmla="*/ 23 w 23"/>
                  <a:gd name="T9" fmla="*/ 1 h 15"/>
                  <a:gd name="T10" fmla="*/ 19 w 23"/>
                  <a:gd name="T11" fmla="*/ 6 h 15"/>
                  <a:gd name="T12" fmla="*/ 12 w 23"/>
                  <a:gd name="T13" fmla="*/ 10 h 15"/>
                  <a:gd name="T14" fmla="*/ 5 w 23"/>
                  <a:gd name="T15" fmla="*/ 14 h 15"/>
                  <a:gd name="T16" fmla="*/ 0 w 23"/>
                  <a:gd name="T17" fmla="*/ 15 h 15"/>
                  <a:gd name="T18" fmla="*/ 3 w 23"/>
                  <a:gd name="T19" fmla="*/ 10 h 15"/>
                  <a:gd name="T20" fmla="*/ 5 w 23"/>
                  <a:gd name="T21" fmla="*/ 7 h 15"/>
                  <a:gd name="T22" fmla="*/ 7 w 23"/>
                  <a:gd name="T23" fmla="*/ 5 h 15"/>
                  <a:gd name="T24" fmla="*/ 9 w 23"/>
                  <a:gd name="T25" fmla="*/ 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15">
                    <a:moveTo>
                      <a:pt x="9" y="4"/>
                    </a:moveTo>
                    <a:cubicBezTo>
                      <a:pt x="10" y="3"/>
                      <a:pt x="11" y="3"/>
                      <a:pt x="13" y="2"/>
                    </a:cubicBezTo>
                    <a:cubicBezTo>
                      <a:pt x="13" y="2"/>
                      <a:pt x="14" y="2"/>
                      <a:pt x="15" y="1"/>
                    </a:cubicBezTo>
                    <a:cubicBezTo>
                      <a:pt x="15" y="1"/>
                      <a:pt x="16" y="1"/>
                      <a:pt x="17" y="1"/>
                    </a:cubicBezTo>
                    <a:cubicBezTo>
                      <a:pt x="19" y="0"/>
                      <a:pt x="22" y="0"/>
                      <a:pt x="23" y="1"/>
                    </a:cubicBezTo>
                    <a:cubicBezTo>
                      <a:pt x="23" y="3"/>
                      <a:pt x="21" y="4"/>
                      <a:pt x="19" y="6"/>
                    </a:cubicBezTo>
                    <a:cubicBezTo>
                      <a:pt x="17" y="7"/>
                      <a:pt x="15" y="9"/>
                      <a:pt x="12" y="10"/>
                    </a:cubicBezTo>
                    <a:cubicBezTo>
                      <a:pt x="10" y="12"/>
                      <a:pt x="7" y="13"/>
                      <a:pt x="5" y="14"/>
                    </a:cubicBezTo>
                    <a:cubicBezTo>
                      <a:pt x="3" y="15"/>
                      <a:pt x="1" y="15"/>
                      <a:pt x="0" y="15"/>
                    </a:cubicBezTo>
                    <a:cubicBezTo>
                      <a:pt x="0" y="14"/>
                      <a:pt x="1" y="12"/>
                      <a:pt x="3" y="10"/>
                    </a:cubicBezTo>
                    <a:cubicBezTo>
                      <a:pt x="3" y="9"/>
                      <a:pt x="4" y="8"/>
                      <a:pt x="5" y="7"/>
                    </a:cubicBezTo>
                    <a:cubicBezTo>
                      <a:pt x="6" y="6"/>
                      <a:pt x="6" y="6"/>
                      <a:pt x="7" y="5"/>
                    </a:cubicBezTo>
                    <a:cubicBezTo>
                      <a:pt x="8" y="5"/>
                      <a:pt x="8" y="5"/>
                      <a:pt x="9" y="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4" name="Freeform 642">
                <a:extLst>
                  <a:ext uri="{FF2B5EF4-FFF2-40B4-BE49-F238E27FC236}">
                    <a16:creationId xmlns:a16="http://schemas.microsoft.com/office/drawing/2014/main" id="{C5831B6B-AD45-44F8-B955-716CBE4F3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6" y="1393"/>
                <a:ext cx="30" cy="43"/>
              </a:xfrm>
              <a:custGeom>
                <a:avLst/>
                <a:gdLst>
                  <a:gd name="T0" fmla="*/ 0 w 18"/>
                  <a:gd name="T1" fmla="*/ 0 h 26"/>
                  <a:gd name="T2" fmla="*/ 7 w 18"/>
                  <a:gd name="T3" fmla="*/ 3 h 26"/>
                  <a:gd name="T4" fmla="*/ 14 w 18"/>
                  <a:gd name="T5" fmla="*/ 11 h 26"/>
                  <a:gd name="T6" fmla="*/ 18 w 18"/>
                  <a:gd name="T7" fmla="*/ 19 h 26"/>
                  <a:gd name="T8" fmla="*/ 18 w 18"/>
                  <a:gd name="T9" fmla="*/ 26 h 26"/>
                  <a:gd name="T10" fmla="*/ 13 w 18"/>
                  <a:gd name="T11" fmla="*/ 21 h 26"/>
                  <a:gd name="T12" fmla="*/ 11 w 18"/>
                  <a:gd name="T13" fmla="*/ 20 h 26"/>
                  <a:gd name="T14" fmla="*/ 10 w 18"/>
                  <a:gd name="T15" fmla="*/ 18 h 26"/>
                  <a:gd name="T16" fmla="*/ 7 w 18"/>
                  <a:gd name="T17" fmla="*/ 14 h 26"/>
                  <a:gd name="T18" fmla="*/ 5 w 18"/>
                  <a:gd name="T19" fmla="*/ 12 h 26"/>
                  <a:gd name="T20" fmla="*/ 4 w 18"/>
                  <a:gd name="T21" fmla="*/ 10 h 26"/>
                  <a:gd name="T22" fmla="*/ 2 w 18"/>
                  <a:gd name="T23" fmla="*/ 6 h 26"/>
                  <a:gd name="T24" fmla="*/ 0 w 18"/>
                  <a:gd name="T2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6">
                    <a:moveTo>
                      <a:pt x="0" y="0"/>
                    </a:moveTo>
                    <a:cubicBezTo>
                      <a:pt x="2" y="0"/>
                      <a:pt x="5" y="2"/>
                      <a:pt x="7" y="3"/>
                    </a:cubicBezTo>
                    <a:cubicBezTo>
                      <a:pt x="10" y="5"/>
                      <a:pt x="12" y="8"/>
                      <a:pt x="14" y="11"/>
                    </a:cubicBezTo>
                    <a:cubicBezTo>
                      <a:pt x="16" y="14"/>
                      <a:pt x="17" y="16"/>
                      <a:pt x="18" y="19"/>
                    </a:cubicBezTo>
                    <a:cubicBezTo>
                      <a:pt x="18" y="22"/>
                      <a:pt x="18" y="24"/>
                      <a:pt x="18" y="26"/>
                    </a:cubicBezTo>
                    <a:cubicBezTo>
                      <a:pt x="16" y="25"/>
                      <a:pt x="14" y="23"/>
                      <a:pt x="13" y="21"/>
                    </a:cubicBezTo>
                    <a:cubicBezTo>
                      <a:pt x="12" y="21"/>
                      <a:pt x="12" y="20"/>
                      <a:pt x="11" y="20"/>
                    </a:cubicBezTo>
                    <a:cubicBezTo>
                      <a:pt x="11" y="19"/>
                      <a:pt x="10" y="18"/>
                      <a:pt x="10" y="18"/>
                    </a:cubicBezTo>
                    <a:cubicBezTo>
                      <a:pt x="9" y="17"/>
                      <a:pt x="8" y="15"/>
                      <a:pt x="7" y="14"/>
                    </a:cubicBezTo>
                    <a:cubicBezTo>
                      <a:pt x="6" y="13"/>
                      <a:pt x="6" y="13"/>
                      <a:pt x="5" y="12"/>
                    </a:cubicBezTo>
                    <a:cubicBezTo>
                      <a:pt x="5" y="11"/>
                      <a:pt x="4" y="11"/>
                      <a:pt x="4" y="10"/>
                    </a:cubicBezTo>
                    <a:cubicBezTo>
                      <a:pt x="3" y="9"/>
                      <a:pt x="3" y="7"/>
                      <a:pt x="2" y="6"/>
                    </a:cubicBezTo>
                    <a:cubicBezTo>
                      <a:pt x="1" y="4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5" name="Freeform 643">
                <a:extLst>
                  <a:ext uri="{FF2B5EF4-FFF2-40B4-BE49-F238E27FC236}">
                    <a16:creationId xmlns:a16="http://schemas.microsoft.com/office/drawing/2014/main" id="{AF6D0FE1-0B97-436D-8463-1E72AB2AF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31"/>
                <a:ext cx="35" cy="29"/>
              </a:xfrm>
              <a:custGeom>
                <a:avLst/>
                <a:gdLst>
                  <a:gd name="T0" fmla="*/ 7 w 21"/>
                  <a:gd name="T1" fmla="*/ 5 h 18"/>
                  <a:gd name="T2" fmla="*/ 15 w 21"/>
                  <a:gd name="T3" fmla="*/ 1 h 18"/>
                  <a:gd name="T4" fmla="*/ 18 w 21"/>
                  <a:gd name="T5" fmla="*/ 0 h 18"/>
                  <a:gd name="T6" fmla="*/ 20 w 21"/>
                  <a:gd name="T7" fmla="*/ 0 h 18"/>
                  <a:gd name="T8" fmla="*/ 21 w 21"/>
                  <a:gd name="T9" fmla="*/ 0 h 18"/>
                  <a:gd name="T10" fmla="*/ 20 w 21"/>
                  <a:gd name="T11" fmla="*/ 2 h 18"/>
                  <a:gd name="T12" fmla="*/ 18 w 21"/>
                  <a:gd name="T13" fmla="*/ 5 h 18"/>
                  <a:gd name="T14" fmla="*/ 12 w 21"/>
                  <a:gd name="T15" fmla="*/ 11 h 18"/>
                  <a:gd name="T16" fmla="*/ 5 w 21"/>
                  <a:gd name="T17" fmla="*/ 15 h 18"/>
                  <a:gd name="T18" fmla="*/ 2 w 21"/>
                  <a:gd name="T19" fmla="*/ 17 h 18"/>
                  <a:gd name="T20" fmla="*/ 0 w 21"/>
                  <a:gd name="T21" fmla="*/ 18 h 18"/>
                  <a:gd name="T22" fmla="*/ 2 w 21"/>
                  <a:gd name="T23" fmla="*/ 12 h 18"/>
                  <a:gd name="T24" fmla="*/ 4 w 21"/>
                  <a:gd name="T25" fmla="*/ 8 h 18"/>
                  <a:gd name="T26" fmla="*/ 7 w 21"/>
                  <a:gd name="T27" fmla="*/ 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18">
                    <a:moveTo>
                      <a:pt x="7" y="5"/>
                    </a:moveTo>
                    <a:cubicBezTo>
                      <a:pt x="10" y="3"/>
                      <a:pt x="12" y="1"/>
                      <a:pt x="15" y="1"/>
                    </a:cubicBezTo>
                    <a:cubicBezTo>
                      <a:pt x="16" y="0"/>
                      <a:pt x="17" y="0"/>
                      <a:pt x="18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1" y="0"/>
                      <a:pt x="21" y="1"/>
                      <a:pt x="20" y="2"/>
                    </a:cubicBezTo>
                    <a:cubicBezTo>
                      <a:pt x="19" y="3"/>
                      <a:pt x="19" y="4"/>
                      <a:pt x="18" y="5"/>
                    </a:cubicBezTo>
                    <a:cubicBezTo>
                      <a:pt x="16" y="7"/>
                      <a:pt x="14" y="9"/>
                      <a:pt x="12" y="11"/>
                    </a:cubicBezTo>
                    <a:cubicBezTo>
                      <a:pt x="9" y="13"/>
                      <a:pt x="7" y="14"/>
                      <a:pt x="5" y="15"/>
                    </a:cubicBezTo>
                    <a:cubicBezTo>
                      <a:pt x="4" y="16"/>
                      <a:pt x="3" y="17"/>
                      <a:pt x="2" y="17"/>
                    </a:cubicBezTo>
                    <a:cubicBezTo>
                      <a:pt x="1" y="17"/>
                      <a:pt x="1" y="18"/>
                      <a:pt x="0" y="18"/>
                    </a:cubicBezTo>
                    <a:cubicBezTo>
                      <a:pt x="0" y="16"/>
                      <a:pt x="1" y="14"/>
                      <a:pt x="2" y="12"/>
                    </a:cubicBezTo>
                    <a:cubicBezTo>
                      <a:pt x="3" y="10"/>
                      <a:pt x="3" y="9"/>
                      <a:pt x="4" y="8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6" name="Freeform 644">
                <a:extLst>
                  <a:ext uri="{FF2B5EF4-FFF2-40B4-BE49-F238E27FC236}">
                    <a16:creationId xmlns:a16="http://schemas.microsoft.com/office/drawing/2014/main" id="{03F6498B-51F2-4CA8-A06A-BF77AB3A8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390"/>
                <a:ext cx="36" cy="38"/>
              </a:xfrm>
              <a:custGeom>
                <a:avLst/>
                <a:gdLst>
                  <a:gd name="T0" fmla="*/ 0 w 22"/>
                  <a:gd name="T1" fmla="*/ 0 h 23"/>
                  <a:gd name="T2" fmla="*/ 4 w 22"/>
                  <a:gd name="T3" fmla="*/ 1 h 23"/>
                  <a:gd name="T4" fmla="*/ 8 w 22"/>
                  <a:gd name="T5" fmla="*/ 3 h 23"/>
                  <a:gd name="T6" fmla="*/ 16 w 22"/>
                  <a:gd name="T7" fmla="*/ 9 h 23"/>
                  <a:gd name="T8" fmla="*/ 20 w 22"/>
                  <a:gd name="T9" fmla="*/ 17 h 23"/>
                  <a:gd name="T10" fmla="*/ 22 w 22"/>
                  <a:gd name="T11" fmla="*/ 20 h 23"/>
                  <a:gd name="T12" fmla="*/ 22 w 22"/>
                  <a:gd name="T13" fmla="*/ 23 h 23"/>
                  <a:gd name="T14" fmla="*/ 20 w 22"/>
                  <a:gd name="T15" fmla="*/ 23 h 23"/>
                  <a:gd name="T16" fmla="*/ 19 w 22"/>
                  <a:gd name="T17" fmla="*/ 22 h 23"/>
                  <a:gd name="T18" fmla="*/ 16 w 22"/>
                  <a:gd name="T19" fmla="*/ 20 h 23"/>
                  <a:gd name="T20" fmla="*/ 9 w 22"/>
                  <a:gd name="T21" fmla="*/ 14 h 23"/>
                  <a:gd name="T22" fmla="*/ 6 w 22"/>
                  <a:gd name="T23" fmla="*/ 10 h 23"/>
                  <a:gd name="T24" fmla="*/ 3 w 22"/>
                  <a:gd name="T25" fmla="*/ 7 h 23"/>
                  <a:gd name="T26" fmla="*/ 0 w 22"/>
                  <a:gd name="T2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" h="23">
                    <a:moveTo>
                      <a:pt x="0" y="0"/>
                    </a:moveTo>
                    <a:cubicBezTo>
                      <a:pt x="1" y="0"/>
                      <a:pt x="3" y="1"/>
                      <a:pt x="4" y="1"/>
                    </a:cubicBezTo>
                    <a:cubicBezTo>
                      <a:pt x="5" y="2"/>
                      <a:pt x="7" y="2"/>
                      <a:pt x="8" y="3"/>
                    </a:cubicBezTo>
                    <a:cubicBezTo>
                      <a:pt x="11" y="5"/>
                      <a:pt x="13" y="7"/>
                      <a:pt x="16" y="9"/>
                    </a:cubicBezTo>
                    <a:cubicBezTo>
                      <a:pt x="18" y="12"/>
                      <a:pt x="20" y="14"/>
                      <a:pt x="20" y="17"/>
                    </a:cubicBezTo>
                    <a:cubicBezTo>
                      <a:pt x="21" y="18"/>
                      <a:pt x="21" y="19"/>
                      <a:pt x="22" y="20"/>
                    </a:cubicBezTo>
                    <a:cubicBezTo>
                      <a:pt x="22" y="21"/>
                      <a:pt x="22" y="22"/>
                      <a:pt x="22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19" y="22"/>
                      <a:pt x="19" y="22"/>
                    </a:cubicBezTo>
                    <a:cubicBezTo>
                      <a:pt x="18" y="21"/>
                      <a:pt x="17" y="21"/>
                      <a:pt x="16" y="20"/>
                    </a:cubicBezTo>
                    <a:cubicBezTo>
                      <a:pt x="13" y="18"/>
                      <a:pt x="11" y="16"/>
                      <a:pt x="9" y="14"/>
                    </a:cubicBezTo>
                    <a:cubicBezTo>
                      <a:pt x="8" y="12"/>
                      <a:pt x="7" y="11"/>
                      <a:pt x="6" y="10"/>
                    </a:cubicBezTo>
                    <a:cubicBezTo>
                      <a:pt x="5" y="9"/>
                      <a:pt x="4" y="8"/>
                      <a:pt x="3" y="7"/>
                    </a:cubicBezTo>
                    <a:cubicBezTo>
                      <a:pt x="1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7" name="Freeform 645">
                <a:extLst>
                  <a:ext uri="{FF2B5EF4-FFF2-40B4-BE49-F238E27FC236}">
                    <a16:creationId xmlns:a16="http://schemas.microsoft.com/office/drawing/2014/main" id="{929B2E45-EBED-47C6-8FEB-310A1F5A0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426"/>
                <a:ext cx="31" cy="34"/>
              </a:xfrm>
              <a:custGeom>
                <a:avLst/>
                <a:gdLst>
                  <a:gd name="T0" fmla="*/ 6 w 19"/>
                  <a:gd name="T1" fmla="*/ 8 h 21"/>
                  <a:gd name="T2" fmla="*/ 9 w 19"/>
                  <a:gd name="T3" fmla="*/ 5 h 21"/>
                  <a:gd name="T4" fmla="*/ 12 w 19"/>
                  <a:gd name="T5" fmla="*/ 2 h 21"/>
                  <a:gd name="T6" fmla="*/ 16 w 19"/>
                  <a:gd name="T7" fmla="*/ 1 h 21"/>
                  <a:gd name="T8" fmla="*/ 19 w 19"/>
                  <a:gd name="T9" fmla="*/ 0 h 21"/>
                  <a:gd name="T10" fmla="*/ 16 w 19"/>
                  <a:gd name="T11" fmla="*/ 6 h 21"/>
                  <a:gd name="T12" fmla="*/ 11 w 19"/>
                  <a:gd name="T13" fmla="*/ 13 h 21"/>
                  <a:gd name="T14" fmla="*/ 5 w 19"/>
                  <a:gd name="T15" fmla="*/ 18 h 21"/>
                  <a:gd name="T16" fmla="*/ 2 w 19"/>
                  <a:gd name="T17" fmla="*/ 20 h 21"/>
                  <a:gd name="T18" fmla="*/ 0 w 19"/>
                  <a:gd name="T19" fmla="*/ 21 h 21"/>
                  <a:gd name="T20" fmla="*/ 1 w 19"/>
                  <a:gd name="T21" fmla="*/ 15 h 21"/>
                  <a:gd name="T22" fmla="*/ 6 w 19"/>
                  <a:gd name="T23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21">
                    <a:moveTo>
                      <a:pt x="6" y="8"/>
                    </a:moveTo>
                    <a:cubicBezTo>
                      <a:pt x="7" y="7"/>
                      <a:pt x="8" y="6"/>
                      <a:pt x="9" y="5"/>
                    </a:cubicBezTo>
                    <a:cubicBezTo>
                      <a:pt x="10" y="4"/>
                      <a:pt x="11" y="3"/>
                      <a:pt x="12" y="2"/>
                    </a:cubicBezTo>
                    <a:cubicBezTo>
                      <a:pt x="13" y="2"/>
                      <a:pt x="15" y="1"/>
                      <a:pt x="16" y="1"/>
                    </a:cubicBezTo>
                    <a:cubicBezTo>
                      <a:pt x="17" y="1"/>
                      <a:pt x="18" y="1"/>
                      <a:pt x="19" y="0"/>
                    </a:cubicBezTo>
                    <a:cubicBezTo>
                      <a:pt x="18" y="2"/>
                      <a:pt x="17" y="4"/>
                      <a:pt x="16" y="6"/>
                    </a:cubicBezTo>
                    <a:cubicBezTo>
                      <a:pt x="14" y="9"/>
                      <a:pt x="13" y="11"/>
                      <a:pt x="11" y="13"/>
                    </a:cubicBezTo>
                    <a:cubicBezTo>
                      <a:pt x="9" y="15"/>
                      <a:pt x="7" y="17"/>
                      <a:pt x="5" y="18"/>
                    </a:cubicBezTo>
                    <a:cubicBezTo>
                      <a:pt x="4" y="19"/>
                      <a:pt x="3" y="20"/>
                      <a:pt x="2" y="20"/>
                    </a:cubicBezTo>
                    <a:cubicBezTo>
                      <a:pt x="1" y="21"/>
                      <a:pt x="0" y="21"/>
                      <a:pt x="0" y="21"/>
                    </a:cubicBezTo>
                    <a:cubicBezTo>
                      <a:pt x="0" y="19"/>
                      <a:pt x="0" y="17"/>
                      <a:pt x="1" y="15"/>
                    </a:cubicBezTo>
                    <a:cubicBezTo>
                      <a:pt x="2" y="12"/>
                      <a:pt x="3" y="10"/>
                      <a:pt x="6" y="8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8" name="Freeform 646">
                <a:extLst>
                  <a:ext uri="{FF2B5EF4-FFF2-40B4-BE49-F238E27FC236}">
                    <a16:creationId xmlns:a16="http://schemas.microsoft.com/office/drawing/2014/main" id="{67DE036F-D1F2-4A08-A9DE-697D8D0D3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2" y="1392"/>
                <a:ext cx="39" cy="32"/>
              </a:xfrm>
              <a:custGeom>
                <a:avLst/>
                <a:gdLst>
                  <a:gd name="T0" fmla="*/ 0 w 24"/>
                  <a:gd name="T1" fmla="*/ 0 h 20"/>
                  <a:gd name="T2" fmla="*/ 3 w 24"/>
                  <a:gd name="T3" fmla="*/ 1 h 20"/>
                  <a:gd name="T4" fmla="*/ 8 w 24"/>
                  <a:gd name="T5" fmla="*/ 2 h 20"/>
                  <a:gd name="T6" fmla="*/ 16 w 24"/>
                  <a:gd name="T7" fmla="*/ 7 h 20"/>
                  <a:gd name="T8" fmla="*/ 22 w 24"/>
                  <a:gd name="T9" fmla="*/ 14 h 20"/>
                  <a:gd name="T10" fmla="*/ 24 w 24"/>
                  <a:gd name="T11" fmla="*/ 20 h 20"/>
                  <a:gd name="T12" fmla="*/ 21 w 24"/>
                  <a:gd name="T13" fmla="*/ 19 h 20"/>
                  <a:gd name="T14" fmla="*/ 17 w 24"/>
                  <a:gd name="T15" fmla="*/ 18 h 20"/>
                  <a:gd name="T16" fmla="*/ 14 w 24"/>
                  <a:gd name="T17" fmla="*/ 15 h 20"/>
                  <a:gd name="T18" fmla="*/ 10 w 24"/>
                  <a:gd name="T19" fmla="*/ 12 h 20"/>
                  <a:gd name="T20" fmla="*/ 3 w 24"/>
                  <a:gd name="T21" fmla="*/ 6 h 20"/>
                  <a:gd name="T22" fmla="*/ 0 w 24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20">
                    <a:moveTo>
                      <a:pt x="0" y="0"/>
                    </a:moveTo>
                    <a:cubicBezTo>
                      <a:pt x="1" y="0"/>
                      <a:pt x="2" y="0"/>
                      <a:pt x="3" y="1"/>
                    </a:cubicBezTo>
                    <a:cubicBezTo>
                      <a:pt x="5" y="1"/>
                      <a:pt x="6" y="1"/>
                      <a:pt x="8" y="2"/>
                    </a:cubicBezTo>
                    <a:cubicBezTo>
                      <a:pt x="10" y="3"/>
                      <a:pt x="13" y="5"/>
                      <a:pt x="16" y="7"/>
                    </a:cubicBezTo>
                    <a:cubicBezTo>
                      <a:pt x="18" y="9"/>
                      <a:pt x="20" y="12"/>
                      <a:pt x="22" y="14"/>
                    </a:cubicBezTo>
                    <a:cubicBezTo>
                      <a:pt x="23" y="16"/>
                      <a:pt x="24" y="18"/>
                      <a:pt x="24" y="20"/>
                    </a:cubicBezTo>
                    <a:cubicBezTo>
                      <a:pt x="23" y="20"/>
                      <a:pt x="22" y="20"/>
                      <a:pt x="21" y="19"/>
                    </a:cubicBezTo>
                    <a:cubicBezTo>
                      <a:pt x="20" y="19"/>
                      <a:pt x="19" y="18"/>
                      <a:pt x="17" y="18"/>
                    </a:cubicBezTo>
                    <a:cubicBezTo>
                      <a:pt x="16" y="17"/>
                      <a:pt x="15" y="16"/>
                      <a:pt x="14" y="15"/>
                    </a:cubicBezTo>
                    <a:cubicBezTo>
                      <a:pt x="12" y="14"/>
                      <a:pt x="11" y="13"/>
                      <a:pt x="10" y="12"/>
                    </a:cubicBezTo>
                    <a:cubicBezTo>
                      <a:pt x="7" y="10"/>
                      <a:pt x="5" y="8"/>
                      <a:pt x="3" y="6"/>
                    </a:cubicBezTo>
                    <a:cubicBezTo>
                      <a:pt x="1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89" name="Freeform 647">
                <a:extLst>
                  <a:ext uri="{FF2B5EF4-FFF2-40B4-BE49-F238E27FC236}">
                    <a16:creationId xmlns:a16="http://schemas.microsoft.com/office/drawing/2014/main" id="{E94D7BF2-7C75-49D6-9DF2-558EB7FBE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1426"/>
                <a:ext cx="28" cy="38"/>
              </a:xfrm>
              <a:custGeom>
                <a:avLst/>
                <a:gdLst>
                  <a:gd name="T0" fmla="*/ 5 w 17"/>
                  <a:gd name="T1" fmla="*/ 9 h 23"/>
                  <a:gd name="T2" fmla="*/ 11 w 17"/>
                  <a:gd name="T3" fmla="*/ 3 h 23"/>
                  <a:gd name="T4" fmla="*/ 12 w 17"/>
                  <a:gd name="T5" fmla="*/ 2 h 23"/>
                  <a:gd name="T6" fmla="*/ 14 w 17"/>
                  <a:gd name="T7" fmla="*/ 1 h 23"/>
                  <a:gd name="T8" fmla="*/ 17 w 17"/>
                  <a:gd name="T9" fmla="*/ 0 h 23"/>
                  <a:gd name="T10" fmla="*/ 15 w 17"/>
                  <a:gd name="T11" fmla="*/ 7 h 23"/>
                  <a:gd name="T12" fmla="*/ 13 w 17"/>
                  <a:gd name="T13" fmla="*/ 10 h 23"/>
                  <a:gd name="T14" fmla="*/ 10 w 17"/>
                  <a:gd name="T15" fmla="*/ 14 h 23"/>
                  <a:gd name="T16" fmla="*/ 8 w 17"/>
                  <a:gd name="T17" fmla="*/ 17 h 23"/>
                  <a:gd name="T18" fmla="*/ 6 w 17"/>
                  <a:gd name="T19" fmla="*/ 18 h 23"/>
                  <a:gd name="T20" fmla="*/ 5 w 17"/>
                  <a:gd name="T21" fmla="*/ 20 h 23"/>
                  <a:gd name="T22" fmla="*/ 0 w 17"/>
                  <a:gd name="T23" fmla="*/ 23 h 23"/>
                  <a:gd name="T24" fmla="*/ 5 w 17"/>
                  <a:gd name="T25" fmla="*/ 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" h="23">
                    <a:moveTo>
                      <a:pt x="5" y="9"/>
                    </a:moveTo>
                    <a:cubicBezTo>
                      <a:pt x="6" y="7"/>
                      <a:pt x="9" y="5"/>
                      <a:pt x="11" y="3"/>
                    </a:cubicBezTo>
                    <a:cubicBezTo>
                      <a:pt x="11" y="3"/>
                      <a:pt x="12" y="2"/>
                      <a:pt x="12" y="2"/>
                    </a:cubicBezTo>
                    <a:cubicBezTo>
                      <a:pt x="13" y="2"/>
                      <a:pt x="13" y="1"/>
                      <a:pt x="14" y="1"/>
                    </a:cubicBezTo>
                    <a:cubicBezTo>
                      <a:pt x="15" y="1"/>
                      <a:pt x="16" y="0"/>
                      <a:pt x="17" y="0"/>
                    </a:cubicBezTo>
                    <a:cubicBezTo>
                      <a:pt x="17" y="2"/>
                      <a:pt x="16" y="4"/>
                      <a:pt x="15" y="7"/>
                    </a:cubicBezTo>
                    <a:cubicBezTo>
                      <a:pt x="14" y="8"/>
                      <a:pt x="14" y="9"/>
                      <a:pt x="13" y="10"/>
                    </a:cubicBezTo>
                    <a:cubicBezTo>
                      <a:pt x="12" y="11"/>
                      <a:pt x="11" y="12"/>
                      <a:pt x="10" y="14"/>
                    </a:cubicBezTo>
                    <a:cubicBezTo>
                      <a:pt x="10" y="15"/>
                      <a:pt x="9" y="16"/>
                      <a:pt x="8" y="17"/>
                    </a:cubicBezTo>
                    <a:cubicBezTo>
                      <a:pt x="7" y="18"/>
                      <a:pt x="7" y="18"/>
                      <a:pt x="6" y="18"/>
                    </a:cubicBezTo>
                    <a:cubicBezTo>
                      <a:pt x="6" y="19"/>
                      <a:pt x="5" y="19"/>
                      <a:pt x="5" y="20"/>
                    </a:cubicBezTo>
                    <a:cubicBezTo>
                      <a:pt x="3" y="21"/>
                      <a:pt x="2" y="23"/>
                      <a:pt x="0" y="23"/>
                    </a:cubicBezTo>
                    <a:cubicBezTo>
                      <a:pt x="0" y="20"/>
                      <a:pt x="1" y="14"/>
                      <a:pt x="5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0" name="Freeform 648">
                <a:extLst>
                  <a:ext uri="{FF2B5EF4-FFF2-40B4-BE49-F238E27FC236}">
                    <a16:creationId xmlns:a16="http://schemas.microsoft.com/office/drawing/2014/main" id="{E490F3AD-47D9-42A9-8532-A994BC4E6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6" y="1397"/>
                <a:ext cx="43" cy="27"/>
              </a:xfrm>
              <a:custGeom>
                <a:avLst/>
                <a:gdLst>
                  <a:gd name="T0" fmla="*/ 0 w 26"/>
                  <a:gd name="T1" fmla="*/ 0 h 17"/>
                  <a:gd name="T2" fmla="*/ 8 w 26"/>
                  <a:gd name="T3" fmla="*/ 1 h 17"/>
                  <a:gd name="T4" fmla="*/ 10 w 26"/>
                  <a:gd name="T5" fmla="*/ 1 h 17"/>
                  <a:gd name="T6" fmla="*/ 12 w 26"/>
                  <a:gd name="T7" fmla="*/ 2 h 17"/>
                  <a:gd name="T8" fmla="*/ 16 w 26"/>
                  <a:gd name="T9" fmla="*/ 5 h 17"/>
                  <a:gd name="T10" fmla="*/ 20 w 26"/>
                  <a:gd name="T11" fmla="*/ 8 h 17"/>
                  <a:gd name="T12" fmla="*/ 23 w 26"/>
                  <a:gd name="T13" fmla="*/ 11 h 17"/>
                  <a:gd name="T14" fmla="*/ 26 w 26"/>
                  <a:gd name="T15" fmla="*/ 17 h 17"/>
                  <a:gd name="T16" fmla="*/ 23 w 26"/>
                  <a:gd name="T17" fmla="*/ 16 h 17"/>
                  <a:gd name="T18" fmla="*/ 21 w 26"/>
                  <a:gd name="T19" fmla="*/ 16 h 17"/>
                  <a:gd name="T20" fmla="*/ 19 w 26"/>
                  <a:gd name="T21" fmla="*/ 15 h 17"/>
                  <a:gd name="T22" fmla="*/ 11 w 26"/>
                  <a:gd name="T23" fmla="*/ 11 h 17"/>
                  <a:gd name="T24" fmla="*/ 0 w 26"/>
                  <a:gd name="T2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" h="17">
                    <a:moveTo>
                      <a:pt x="0" y="0"/>
                    </a:moveTo>
                    <a:cubicBezTo>
                      <a:pt x="2" y="0"/>
                      <a:pt x="5" y="0"/>
                      <a:pt x="8" y="1"/>
                    </a:cubicBezTo>
                    <a:cubicBezTo>
                      <a:pt x="8" y="1"/>
                      <a:pt x="9" y="1"/>
                      <a:pt x="10" y="1"/>
                    </a:cubicBezTo>
                    <a:cubicBezTo>
                      <a:pt x="11" y="2"/>
                      <a:pt x="11" y="2"/>
                      <a:pt x="12" y="2"/>
                    </a:cubicBezTo>
                    <a:cubicBezTo>
                      <a:pt x="13" y="3"/>
                      <a:pt x="15" y="4"/>
                      <a:pt x="16" y="5"/>
                    </a:cubicBezTo>
                    <a:cubicBezTo>
                      <a:pt x="18" y="6"/>
                      <a:pt x="19" y="7"/>
                      <a:pt x="20" y="8"/>
                    </a:cubicBezTo>
                    <a:cubicBezTo>
                      <a:pt x="21" y="9"/>
                      <a:pt x="22" y="10"/>
                      <a:pt x="23" y="11"/>
                    </a:cubicBezTo>
                    <a:cubicBezTo>
                      <a:pt x="25" y="13"/>
                      <a:pt x="26" y="15"/>
                      <a:pt x="26" y="17"/>
                    </a:cubicBezTo>
                    <a:cubicBezTo>
                      <a:pt x="25" y="17"/>
                      <a:pt x="24" y="17"/>
                      <a:pt x="23" y="16"/>
                    </a:cubicBezTo>
                    <a:cubicBezTo>
                      <a:pt x="22" y="16"/>
                      <a:pt x="22" y="16"/>
                      <a:pt x="21" y="16"/>
                    </a:cubicBezTo>
                    <a:cubicBezTo>
                      <a:pt x="20" y="16"/>
                      <a:pt x="20" y="15"/>
                      <a:pt x="19" y="15"/>
                    </a:cubicBezTo>
                    <a:cubicBezTo>
                      <a:pt x="17" y="14"/>
                      <a:pt x="14" y="13"/>
                      <a:pt x="11" y="11"/>
                    </a:cubicBezTo>
                    <a:cubicBezTo>
                      <a:pt x="6" y="7"/>
                      <a:pt x="1" y="3"/>
                      <a:pt x="0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1" name="Freeform 649">
                <a:extLst>
                  <a:ext uri="{FF2B5EF4-FFF2-40B4-BE49-F238E27FC236}">
                    <a16:creationId xmlns:a16="http://schemas.microsoft.com/office/drawing/2014/main" id="{0C8139A3-03E7-4936-9832-F17E1E466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1429"/>
                <a:ext cx="25" cy="40"/>
              </a:xfrm>
              <a:custGeom>
                <a:avLst/>
                <a:gdLst>
                  <a:gd name="T0" fmla="*/ 4 w 15"/>
                  <a:gd name="T1" fmla="*/ 10 h 24"/>
                  <a:gd name="T2" fmla="*/ 15 w 15"/>
                  <a:gd name="T3" fmla="*/ 0 h 24"/>
                  <a:gd name="T4" fmla="*/ 10 w 15"/>
                  <a:gd name="T5" fmla="*/ 14 h 24"/>
                  <a:gd name="T6" fmla="*/ 8 w 15"/>
                  <a:gd name="T7" fmla="*/ 17 h 24"/>
                  <a:gd name="T8" fmla="*/ 5 w 15"/>
                  <a:gd name="T9" fmla="*/ 20 h 24"/>
                  <a:gd name="T10" fmla="*/ 3 w 15"/>
                  <a:gd name="T11" fmla="*/ 23 h 24"/>
                  <a:gd name="T12" fmla="*/ 0 w 15"/>
                  <a:gd name="T13" fmla="*/ 24 h 24"/>
                  <a:gd name="T14" fmla="*/ 1 w 15"/>
                  <a:gd name="T15" fmla="*/ 18 h 24"/>
                  <a:gd name="T16" fmla="*/ 4 w 15"/>
                  <a:gd name="T17" fmla="*/ 1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4">
                    <a:moveTo>
                      <a:pt x="4" y="10"/>
                    </a:moveTo>
                    <a:cubicBezTo>
                      <a:pt x="7" y="4"/>
                      <a:pt x="11" y="1"/>
                      <a:pt x="15" y="0"/>
                    </a:cubicBezTo>
                    <a:cubicBezTo>
                      <a:pt x="15" y="3"/>
                      <a:pt x="13" y="9"/>
                      <a:pt x="10" y="14"/>
                    </a:cubicBezTo>
                    <a:cubicBezTo>
                      <a:pt x="9" y="15"/>
                      <a:pt x="8" y="16"/>
                      <a:pt x="8" y="17"/>
                    </a:cubicBezTo>
                    <a:cubicBezTo>
                      <a:pt x="7" y="19"/>
                      <a:pt x="6" y="20"/>
                      <a:pt x="5" y="20"/>
                    </a:cubicBezTo>
                    <a:cubicBezTo>
                      <a:pt x="4" y="21"/>
                      <a:pt x="4" y="22"/>
                      <a:pt x="3" y="23"/>
                    </a:cubicBezTo>
                    <a:cubicBezTo>
                      <a:pt x="2" y="23"/>
                      <a:pt x="1" y="24"/>
                      <a:pt x="0" y="24"/>
                    </a:cubicBezTo>
                    <a:cubicBezTo>
                      <a:pt x="0" y="23"/>
                      <a:pt x="0" y="20"/>
                      <a:pt x="1" y="18"/>
                    </a:cubicBezTo>
                    <a:cubicBezTo>
                      <a:pt x="1" y="15"/>
                      <a:pt x="2" y="13"/>
                      <a:pt x="4" y="1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2" name="Freeform 650">
                <a:extLst>
                  <a:ext uri="{FF2B5EF4-FFF2-40B4-BE49-F238E27FC236}">
                    <a16:creationId xmlns:a16="http://schemas.microsoft.com/office/drawing/2014/main" id="{AC8FD16E-749F-4987-88B7-C3786A763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1403"/>
                <a:ext cx="44" cy="25"/>
              </a:xfrm>
              <a:custGeom>
                <a:avLst/>
                <a:gdLst>
                  <a:gd name="T0" fmla="*/ 0 w 27"/>
                  <a:gd name="T1" fmla="*/ 0 h 15"/>
                  <a:gd name="T2" fmla="*/ 3 w 27"/>
                  <a:gd name="T3" fmla="*/ 0 h 15"/>
                  <a:gd name="T4" fmla="*/ 7 w 27"/>
                  <a:gd name="T5" fmla="*/ 0 h 15"/>
                  <a:gd name="T6" fmla="*/ 12 w 27"/>
                  <a:gd name="T7" fmla="*/ 1 h 15"/>
                  <a:gd name="T8" fmla="*/ 16 w 27"/>
                  <a:gd name="T9" fmla="*/ 3 h 15"/>
                  <a:gd name="T10" fmla="*/ 27 w 27"/>
                  <a:gd name="T11" fmla="*/ 14 h 15"/>
                  <a:gd name="T12" fmla="*/ 12 w 27"/>
                  <a:gd name="T13" fmla="*/ 10 h 15"/>
                  <a:gd name="T14" fmla="*/ 4 w 27"/>
                  <a:gd name="T15" fmla="*/ 5 h 15"/>
                  <a:gd name="T16" fmla="*/ 0 w 27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15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1"/>
                      <a:pt x="12" y="1"/>
                    </a:cubicBezTo>
                    <a:cubicBezTo>
                      <a:pt x="13" y="2"/>
                      <a:pt x="15" y="2"/>
                      <a:pt x="16" y="3"/>
                    </a:cubicBezTo>
                    <a:cubicBezTo>
                      <a:pt x="22" y="7"/>
                      <a:pt x="26" y="11"/>
                      <a:pt x="27" y="14"/>
                    </a:cubicBezTo>
                    <a:cubicBezTo>
                      <a:pt x="23" y="15"/>
                      <a:pt x="17" y="13"/>
                      <a:pt x="12" y="10"/>
                    </a:cubicBezTo>
                    <a:cubicBezTo>
                      <a:pt x="9" y="8"/>
                      <a:pt x="6" y="7"/>
                      <a:pt x="4" y="5"/>
                    </a:cubicBezTo>
                    <a:cubicBezTo>
                      <a:pt x="2" y="3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3" name="Freeform 651">
                <a:extLst>
                  <a:ext uri="{FF2B5EF4-FFF2-40B4-BE49-F238E27FC236}">
                    <a16:creationId xmlns:a16="http://schemas.microsoft.com/office/drawing/2014/main" id="{F8BBD4E5-FF37-4A46-9C2A-7A7488CD0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0" y="1429"/>
                <a:ext cx="48" cy="18"/>
              </a:xfrm>
              <a:custGeom>
                <a:avLst/>
                <a:gdLst>
                  <a:gd name="T0" fmla="*/ 14 w 29"/>
                  <a:gd name="T1" fmla="*/ 2 h 11"/>
                  <a:gd name="T2" fmla="*/ 18 w 29"/>
                  <a:gd name="T3" fmla="*/ 1 h 11"/>
                  <a:gd name="T4" fmla="*/ 20 w 29"/>
                  <a:gd name="T5" fmla="*/ 0 h 11"/>
                  <a:gd name="T6" fmla="*/ 23 w 29"/>
                  <a:gd name="T7" fmla="*/ 0 h 11"/>
                  <a:gd name="T8" fmla="*/ 29 w 29"/>
                  <a:gd name="T9" fmla="*/ 1 h 11"/>
                  <a:gd name="T10" fmla="*/ 24 w 29"/>
                  <a:gd name="T11" fmla="*/ 5 h 11"/>
                  <a:gd name="T12" fmla="*/ 22 w 29"/>
                  <a:gd name="T13" fmla="*/ 6 h 11"/>
                  <a:gd name="T14" fmla="*/ 20 w 29"/>
                  <a:gd name="T15" fmla="*/ 7 h 11"/>
                  <a:gd name="T16" fmla="*/ 16 w 29"/>
                  <a:gd name="T17" fmla="*/ 9 h 11"/>
                  <a:gd name="T18" fmla="*/ 11 w 29"/>
                  <a:gd name="T19" fmla="*/ 10 h 11"/>
                  <a:gd name="T20" fmla="*/ 7 w 29"/>
                  <a:gd name="T21" fmla="*/ 11 h 11"/>
                  <a:gd name="T22" fmla="*/ 0 w 29"/>
                  <a:gd name="T23" fmla="*/ 11 h 11"/>
                  <a:gd name="T24" fmla="*/ 5 w 29"/>
                  <a:gd name="T25" fmla="*/ 6 h 11"/>
                  <a:gd name="T26" fmla="*/ 9 w 29"/>
                  <a:gd name="T27" fmla="*/ 4 h 11"/>
                  <a:gd name="T28" fmla="*/ 14 w 29"/>
                  <a:gd name="T29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11">
                    <a:moveTo>
                      <a:pt x="14" y="2"/>
                    </a:moveTo>
                    <a:cubicBezTo>
                      <a:pt x="15" y="1"/>
                      <a:pt x="17" y="1"/>
                      <a:pt x="18" y="1"/>
                    </a:cubicBezTo>
                    <a:cubicBezTo>
                      <a:pt x="19" y="1"/>
                      <a:pt x="20" y="0"/>
                      <a:pt x="20" y="0"/>
                    </a:cubicBezTo>
                    <a:cubicBezTo>
                      <a:pt x="21" y="0"/>
                      <a:pt x="22" y="0"/>
                      <a:pt x="23" y="0"/>
                    </a:cubicBezTo>
                    <a:cubicBezTo>
                      <a:pt x="25" y="0"/>
                      <a:pt x="28" y="1"/>
                      <a:pt x="29" y="1"/>
                    </a:cubicBezTo>
                    <a:cubicBezTo>
                      <a:pt x="28" y="3"/>
                      <a:pt x="26" y="4"/>
                      <a:pt x="24" y="5"/>
                    </a:cubicBezTo>
                    <a:cubicBezTo>
                      <a:pt x="23" y="6"/>
                      <a:pt x="23" y="6"/>
                      <a:pt x="22" y="6"/>
                    </a:cubicBezTo>
                    <a:cubicBezTo>
                      <a:pt x="22" y="7"/>
                      <a:pt x="21" y="7"/>
                      <a:pt x="20" y="7"/>
                    </a:cubicBezTo>
                    <a:cubicBezTo>
                      <a:pt x="19" y="8"/>
                      <a:pt x="17" y="9"/>
                      <a:pt x="16" y="9"/>
                    </a:cubicBezTo>
                    <a:cubicBezTo>
                      <a:pt x="14" y="10"/>
                      <a:pt x="13" y="10"/>
                      <a:pt x="11" y="10"/>
                    </a:cubicBezTo>
                    <a:cubicBezTo>
                      <a:pt x="10" y="11"/>
                      <a:pt x="9" y="11"/>
                      <a:pt x="7" y="11"/>
                    </a:cubicBezTo>
                    <a:cubicBezTo>
                      <a:pt x="5" y="11"/>
                      <a:pt x="2" y="11"/>
                      <a:pt x="0" y="11"/>
                    </a:cubicBezTo>
                    <a:cubicBezTo>
                      <a:pt x="1" y="9"/>
                      <a:pt x="3" y="8"/>
                      <a:pt x="5" y="6"/>
                    </a:cubicBezTo>
                    <a:cubicBezTo>
                      <a:pt x="6" y="5"/>
                      <a:pt x="8" y="5"/>
                      <a:pt x="9" y="4"/>
                    </a:cubicBezTo>
                    <a:cubicBezTo>
                      <a:pt x="10" y="3"/>
                      <a:pt x="12" y="3"/>
                      <a:pt x="14" y="2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4" name="Freeform 652">
                <a:extLst>
                  <a:ext uri="{FF2B5EF4-FFF2-40B4-BE49-F238E27FC236}">
                    <a16:creationId xmlns:a16="http://schemas.microsoft.com/office/drawing/2014/main" id="{9095A234-D21F-4365-895C-8792ACCD9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418"/>
                <a:ext cx="223" cy="118"/>
              </a:xfrm>
              <a:custGeom>
                <a:avLst/>
                <a:gdLst>
                  <a:gd name="T0" fmla="*/ 134 w 136"/>
                  <a:gd name="T1" fmla="*/ 72 h 72"/>
                  <a:gd name="T2" fmla="*/ 136 w 136"/>
                  <a:gd name="T3" fmla="*/ 72 h 72"/>
                  <a:gd name="T4" fmla="*/ 87 w 136"/>
                  <a:gd name="T5" fmla="*/ 13 h 72"/>
                  <a:gd name="T6" fmla="*/ 0 w 136"/>
                  <a:gd name="T7" fmla="*/ 12 h 72"/>
                  <a:gd name="T8" fmla="*/ 1 w 136"/>
                  <a:gd name="T9" fmla="*/ 14 h 72"/>
                  <a:gd name="T10" fmla="*/ 86 w 136"/>
                  <a:gd name="T11" fmla="*/ 15 h 72"/>
                  <a:gd name="T12" fmla="*/ 134 w 136"/>
                  <a:gd name="T13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6" h="72">
                    <a:moveTo>
                      <a:pt x="134" y="72"/>
                    </a:moveTo>
                    <a:cubicBezTo>
                      <a:pt x="136" y="72"/>
                      <a:pt x="136" y="72"/>
                      <a:pt x="136" y="72"/>
                    </a:cubicBezTo>
                    <a:cubicBezTo>
                      <a:pt x="135" y="71"/>
                      <a:pt x="123" y="32"/>
                      <a:pt x="87" y="13"/>
                    </a:cubicBezTo>
                    <a:cubicBezTo>
                      <a:pt x="63" y="1"/>
                      <a:pt x="34" y="0"/>
                      <a:pt x="0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34" y="2"/>
                      <a:pt x="62" y="3"/>
                      <a:pt x="86" y="15"/>
                    </a:cubicBezTo>
                    <a:cubicBezTo>
                      <a:pt x="121" y="33"/>
                      <a:pt x="133" y="72"/>
                      <a:pt x="134" y="72"/>
                    </a:cubicBezTo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5" name="Freeform 653">
                <a:extLst>
                  <a:ext uri="{FF2B5EF4-FFF2-40B4-BE49-F238E27FC236}">
                    <a16:creationId xmlns:a16="http://schemas.microsoft.com/office/drawing/2014/main" id="{73518B7E-4820-49CB-AF8A-A6A12F304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506"/>
                <a:ext cx="28" cy="34"/>
              </a:xfrm>
              <a:custGeom>
                <a:avLst/>
                <a:gdLst>
                  <a:gd name="T0" fmla="*/ 11 w 17"/>
                  <a:gd name="T1" fmla="*/ 9 h 21"/>
                  <a:gd name="T2" fmla="*/ 16 w 17"/>
                  <a:gd name="T3" fmla="*/ 21 h 21"/>
                  <a:gd name="T4" fmla="*/ 5 w 17"/>
                  <a:gd name="T5" fmla="*/ 12 h 21"/>
                  <a:gd name="T6" fmla="*/ 0 w 17"/>
                  <a:gd name="T7" fmla="*/ 0 h 21"/>
                  <a:gd name="T8" fmla="*/ 11 w 17"/>
                  <a:gd name="T9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1" y="9"/>
                    </a:moveTo>
                    <a:cubicBezTo>
                      <a:pt x="15" y="13"/>
                      <a:pt x="17" y="18"/>
                      <a:pt x="16" y="21"/>
                    </a:cubicBezTo>
                    <a:cubicBezTo>
                      <a:pt x="13" y="20"/>
                      <a:pt x="9" y="17"/>
                      <a:pt x="5" y="12"/>
                    </a:cubicBezTo>
                    <a:cubicBezTo>
                      <a:pt x="1" y="8"/>
                      <a:pt x="0" y="3"/>
                      <a:pt x="0" y="0"/>
                    </a:cubicBezTo>
                    <a:cubicBezTo>
                      <a:pt x="3" y="1"/>
                      <a:pt x="8" y="4"/>
                      <a:pt x="11" y="9"/>
                    </a:cubicBezTo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6" name="Freeform 654">
                <a:extLst>
                  <a:ext uri="{FF2B5EF4-FFF2-40B4-BE49-F238E27FC236}">
                    <a16:creationId xmlns:a16="http://schemas.microsoft.com/office/drawing/2014/main" id="{609255A0-464E-4ADD-A176-090A0CFAA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6" y="1518"/>
                <a:ext cx="38" cy="24"/>
              </a:xfrm>
              <a:custGeom>
                <a:avLst/>
                <a:gdLst>
                  <a:gd name="T0" fmla="*/ 23 w 23"/>
                  <a:gd name="T1" fmla="*/ 1 h 15"/>
                  <a:gd name="T2" fmla="*/ 14 w 23"/>
                  <a:gd name="T3" fmla="*/ 10 h 15"/>
                  <a:gd name="T4" fmla="*/ 0 w 23"/>
                  <a:gd name="T5" fmla="*/ 15 h 15"/>
                  <a:gd name="T6" fmla="*/ 9 w 23"/>
                  <a:gd name="T7" fmla="*/ 5 h 15"/>
                  <a:gd name="T8" fmla="*/ 23 w 23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5">
                    <a:moveTo>
                      <a:pt x="23" y="1"/>
                    </a:moveTo>
                    <a:cubicBezTo>
                      <a:pt x="22" y="4"/>
                      <a:pt x="19" y="8"/>
                      <a:pt x="14" y="10"/>
                    </a:cubicBezTo>
                    <a:cubicBezTo>
                      <a:pt x="9" y="13"/>
                      <a:pt x="3" y="15"/>
                      <a:pt x="0" y="15"/>
                    </a:cubicBezTo>
                    <a:cubicBezTo>
                      <a:pt x="1" y="12"/>
                      <a:pt x="4" y="8"/>
                      <a:pt x="9" y="5"/>
                    </a:cubicBezTo>
                    <a:cubicBezTo>
                      <a:pt x="14" y="2"/>
                      <a:pt x="20" y="0"/>
                      <a:pt x="23" y="1"/>
                    </a:cubicBezTo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7" name="Freeform 655">
                <a:extLst>
                  <a:ext uri="{FF2B5EF4-FFF2-40B4-BE49-F238E27FC236}">
                    <a16:creationId xmlns:a16="http://schemas.microsoft.com/office/drawing/2014/main" id="{AADE72D8-9E23-4527-AE2E-A7AD7A83E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1488"/>
                <a:ext cx="28" cy="35"/>
              </a:xfrm>
              <a:custGeom>
                <a:avLst/>
                <a:gdLst>
                  <a:gd name="T0" fmla="*/ 11 w 17"/>
                  <a:gd name="T1" fmla="*/ 9 h 21"/>
                  <a:gd name="T2" fmla="*/ 17 w 17"/>
                  <a:gd name="T3" fmla="*/ 21 h 21"/>
                  <a:gd name="T4" fmla="*/ 5 w 17"/>
                  <a:gd name="T5" fmla="*/ 12 h 21"/>
                  <a:gd name="T6" fmla="*/ 0 w 17"/>
                  <a:gd name="T7" fmla="*/ 0 h 21"/>
                  <a:gd name="T8" fmla="*/ 11 w 17"/>
                  <a:gd name="T9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1" y="9"/>
                    </a:moveTo>
                    <a:cubicBezTo>
                      <a:pt x="15" y="13"/>
                      <a:pt x="17" y="18"/>
                      <a:pt x="17" y="21"/>
                    </a:cubicBezTo>
                    <a:cubicBezTo>
                      <a:pt x="13" y="20"/>
                      <a:pt x="9" y="17"/>
                      <a:pt x="5" y="12"/>
                    </a:cubicBezTo>
                    <a:cubicBezTo>
                      <a:pt x="2" y="7"/>
                      <a:pt x="0" y="3"/>
                      <a:pt x="0" y="0"/>
                    </a:cubicBezTo>
                    <a:cubicBezTo>
                      <a:pt x="3" y="1"/>
                      <a:pt x="8" y="4"/>
                      <a:pt x="11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8" name="Freeform 656">
                <a:extLst>
                  <a:ext uri="{FF2B5EF4-FFF2-40B4-BE49-F238E27FC236}">
                    <a16:creationId xmlns:a16="http://schemas.microsoft.com/office/drawing/2014/main" id="{8DFD4AB6-9720-466C-973B-78897565C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500"/>
                <a:ext cx="37" cy="24"/>
              </a:xfrm>
              <a:custGeom>
                <a:avLst/>
                <a:gdLst>
                  <a:gd name="T0" fmla="*/ 23 w 23"/>
                  <a:gd name="T1" fmla="*/ 0 h 15"/>
                  <a:gd name="T2" fmla="*/ 14 w 23"/>
                  <a:gd name="T3" fmla="*/ 10 h 15"/>
                  <a:gd name="T4" fmla="*/ 0 w 23"/>
                  <a:gd name="T5" fmla="*/ 14 h 15"/>
                  <a:gd name="T6" fmla="*/ 9 w 23"/>
                  <a:gd name="T7" fmla="*/ 5 h 15"/>
                  <a:gd name="T8" fmla="*/ 23 w 23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5">
                    <a:moveTo>
                      <a:pt x="23" y="0"/>
                    </a:moveTo>
                    <a:cubicBezTo>
                      <a:pt x="22" y="3"/>
                      <a:pt x="19" y="7"/>
                      <a:pt x="14" y="10"/>
                    </a:cubicBezTo>
                    <a:cubicBezTo>
                      <a:pt x="9" y="13"/>
                      <a:pt x="4" y="15"/>
                      <a:pt x="0" y="14"/>
                    </a:cubicBezTo>
                    <a:cubicBezTo>
                      <a:pt x="1" y="11"/>
                      <a:pt x="4" y="8"/>
                      <a:pt x="9" y="5"/>
                    </a:cubicBezTo>
                    <a:cubicBezTo>
                      <a:pt x="14" y="2"/>
                      <a:pt x="20" y="0"/>
                      <a:pt x="23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099" name="Freeform 657">
                <a:extLst>
                  <a:ext uri="{FF2B5EF4-FFF2-40B4-BE49-F238E27FC236}">
                    <a16:creationId xmlns:a16="http://schemas.microsoft.com/office/drawing/2014/main" id="{11B0223E-667E-49F1-B202-C0A3FAFE0B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1469"/>
                <a:ext cx="28" cy="36"/>
              </a:xfrm>
              <a:custGeom>
                <a:avLst/>
                <a:gdLst>
                  <a:gd name="T0" fmla="*/ 11 w 17"/>
                  <a:gd name="T1" fmla="*/ 9 h 22"/>
                  <a:gd name="T2" fmla="*/ 17 w 17"/>
                  <a:gd name="T3" fmla="*/ 22 h 22"/>
                  <a:gd name="T4" fmla="*/ 5 w 17"/>
                  <a:gd name="T5" fmla="*/ 13 h 22"/>
                  <a:gd name="T6" fmla="*/ 0 w 17"/>
                  <a:gd name="T7" fmla="*/ 0 h 22"/>
                  <a:gd name="T8" fmla="*/ 11 w 17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1" y="9"/>
                    </a:moveTo>
                    <a:cubicBezTo>
                      <a:pt x="15" y="14"/>
                      <a:pt x="17" y="18"/>
                      <a:pt x="17" y="22"/>
                    </a:cubicBezTo>
                    <a:cubicBezTo>
                      <a:pt x="13" y="21"/>
                      <a:pt x="9" y="17"/>
                      <a:pt x="5" y="13"/>
                    </a:cubicBezTo>
                    <a:cubicBezTo>
                      <a:pt x="2" y="8"/>
                      <a:pt x="0" y="3"/>
                      <a:pt x="0" y="0"/>
                    </a:cubicBezTo>
                    <a:cubicBezTo>
                      <a:pt x="3" y="1"/>
                      <a:pt x="8" y="5"/>
                      <a:pt x="11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0" name="Freeform 658">
                <a:extLst>
                  <a:ext uri="{FF2B5EF4-FFF2-40B4-BE49-F238E27FC236}">
                    <a16:creationId xmlns:a16="http://schemas.microsoft.com/office/drawing/2014/main" id="{79BC1F26-1387-4C9A-8299-E6F66FE08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3" y="1482"/>
                <a:ext cx="39" cy="23"/>
              </a:xfrm>
              <a:custGeom>
                <a:avLst/>
                <a:gdLst>
                  <a:gd name="T0" fmla="*/ 24 w 24"/>
                  <a:gd name="T1" fmla="*/ 0 h 14"/>
                  <a:gd name="T2" fmla="*/ 14 w 24"/>
                  <a:gd name="T3" fmla="*/ 10 h 14"/>
                  <a:gd name="T4" fmla="*/ 0 w 24"/>
                  <a:gd name="T5" fmla="*/ 14 h 14"/>
                  <a:gd name="T6" fmla="*/ 10 w 24"/>
                  <a:gd name="T7" fmla="*/ 4 h 14"/>
                  <a:gd name="T8" fmla="*/ 24 w 2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4">
                    <a:moveTo>
                      <a:pt x="24" y="0"/>
                    </a:moveTo>
                    <a:cubicBezTo>
                      <a:pt x="22" y="3"/>
                      <a:pt x="19" y="7"/>
                      <a:pt x="14" y="10"/>
                    </a:cubicBezTo>
                    <a:cubicBezTo>
                      <a:pt x="9" y="13"/>
                      <a:pt x="4" y="14"/>
                      <a:pt x="0" y="14"/>
                    </a:cubicBezTo>
                    <a:cubicBezTo>
                      <a:pt x="1" y="11"/>
                      <a:pt x="5" y="7"/>
                      <a:pt x="10" y="4"/>
                    </a:cubicBezTo>
                    <a:cubicBezTo>
                      <a:pt x="15" y="1"/>
                      <a:pt x="20" y="0"/>
                      <a:pt x="24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1" name="Freeform 659">
                <a:extLst>
                  <a:ext uri="{FF2B5EF4-FFF2-40B4-BE49-F238E27FC236}">
                    <a16:creationId xmlns:a16="http://schemas.microsoft.com/office/drawing/2014/main" id="{5A33D262-F070-4937-8FAB-384E2CBE0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7" y="1451"/>
                <a:ext cx="27" cy="34"/>
              </a:xfrm>
              <a:custGeom>
                <a:avLst/>
                <a:gdLst>
                  <a:gd name="T0" fmla="*/ 12 w 17"/>
                  <a:gd name="T1" fmla="*/ 9 h 21"/>
                  <a:gd name="T2" fmla="*/ 17 w 17"/>
                  <a:gd name="T3" fmla="*/ 21 h 21"/>
                  <a:gd name="T4" fmla="*/ 5 w 17"/>
                  <a:gd name="T5" fmla="*/ 12 h 21"/>
                  <a:gd name="T6" fmla="*/ 0 w 17"/>
                  <a:gd name="T7" fmla="*/ 0 h 21"/>
                  <a:gd name="T8" fmla="*/ 12 w 17"/>
                  <a:gd name="T9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2" y="9"/>
                    </a:moveTo>
                    <a:cubicBezTo>
                      <a:pt x="15" y="13"/>
                      <a:pt x="17" y="18"/>
                      <a:pt x="17" y="21"/>
                    </a:cubicBezTo>
                    <a:cubicBezTo>
                      <a:pt x="13" y="20"/>
                      <a:pt x="9" y="17"/>
                      <a:pt x="5" y="12"/>
                    </a:cubicBezTo>
                    <a:cubicBezTo>
                      <a:pt x="2" y="8"/>
                      <a:pt x="0" y="3"/>
                      <a:pt x="0" y="0"/>
                    </a:cubicBezTo>
                    <a:cubicBezTo>
                      <a:pt x="4" y="1"/>
                      <a:pt x="8" y="4"/>
                      <a:pt x="12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2" name="Freeform 660">
                <a:extLst>
                  <a:ext uri="{FF2B5EF4-FFF2-40B4-BE49-F238E27FC236}">
                    <a16:creationId xmlns:a16="http://schemas.microsoft.com/office/drawing/2014/main" id="{8BA0DCC6-912D-4A65-AA29-E7FE6CB6B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1462"/>
                <a:ext cx="39" cy="25"/>
              </a:xfrm>
              <a:custGeom>
                <a:avLst/>
                <a:gdLst>
                  <a:gd name="T0" fmla="*/ 24 w 24"/>
                  <a:gd name="T1" fmla="*/ 1 h 15"/>
                  <a:gd name="T2" fmla="*/ 14 w 24"/>
                  <a:gd name="T3" fmla="*/ 10 h 15"/>
                  <a:gd name="T4" fmla="*/ 0 w 24"/>
                  <a:gd name="T5" fmla="*/ 15 h 15"/>
                  <a:gd name="T6" fmla="*/ 10 w 24"/>
                  <a:gd name="T7" fmla="*/ 5 h 15"/>
                  <a:gd name="T8" fmla="*/ 24 w 24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5">
                    <a:moveTo>
                      <a:pt x="24" y="1"/>
                    </a:moveTo>
                    <a:cubicBezTo>
                      <a:pt x="23" y="4"/>
                      <a:pt x="19" y="7"/>
                      <a:pt x="14" y="10"/>
                    </a:cubicBezTo>
                    <a:cubicBezTo>
                      <a:pt x="9" y="13"/>
                      <a:pt x="4" y="15"/>
                      <a:pt x="0" y="15"/>
                    </a:cubicBezTo>
                    <a:cubicBezTo>
                      <a:pt x="1" y="12"/>
                      <a:pt x="5" y="8"/>
                      <a:pt x="10" y="5"/>
                    </a:cubicBezTo>
                    <a:cubicBezTo>
                      <a:pt x="15" y="2"/>
                      <a:pt x="20" y="0"/>
                      <a:pt x="24" y="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3" name="Freeform 661">
                <a:extLst>
                  <a:ext uri="{FF2B5EF4-FFF2-40B4-BE49-F238E27FC236}">
                    <a16:creationId xmlns:a16="http://schemas.microsoft.com/office/drawing/2014/main" id="{CA8CDADD-A4DF-4D15-AC67-1A1CC9769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1433"/>
                <a:ext cx="28" cy="34"/>
              </a:xfrm>
              <a:custGeom>
                <a:avLst/>
                <a:gdLst>
                  <a:gd name="T0" fmla="*/ 12 w 17"/>
                  <a:gd name="T1" fmla="*/ 8 h 21"/>
                  <a:gd name="T2" fmla="*/ 17 w 17"/>
                  <a:gd name="T3" fmla="*/ 21 h 21"/>
                  <a:gd name="T4" fmla="*/ 6 w 17"/>
                  <a:gd name="T5" fmla="*/ 12 h 21"/>
                  <a:gd name="T6" fmla="*/ 0 w 17"/>
                  <a:gd name="T7" fmla="*/ 0 h 21"/>
                  <a:gd name="T8" fmla="*/ 12 w 17"/>
                  <a:gd name="T9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2" y="8"/>
                    </a:moveTo>
                    <a:cubicBezTo>
                      <a:pt x="15" y="13"/>
                      <a:pt x="17" y="18"/>
                      <a:pt x="17" y="21"/>
                    </a:cubicBezTo>
                    <a:cubicBezTo>
                      <a:pt x="14" y="20"/>
                      <a:pt x="9" y="17"/>
                      <a:pt x="6" y="12"/>
                    </a:cubicBezTo>
                    <a:cubicBezTo>
                      <a:pt x="2" y="7"/>
                      <a:pt x="0" y="3"/>
                      <a:pt x="0" y="0"/>
                    </a:cubicBezTo>
                    <a:cubicBezTo>
                      <a:pt x="4" y="1"/>
                      <a:pt x="8" y="4"/>
                      <a:pt x="12" y="8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4" name="Freeform 662">
                <a:extLst>
                  <a:ext uri="{FF2B5EF4-FFF2-40B4-BE49-F238E27FC236}">
                    <a16:creationId xmlns:a16="http://schemas.microsoft.com/office/drawing/2014/main" id="{93C93E86-E5E4-4E59-B71D-D77CB2393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9" y="1444"/>
                <a:ext cx="40" cy="25"/>
              </a:xfrm>
              <a:custGeom>
                <a:avLst/>
                <a:gdLst>
                  <a:gd name="T0" fmla="*/ 24 w 24"/>
                  <a:gd name="T1" fmla="*/ 0 h 15"/>
                  <a:gd name="T2" fmla="*/ 14 w 24"/>
                  <a:gd name="T3" fmla="*/ 10 h 15"/>
                  <a:gd name="T4" fmla="*/ 0 w 24"/>
                  <a:gd name="T5" fmla="*/ 14 h 15"/>
                  <a:gd name="T6" fmla="*/ 10 w 24"/>
                  <a:gd name="T7" fmla="*/ 5 h 15"/>
                  <a:gd name="T8" fmla="*/ 24 w 24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5">
                    <a:moveTo>
                      <a:pt x="24" y="0"/>
                    </a:moveTo>
                    <a:cubicBezTo>
                      <a:pt x="23" y="3"/>
                      <a:pt x="19" y="7"/>
                      <a:pt x="14" y="10"/>
                    </a:cubicBezTo>
                    <a:cubicBezTo>
                      <a:pt x="9" y="13"/>
                      <a:pt x="4" y="15"/>
                      <a:pt x="0" y="14"/>
                    </a:cubicBezTo>
                    <a:cubicBezTo>
                      <a:pt x="1" y="11"/>
                      <a:pt x="5" y="8"/>
                      <a:pt x="10" y="5"/>
                    </a:cubicBezTo>
                    <a:cubicBezTo>
                      <a:pt x="15" y="2"/>
                      <a:pt x="20" y="0"/>
                      <a:pt x="24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5" name="Freeform 663">
                <a:extLst>
                  <a:ext uri="{FF2B5EF4-FFF2-40B4-BE49-F238E27FC236}">
                    <a16:creationId xmlns:a16="http://schemas.microsoft.com/office/drawing/2014/main" id="{0D8716D4-39E7-4965-9934-3B3ACBB86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413"/>
                <a:ext cx="28" cy="36"/>
              </a:xfrm>
              <a:custGeom>
                <a:avLst/>
                <a:gdLst>
                  <a:gd name="T0" fmla="*/ 12 w 17"/>
                  <a:gd name="T1" fmla="*/ 9 h 22"/>
                  <a:gd name="T2" fmla="*/ 17 w 17"/>
                  <a:gd name="T3" fmla="*/ 22 h 22"/>
                  <a:gd name="T4" fmla="*/ 6 w 17"/>
                  <a:gd name="T5" fmla="*/ 13 h 22"/>
                  <a:gd name="T6" fmla="*/ 0 w 17"/>
                  <a:gd name="T7" fmla="*/ 0 h 22"/>
                  <a:gd name="T8" fmla="*/ 12 w 17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2" y="9"/>
                    </a:moveTo>
                    <a:cubicBezTo>
                      <a:pt x="15" y="14"/>
                      <a:pt x="17" y="18"/>
                      <a:pt x="17" y="22"/>
                    </a:cubicBezTo>
                    <a:cubicBezTo>
                      <a:pt x="14" y="21"/>
                      <a:pt x="9" y="17"/>
                      <a:pt x="6" y="13"/>
                    </a:cubicBezTo>
                    <a:cubicBezTo>
                      <a:pt x="2" y="8"/>
                      <a:pt x="0" y="3"/>
                      <a:pt x="0" y="0"/>
                    </a:cubicBezTo>
                    <a:cubicBezTo>
                      <a:pt x="4" y="1"/>
                      <a:pt x="8" y="5"/>
                      <a:pt x="12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6" name="Freeform 664">
                <a:extLst>
                  <a:ext uri="{FF2B5EF4-FFF2-40B4-BE49-F238E27FC236}">
                    <a16:creationId xmlns:a16="http://schemas.microsoft.com/office/drawing/2014/main" id="{EC1D32F7-8AA0-4B63-A91D-754A510DC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1426"/>
                <a:ext cx="39" cy="23"/>
              </a:xfrm>
              <a:custGeom>
                <a:avLst/>
                <a:gdLst>
                  <a:gd name="T0" fmla="*/ 24 w 24"/>
                  <a:gd name="T1" fmla="*/ 0 h 14"/>
                  <a:gd name="T2" fmla="*/ 14 w 24"/>
                  <a:gd name="T3" fmla="*/ 10 h 14"/>
                  <a:gd name="T4" fmla="*/ 0 w 24"/>
                  <a:gd name="T5" fmla="*/ 14 h 14"/>
                  <a:gd name="T6" fmla="*/ 10 w 24"/>
                  <a:gd name="T7" fmla="*/ 4 h 14"/>
                  <a:gd name="T8" fmla="*/ 24 w 2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4">
                    <a:moveTo>
                      <a:pt x="24" y="0"/>
                    </a:moveTo>
                    <a:cubicBezTo>
                      <a:pt x="23" y="3"/>
                      <a:pt x="19" y="7"/>
                      <a:pt x="14" y="10"/>
                    </a:cubicBezTo>
                    <a:cubicBezTo>
                      <a:pt x="9" y="13"/>
                      <a:pt x="4" y="14"/>
                      <a:pt x="0" y="14"/>
                    </a:cubicBezTo>
                    <a:cubicBezTo>
                      <a:pt x="2" y="11"/>
                      <a:pt x="5" y="7"/>
                      <a:pt x="10" y="4"/>
                    </a:cubicBezTo>
                    <a:cubicBezTo>
                      <a:pt x="15" y="1"/>
                      <a:pt x="20" y="0"/>
                      <a:pt x="24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7" name="Freeform 665">
                <a:extLst>
                  <a:ext uri="{FF2B5EF4-FFF2-40B4-BE49-F238E27FC236}">
                    <a16:creationId xmlns:a16="http://schemas.microsoft.com/office/drawing/2014/main" id="{EE80C59E-12C7-4E56-ADAE-C89AA50E4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1395"/>
                <a:ext cx="28" cy="34"/>
              </a:xfrm>
              <a:custGeom>
                <a:avLst/>
                <a:gdLst>
                  <a:gd name="T0" fmla="*/ 12 w 17"/>
                  <a:gd name="T1" fmla="*/ 9 h 21"/>
                  <a:gd name="T2" fmla="*/ 17 w 17"/>
                  <a:gd name="T3" fmla="*/ 21 h 21"/>
                  <a:gd name="T4" fmla="*/ 6 w 17"/>
                  <a:gd name="T5" fmla="*/ 12 h 21"/>
                  <a:gd name="T6" fmla="*/ 1 w 17"/>
                  <a:gd name="T7" fmla="*/ 0 h 21"/>
                  <a:gd name="T8" fmla="*/ 12 w 17"/>
                  <a:gd name="T9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2" y="9"/>
                    </a:moveTo>
                    <a:cubicBezTo>
                      <a:pt x="16" y="13"/>
                      <a:pt x="17" y="18"/>
                      <a:pt x="17" y="21"/>
                    </a:cubicBezTo>
                    <a:cubicBezTo>
                      <a:pt x="14" y="20"/>
                      <a:pt x="10" y="17"/>
                      <a:pt x="6" y="12"/>
                    </a:cubicBezTo>
                    <a:cubicBezTo>
                      <a:pt x="2" y="8"/>
                      <a:pt x="0" y="3"/>
                      <a:pt x="1" y="0"/>
                    </a:cubicBezTo>
                    <a:cubicBezTo>
                      <a:pt x="4" y="1"/>
                      <a:pt x="8" y="4"/>
                      <a:pt x="12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8" name="Freeform 666">
                <a:extLst>
                  <a:ext uri="{FF2B5EF4-FFF2-40B4-BE49-F238E27FC236}">
                    <a16:creationId xmlns:a16="http://schemas.microsoft.com/office/drawing/2014/main" id="{1D631012-DB10-4050-AF3D-7D6FC94E4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8" y="1406"/>
                <a:ext cx="37" cy="25"/>
              </a:xfrm>
              <a:custGeom>
                <a:avLst/>
                <a:gdLst>
                  <a:gd name="T0" fmla="*/ 23 w 23"/>
                  <a:gd name="T1" fmla="*/ 1 h 15"/>
                  <a:gd name="T2" fmla="*/ 14 w 23"/>
                  <a:gd name="T3" fmla="*/ 10 h 15"/>
                  <a:gd name="T4" fmla="*/ 0 w 23"/>
                  <a:gd name="T5" fmla="*/ 15 h 15"/>
                  <a:gd name="T6" fmla="*/ 9 w 23"/>
                  <a:gd name="T7" fmla="*/ 5 h 15"/>
                  <a:gd name="T8" fmla="*/ 23 w 23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5">
                    <a:moveTo>
                      <a:pt x="23" y="1"/>
                    </a:moveTo>
                    <a:cubicBezTo>
                      <a:pt x="22" y="4"/>
                      <a:pt x="19" y="7"/>
                      <a:pt x="14" y="10"/>
                    </a:cubicBezTo>
                    <a:cubicBezTo>
                      <a:pt x="9" y="13"/>
                      <a:pt x="3" y="15"/>
                      <a:pt x="0" y="15"/>
                    </a:cubicBezTo>
                    <a:cubicBezTo>
                      <a:pt x="1" y="12"/>
                      <a:pt x="4" y="8"/>
                      <a:pt x="9" y="5"/>
                    </a:cubicBezTo>
                    <a:cubicBezTo>
                      <a:pt x="14" y="2"/>
                      <a:pt x="19" y="0"/>
                      <a:pt x="23" y="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09" name="Freeform 667">
                <a:extLst>
                  <a:ext uri="{FF2B5EF4-FFF2-40B4-BE49-F238E27FC236}">
                    <a16:creationId xmlns:a16="http://schemas.microsoft.com/office/drawing/2014/main" id="{66E841B3-320A-4260-9E0F-D339552F5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1375"/>
                <a:ext cx="28" cy="36"/>
              </a:xfrm>
              <a:custGeom>
                <a:avLst/>
                <a:gdLst>
                  <a:gd name="T0" fmla="*/ 11 w 17"/>
                  <a:gd name="T1" fmla="*/ 9 h 22"/>
                  <a:gd name="T2" fmla="*/ 17 w 17"/>
                  <a:gd name="T3" fmla="*/ 22 h 22"/>
                  <a:gd name="T4" fmla="*/ 5 w 17"/>
                  <a:gd name="T5" fmla="*/ 13 h 22"/>
                  <a:gd name="T6" fmla="*/ 0 w 17"/>
                  <a:gd name="T7" fmla="*/ 0 h 22"/>
                  <a:gd name="T8" fmla="*/ 11 w 17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1" y="9"/>
                    </a:moveTo>
                    <a:cubicBezTo>
                      <a:pt x="15" y="14"/>
                      <a:pt x="17" y="19"/>
                      <a:pt x="17" y="22"/>
                    </a:cubicBezTo>
                    <a:cubicBezTo>
                      <a:pt x="13" y="21"/>
                      <a:pt x="9" y="18"/>
                      <a:pt x="5" y="13"/>
                    </a:cubicBezTo>
                    <a:cubicBezTo>
                      <a:pt x="1" y="8"/>
                      <a:pt x="0" y="4"/>
                      <a:pt x="0" y="0"/>
                    </a:cubicBezTo>
                    <a:cubicBezTo>
                      <a:pt x="3" y="2"/>
                      <a:pt x="8" y="5"/>
                      <a:pt x="11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0" name="Freeform 668">
                <a:extLst>
                  <a:ext uri="{FF2B5EF4-FFF2-40B4-BE49-F238E27FC236}">
                    <a16:creationId xmlns:a16="http://schemas.microsoft.com/office/drawing/2014/main" id="{ED74C12B-A88D-443F-9FEA-7E1B98F28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1388"/>
                <a:ext cx="37" cy="23"/>
              </a:xfrm>
              <a:custGeom>
                <a:avLst/>
                <a:gdLst>
                  <a:gd name="T0" fmla="*/ 23 w 23"/>
                  <a:gd name="T1" fmla="*/ 0 h 14"/>
                  <a:gd name="T2" fmla="*/ 14 w 23"/>
                  <a:gd name="T3" fmla="*/ 10 h 14"/>
                  <a:gd name="T4" fmla="*/ 0 w 23"/>
                  <a:gd name="T5" fmla="*/ 14 h 14"/>
                  <a:gd name="T6" fmla="*/ 9 w 23"/>
                  <a:gd name="T7" fmla="*/ 5 h 14"/>
                  <a:gd name="T8" fmla="*/ 23 w 23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4">
                    <a:moveTo>
                      <a:pt x="23" y="0"/>
                    </a:moveTo>
                    <a:cubicBezTo>
                      <a:pt x="22" y="3"/>
                      <a:pt x="19" y="7"/>
                      <a:pt x="14" y="10"/>
                    </a:cubicBezTo>
                    <a:cubicBezTo>
                      <a:pt x="9" y="13"/>
                      <a:pt x="3" y="14"/>
                      <a:pt x="0" y="14"/>
                    </a:cubicBezTo>
                    <a:cubicBezTo>
                      <a:pt x="1" y="11"/>
                      <a:pt x="4" y="7"/>
                      <a:pt x="9" y="5"/>
                    </a:cubicBezTo>
                    <a:cubicBezTo>
                      <a:pt x="14" y="2"/>
                      <a:pt x="20" y="0"/>
                      <a:pt x="23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1" name="Freeform 669">
                <a:extLst>
                  <a:ext uri="{FF2B5EF4-FFF2-40B4-BE49-F238E27FC236}">
                    <a16:creationId xmlns:a16="http://schemas.microsoft.com/office/drawing/2014/main" id="{2D45AFB2-2BEC-4431-8EB8-BF5E7E1DA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1357"/>
                <a:ext cx="27" cy="36"/>
              </a:xfrm>
              <a:custGeom>
                <a:avLst/>
                <a:gdLst>
                  <a:gd name="T0" fmla="*/ 11 w 17"/>
                  <a:gd name="T1" fmla="*/ 9 h 22"/>
                  <a:gd name="T2" fmla="*/ 17 w 17"/>
                  <a:gd name="T3" fmla="*/ 22 h 22"/>
                  <a:gd name="T4" fmla="*/ 5 w 17"/>
                  <a:gd name="T5" fmla="*/ 13 h 22"/>
                  <a:gd name="T6" fmla="*/ 0 w 17"/>
                  <a:gd name="T7" fmla="*/ 0 h 22"/>
                  <a:gd name="T8" fmla="*/ 11 w 17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1" y="9"/>
                    </a:moveTo>
                    <a:cubicBezTo>
                      <a:pt x="15" y="14"/>
                      <a:pt x="17" y="18"/>
                      <a:pt x="17" y="22"/>
                    </a:cubicBezTo>
                    <a:cubicBezTo>
                      <a:pt x="13" y="21"/>
                      <a:pt x="9" y="17"/>
                      <a:pt x="5" y="13"/>
                    </a:cubicBezTo>
                    <a:cubicBezTo>
                      <a:pt x="2" y="8"/>
                      <a:pt x="0" y="3"/>
                      <a:pt x="0" y="0"/>
                    </a:cubicBezTo>
                    <a:cubicBezTo>
                      <a:pt x="3" y="1"/>
                      <a:pt x="8" y="5"/>
                      <a:pt x="11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2" name="Freeform 670">
                <a:extLst>
                  <a:ext uri="{FF2B5EF4-FFF2-40B4-BE49-F238E27FC236}">
                    <a16:creationId xmlns:a16="http://schemas.microsoft.com/office/drawing/2014/main" id="{9F62560B-4F12-4D54-880B-E6A71AA4E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4" y="1370"/>
                <a:ext cx="38" cy="23"/>
              </a:xfrm>
              <a:custGeom>
                <a:avLst/>
                <a:gdLst>
                  <a:gd name="T0" fmla="*/ 23 w 23"/>
                  <a:gd name="T1" fmla="*/ 0 h 14"/>
                  <a:gd name="T2" fmla="*/ 14 w 23"/>
                  <a:gd name="T3" fmla="*/ 10 h 14"/>
                  <a:gd name="T4" fmla="*/ 0 w 23"/>
                  <a:gd name="T5" fmla="*/ 14 h 14"/>
                  <a:gd name="T6" fmla="*/ 10 w 23"/>
                  <a:gd name="T7" fmla="*/ 4 h 14"/>
                  <a:gd name="T8" fmla="*/ 23 w 23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4">
                    <a:moveTo>
                      <a:pt x="23" y="0"/>
                    </a:moveTo>
                    <a:cubicBezTo>
                      <a:pt x="22" y="3"/>
                      <a:pt x="19" y="7"/>
                      <a:pt x="14" y="10"/>
                    </a:cubicBezTo>
                    <a:cubicBezTo>
                      <a:pt x="9" y="13"/>
                      <a:pt x="4" y="14"/>
                      <a:pt x="0" y="14"/>
                    </a:cubicBezTo>
                    <a:cubicBezTo>
                      <a:pt x="1" y="11"/>
                      <a:pt x="4" y="7"/>
                      <a:pt x="10" y="4"/>
                    </a:cubicBezTo>
                    <a:cubicBezTo>
                      <a:pt x="15" y="1"/>
                      <a:pt x="20" y="0"/>
                      <a:pt x="23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3" name="Freeform 671">
                <a:extLst>
                  <a:ext uri="{FF2B5EF4-FFF2-40B4-BE49-F238E27FC236}">
                    <a16:creationId xmlns:a16="http://schemas.microsoft.com/office/drawing/2014/main" id="{F6137CD5-AD88-48E6-8CCD-EC79ACC06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1339"/>
                <a:ext cx="28" cy="35"/>
              </a:xfrm>
              <a:custGeom>
                <a:avLst/>
                <a:gdLst>
                  <a:gd name="T0" fmla="*/ 11 w 17"/>
                  <a:gd name="T1" fmla="*/ 9 h 21"/>
                  <a:gd name="T2" fmla="*/ 17 w 17"/>
                  <a:gd name="T3" fmla="*/ 21 h 21"/>
                  <a:gd name="T4" fmla="*/ 5 w 17"/>
                  <a:gd name="T5" fmla="*/ 12 h 21"/>
                  <a:gd name="T6" fmla="*/ 0 w 17"/>
                  <a:gd name="T7" fmla="*/ 0 h 21"/>
                  <a:gd name="T8" fmla="*/ 11 w 17"/>
                  <a:gd name="T9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1" y="9"/>
                    </a:moveTo>
                    <a:cubicBezTo>
                      <a:pt x="15" y="13"/>
                      <a:pt x="17" y="18"/>
                      <a:pt x="17" y="21"/>
                    </a:cubicBezTo>
                    <a:cubicBezTo>
                      <a:pt x="13" y="20"/>
                      <a:pt x="9" y="17"/>
                      <a:pt x="5" y="12"/>
                    </a:cubicBezTo>
                    <a:cubicBezTo>
                      <a:pt x="2" y="8"/>
                      <a:pt x="0" y="3"/>
                      <a:pt x="0" y="0"/>
                    </a:cubicBezTo>
                    <a:cubicBezTo>
                      <a:pt x="3" y="1"/>
                      <a:pt x="8" y="4"/>
                      <a:pt x="11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4" name="Freeform 672">
                <a:extLst>
                  <a:ext uri="{FF2B5EF4-FFF2-40B4-BE49-F238E27FC236}">
                    <a16:creationId xmlns:a16="http://schemas.microsoft.com/office/drawing/2014/main" id="{89A9DB08-FC53-416F-BA30-3B4AF7E5F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1351"/>
                <a:ext cx="40" cy="24"/>
              </a:xfrm>
              <a:custGeom>
                <a:avLst/>
                <a:gdLst>
                  <a:gd name="T0" fmla="*/ 24 w 24"/>
                  <a:gd name="T1" fmla="*/ 1 h 15"/>
                  <a:gd name="T2" fmla="*/ 14 w 24"/>
                  <a:gd name="T3" fmla="*/ 10 h 15"/>
                  <a:gd name="T4" fmla="*/ 0 w 24"/>
                  <a:gd name="T5" fmla="*/ 15 h 15"/>
                  <a:gd name="T6" fmla="*/ 10 w 24"/>
                  <a:gd name="T7" fmla="*/ 5 h 15"/>
                  <a:gd name="T8" fmla="*/ 24 w 24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5">
                    <a:moveTo>
                      <a:pt x="24" y="1"/>
                    </a:moveTo>
                    <a:cubicBezTo>
                      <a:pt x="23" y="4"/>
                      <a:pt x="19" y="7"/>
                      <a:pt x="14" y="10"/>
                    </a:cubicBezTo>
                    <a:cubicBezTo>
                      <a:pt x="9" y="13"/>
                      <a:pt x="4" y="15"/>
                      <a:pt x="0" y="15"/>
                    </a:cubicBezTo>
                    <a:cubicBezTo>
                      <a:pt x="1" y="11"/>
                      <a:pt x="5" y="8"/>
                      <a:pt x="10" y="5"/>
                    </a:cubicBezTo>
                    <a:cubicBezTo>
                      <a:pt x="15" y="2"/>
                      <a:pt x="20" y="0"/>
                      <a:pt x="24" y="1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5" name="Freeform 673">
                <a:extLst>
                  <a:ext uri="{FF2B5EF4-FFF2-40B4-BE49-F238E27FC236}">
                    <a16:creationId xmlns:a16="http://schemas.microsoft.com/office/drawing/2014/main" id="{EED01758-71C9-4333-8751-6AAA136DE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1" y="1320"/>
                <a:ext cx="28" cy="36"/>
              </a:xfrm>
              <a:custGeom>
                <a:avLst/>
                <a:gdLst>
                  <a:gd name="T0" fmla="*/ 12 w 17"/>
                  <a:gd name="T1" fmla="*/ 9 h 22"/>
                  <a:gd name="T2" fmla="*/ 17 w 17"/>
                  <a:gd name="T3" fmla="*/ 22 h 22"/>
                  <a:gd name="T4" fmla="*/ 6 w 17"/>
                  <a:gd name="T5" fmla="*/ 13 h 22"/>
                  <a:gd name="T6" fmla="*/ 0 w 17"/>
                  <a:gd name="T7" fmla="*/ 0 h 22"/>
                  <a:gd name="T8" fmla="*/ 12 w 17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2" y="9"/>
                    </a:moveTo>
                    <a:cubicBezTo>
                      <a:pt x="15" y="14"/>
                      <a:pt x="17" y="19"/>
                      <a:pt x="17" y="22"/>
                    </a:cubicBezTo>
                    <a:cubicBezTo>
                      <a:pt x="13" y="21"/>
                      <a:pt x="9" y="18"/>
                      <a:pt x="6" y="13"/>
                    </a:cubicBezTo>
                    <a:cubicBezTo>
                      <a:pt x="2" y="8"/>
                      <a:pt x="0" y="4"/>
                      <a:pt x="0" y="0"/>
                    </a:cubicBezTo>
                    <a:cubicBezTo>
                      <a:pt x="4" y="2"/>
                      <a:pt x="8" y="5"/>
                      <a:pt x="12" y="9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6" name="Freeform 674">
                <a:extLst>
                  <a:ext uri="{FF2B5EF4-FFF2-40B4-BE49-F238E27FC236}">
                    <a16:creationId xmlns:a16="http://schemas.microsoft.com/office/drawing/2014/main" id="{446B2208-E5F6-43F4-9359-BC8E105E2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1333"/>
                <a:ext cx="39" cy="23"/>
              </a:xfrm>
              <a:custGeom>
                <a:avLst/>
                <a:gdLst>
                  <a:gd name="T0" fmla="*/ 24 w 24"/>
                  <a:gd name="T1" fmla="*/ 0 h 14"/>
                  <a:gd name="T2" fmla="*/ 14 w 24"/>
                  <a:gd name="T3" fmla="*/ 10 h 14"/>
                  <a:gd name="T4" fmla="*/ 0 w 24"/>
                  <a:gd name="T5" fmla="*/ 14 h 14"/>
                  <a:gd name="T6" fmla="*/ 10 w 24"/>
                  <a:gd name="T7" fmla="*/ 4 h 14"/>
                  <a:gd name="T8" fmla="*/ 24 w 2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4">
                    <a:moveTo>
                      <a:pt x="24" y="0"/>
                    </a:moveTo>
                    <a:cubicBezTo>
                      <a:pt x="23" y="3"/>
                      <a:pt x="19" y="7"/>
                      <a:pt x="14" y="10"/>
                    </a:cubicBezTo>
                    <a:cubicBezTo>
                      <a:pt x="9" y="13"/>
                      <a:pt x="4" y="14"/>
                      <a:pt x="0" y="14"/>
                    </a:cubicBezTo>
                    <a:cubicBezTo>
                      <a:pt x="1" y="11"/>
                      <a:pt x="5" y="7"/>
                      <a:pt x="10" y="4"/>
                    </a:cubicBezTo>
                    <a:cubicBezTo>
                      <a:pt x="15" y="2"/>
                      <a:pt x="20" y="0"/>
                      <a:pt x="24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7" name="Freeform 675">
                <a:extLst>
                  <a:ext uri="{FF2B5EF4-FFF2-40B4-BE49-F238E27FC236}">
                    <a16:creationId xmlns:a16="http://schemas.microsoft.com/office/drawing/2014/main" id="{0F0F7F90-F6DB-49FF-8ED5-00D1DD547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1300"/>
                <a:ext cx="15" cy="41"/>
              </a:xfrm>
              <a:custGeom>
                <a:avLst/>
                <a:gdLst>
                  <a:gd name="T0" fmla="*/ 8 w 9"/>
                  <a:gd name="T1" fmla="*/ 13 h 25"/>
                  <a:gd name="T2" fmla="*/ 2 w 9"/>
                  <a:gd name="T3" fmla="*/ 25 h 25"/>
                  <a:gd name="T4" fmla="*/ 1 w 9"/>
                  <a:gd name="T5" fmla="*/ 12 h 25"/>
                  <a:gd name="T6" fmla="*/ 7 w 9"/>
                  <a:gd name="T7" fmla="*/ 0 h 25"/>
                  <a:gd name="T8" fmla="*/ 8 w 9"/>
                  <a:gd name="T9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5">
                    <a:moveTo>
                      <a:pt x="8" y="13"/>
                    </a:moveTo>
                    <a:cubicBezTo>
                      <a:pt x="7" y="19"/>
                      <a:pt x="5" y="23"/>
                      <a:pt x="2" y="25"/>
                    </a:cubicBezTo>
                    <a:cubicBezTo>
                      <a:pt x="1" y="22"/>
                      <a:pt x="0" y="17"/>
                      <a:pt x="1" y="12"/>
                    </a:cubicBezTo>
                    <a:cubicBezTo>
                      <a:pt x="2" y="7"/>
                      <a:pt x="4" y="2"/>
                      <a:pt x="7" y="0"/>
                    </a:cubicBezTo>
                    <a:cubicBezTo>
                      <a:pt x="9" y="3"/>
                      <a:pt x="9" y="8"/>
                      <a:pt x="8" y="13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8" name="Freeform 676">
                <a:extLst>
                  <a:ext uri="{FF2B5EF4-FFF2-40B4-BE49-F238E27FC236}">
                    <a16:creationId xmlns:a16="http://schemas.microsoft.com/office/drawing/2014/main" id="{7A1BCB44-FF4B-4752-AD89-1C32B575E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518"/>
                <a:ext cx="37" cy="24"/>
              </a:xfrm>
              <a:custGeom>
                <a:avLst/>
                <a:gdLst>
                  <a:gd name="T0" fmla="*/ 14 w 23"/>
                  <a:gd name="T1" fmla="*/ 5 h 15"/>
                  <a:gd name="T2" fmla="*/ 23 w 23"/>
                  <a:gd name="T3" fmla="*/ 15 h 15"/>
                  <a:gd name="T4" fmla="*/ 9 w 23"/>
                  <a:gd name="T5" fmla="*/ 10 h 15"/>
                  <a:gd name="T6" fmla="*/ 0 w 23"/>
                  <a:gd name="T7" fmla="*/ 1 h 15"/>
                  <a:gd name="T8" fmla="*/ 14 w 23"/>
                  <a:gd name="T9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5">
                    <a:moveTo>
                      <a:pt x="14" y="5"/>
                    </a:moveTo>
                    <a:cubicBezTo>
                      <a:pt x="19" y="8"/>
                      <a:pt x="22" y="12"/>
                      <a:pt x="23" y="15"/>
                    </a:cubicBezTo>
                    <a:cubicBezTo>
                      <a:pt x="20" y="15"/>
                      <a:pt x="14" y="13"/>
                      <a:pt x="9" y="10"/>
                    </a:cubicBezTo>
                    <a:cubicBezTo>
                      <a:pt x="4" y="8"/>
                      <a:pt x="1" y="4"/>
                      <a:pt x="0" y="1"/>
                    </a:cubicBezTo>
                    <a:cubicBezTo>
                      <a:pt x="3" y="0"/>
                      <a:pt x="9" y="2"/>
                      <a:pt x="14" y="5"/>
                    </a:cubicBezTo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19" name="Freeform 677">
                <a:extLst>
                  <a:ext uri="{FF2B5EF4-FFF2-40B4-BE49-F238E27FC236}">
                    <a16:creationId xmlns:a16="http://schemas.microsoft.com/office/drawing/2014/main" id="{7E0AF0D7-A3E6-4343-B54B-98EC967AF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1506"/>
                <a:ext cx="28" cy="34"/>
              </a:xfrm>
              <a:custGeom>
                <a:avLst/>
                <a:gdLst>
                  <a:gd name="T0" fmla="*/ 17 w 17"/>
                  <a:gd name="T1" fmla="*/ 0 h 21"/>
                  <a:gd name="T2" fmla="*/ 12 w 17"/>
                  <a:gd name="T3" fmla="*/ 12 h 21"/>
                  <a:gd name="T4" fmla="*/ 0 w 17"/>
                  <a:gd name="T5" fmla="*/ 21 h 21"/>
                  <a:gd name="T6" fmla="*/ 6 w 17"/>
                  <a:gd name="T7" fmla="*/ 9 h 21"/>
                  <a:gd name="T8" fmla="*/ 17 w 17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7" y="0"/>
                    </a:moveTo>
                    <a:cubicBezTo>
                      <a:pt x="17" y="3"/>
                      <a:pt x="15" y="8"/>
                      <a:pt x="12" y="12"/>
                    </a:cubicBezTo>
                    <a:cubicBezTo>
                      <a:pt x="8" y="17"/>
                      <a:pt x="4" y="20"/>
                      <a:pt x="0" y="21"/>
                    </a:cubicBezTo>
                    <a:cubicBezTo>
                      <a:pt x="0" y="18"/>
                      <a:pt x="2" y="13"/>
                      <a:pt x="6" y="9"/>
                    </a:cubicBezTo>
                    <a:cubicBezTo>
                      <a:pt x="9" y="4"/>
                      <a:pt x="14" y="1"/>
                      <a:pt x="17" y="0"/>
                    </a:cubicBezTo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0" name="Freeform 678">
                <a:extLst>
                  <a:ext uri="{FF2B5EF4-FFF2-40B4-BE49-F238E27FC236}">
                    <a16:creationId xmlns:a16="http://schemas.microsoft.com/office/drawing/2014/main" id="{A84E00B7-752F-4EFD-A91A-7DA95D2EC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1500"/>
                <a:ext cx="37" cy="24"/>
              </a:xfrm>
              <a:custGeom>
                <a:avLst/>
                <a:gdLst>
                  <a:gd name="T0" fmla="*/ 13 w 23"/>
                  <a:gd name="T1" fmla="*/ 5 h 15"/>
                  <a:gd name="T2" fmla="*/ 23 w 23"/>
                  <a:gd name="T3" fmla="*/ 14 h 15"/>
                  <a:gd name="T4" fmla="*/ 9 w 23"/>
                  <a:gd name="T5" fmla="*/ 10 h 15"/>
                  <a:gd name="T6" fmla="*/ 0 w 23"/>
                  <a:gd name="T7" fmla="*/ 0 h 15"/>
                  <a:gd name="T8" fmla="*/ 13 w 23"/>
                  <a:gd name="T9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5">
                    <a:moveTo>
                      <a:pt x="13" y="5"/>
                    </a:moveTo>
                    <a:cubicBezTo>
                      <a:pt x="18" y="8"/>
                      <a:pt x="22" y="11"/>
                      <a:pt x="23" y="14"/>
                    </a:cubicBezTo>
                    <a:cubicBezTo>
                      <a:pt x="19" y="15"/>
                      <a:pt x="14" y="13"/>
                      <a:pt x="9" y="10"/>
                    </a:cubicBezTo>
                    <a:cubicBezTo>
                      <a:pt x="4" y="7"/>
                      <a:pt x="1" y="3"/>
                      <a:pt x="0" y="0"/>
                    </a:cubicBezTo>
                    <a:cubicBezTo>
                      <a:pt x="3" y="0"/>
                      <a:pt x="8" y="2"/>
                      <a:pt x="13" y="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1" name="Freeform 679">
                <a:extLst>
                  <a:ext uri="{FF2B5EF4-FFF2-40B4-BE49-F238E27FC236}">
                    <a16:creationId xmlns:a16="http://schemas.microsoft.com/office/drawing/2014/main" id="{A96635C6-1CDE-4ACC-88C0-FBF796518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488"/>
                <a:ext cx="28" cy="35"/>
              </a:xfrm>
              <a:custGeom>
                <a:avLst/>
                <a:gdLst>
                  <a:gd name="T0" fmla="*/ 17 w 17"/>
                  <a:gd name="T1" fmla="*/ 0 h 21"/>
                  <a:gd name="T2" fmla="*/ 12 w 17"/>
                  <a:gd name="T3" fmla="*/ 12 h 21"/>
                  <a:gd name="T4" fmla="*/ 0 w 17"/>
                  <a:gd name="T5" fmla="*/ 21 h 21"/>
                  <a:gd name="T6" fmla="*/ 6 w 17"/>
                  <a:gd name="T7" fmla="*/ 9 h 21"/>
                  <a:gd name="T8" fmla="*/ 17 w 17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7" y="0"/>
                    </a:moveTo>
                    <a:cubicBezTo>
                      <a:pt x="17" y="3"/>
                      <a:pt x="15" y="7"/>
                      <a:pt x="12" y="12"/>
                    </a:cubicBezTo>
                    <a:cubicBezTo>
                      <a:pt x="8" y="17"/>
                      <a:pt x="4" y="20"/>
                      <a:pt x="0" y="21"/>
                    </a:cubicBezTo>
                    <a:cubicBezTo>
                      <a:pt x="0" y="18"/>
                      <a:pt x="2" y="13"/>
                      <a:pt x="6" y="9"/>
                    </a:cubicBezTo>
                    <a:cubicBezTo>
                      <a:pt x="9" y="4"/>
                      <a:pt x="14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2" name="Freeform 680">
                <a:extLst>
                  <a:ext uri="{FF2B5EF4-FFF2-40B4-BE49-F238E27FC236}">
                    <a16:creationId xmlns:a16="http://schemas.microsoft.com/office/drawing/2014/main" id="{EA883963-CF2D-4ECB-B12F-DF5452481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1482"/>
                <a:ext cx="39" cy="23"/>
              </a:xfrm>
              <a:custGeom>
                <a:avLst/>
                <a:gdLst>
                  <a:gd name="T0" fmla="*/ 14 w 24"/>
                  <a:gd name="T1" fmla="*/ 4 h 14"/>
                  <a:gd name="T2" fmla="*/ 24 w 24"/>
                  <a:gd name="T3" fmla="*/ 14 h 14"/>
                  <a:gd name="T4" fmla="*/ 10 w 24"/>
                  <a:gd name="T5" fmla="*/ 10 h 14"/>
                  <a:gd name="T6" fmla="*/ 0 w 24"/>
                  <a:gd name="T7" fmla="*/ 0 h 14"/>
                  <a:gd name="T8" fmla="*/ 14 w 24"/>
                  <a:gd name="T9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4">
                    <a:moveTo>
                      <a:pt x="14" y="4"/>
                    </a:moveTo>
                    <a:cubicBezTo>
                      <a:pt x="19" y="7"/>
                      <a:pt x="23" y="11"/>
                      <a:pt x="24" y="14"/>
                    </a:cubicBezTo>
                    <a:cubicBezTo>
                      <a:pt x="20" y="14"/>
                      <a:pt x="15" y="13"/>
                      <a:pt x="10" y="10"/>
                    </a:cubicBezTo>
                    <a:cubicBezTo>
                      <a:pt x="5" y="7"/>
                      <a:pt x="1" y="3"/>
                      <a:pt x="0" y="0"/>
                    </a:cubicBezTo>
                    <a:cubicBezTo>
                      <a:pt x="4" y="0"/>
                      <a:pt x="9" y="1"/>
                      <a:pt x="14" y="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3" name="Freeform 681">
                <a:extLst>
                  <a:ext uri="{FF2B5EF4-FFF2-40B4-BE49-F238E27FC236}">
                    <a16:creationId xmlns:a16="http://schemas.microsoft.com/office/drawing/2014/main" id="{4F01AAA4-0DF2-440A-9DA9-1A1D7CDD4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1469"/>
                <a:ext cx="27" cy="36"/>
              </a:xfrm>
              <a:custGeom>
                <a:avLst/>
                <a:gdLst>
                  <a:gd name="T0" fmla="*/ 17 w 17"/>
                  <a:gd name="T1" fmla="*/ 0 h 22"/>
                  <a:gd name="T2" fmla="*/ 12 w 17"/>
                  <a:gd name="T3" fmla="*/ 13 h 22"/>
                  <a:gd name="T4" fmla="*/ 0 w 17"/>
                  <a:gd name="T5" fmla="*/ 22 h 22"/>
                  <a:gd name="T6" fmla="*/ 6 w 17"/>
                  <a:gd name="T7" fmla="*/ 9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cubicBezTo>
                      <a:pt x="17" y="3"/>
                      <a:pt x="15" y="8"/>
                      <a:pt x="12" y="13"/>
                    </a:cubicBezTo>
                    <a:cubicBezTo>
                      <a:pt x="8" y="17"/>
                      <a:pt x="4" y="21"/>
                      <a:pt x="0" y="22"/>
                    </a:cubicBezTo>
                    <a:cubicBezTo>
                      <a:pt x="0" y="18"/>
                      <a:pt x="2" y="14"/>
                      <a:pt x="6" y="9"/>
                    </a:cubicBezTo>
                    <a:cubicBezTo>
                      <a:pt x="9" y="5"/>
                      <a:pt x="13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4" name="Freeform 682">
                <a:extLst>
                  <a:ext uri="{FF2B5EF4-FFF2-40B4-BE49-F238E27FC236}">
                    <a16:creationId xmlns:a16="http://schemas.microsoft.com/office/drawing/2014/main" id="{184424E2-CB26-407C-B68D-8328EF56C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1462"/>
                <a:ext cx="40" cy="25"/>
              </a:xfrm>
              <a:custGeom>
                <a:avLst/>
                <a:gdLst>
                  <a:gd name="T0" fmla="*/ 14 w 24"/>
                  <a:gd name="T1" fmla="*/ 5 h 15"/>
                  <a:gd name="T2" fmla="*/ 24 w 24"/>
                  <a:gd name="T3" fmla="*/ 15 h 15"/>
                  <a:gd name="T4" fmla="*/ 10 w 24"/>
                  <a:gd name="T5" fmla="*/ 10 h 15"/>
                  <a:gd name="T6" fmla="*/ 0 w 24"/>
                  <a:gd name="T7" fmla="*/ 1 h 15"/>
                  <a:gd name="T8" fmla="*/ 14 w 24"/>
                  <a:gd name="T9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5">
                    <a:moveTo>
                      <a:pt x="14" y="5"/>
                    </a:moveTo>
                    <a:cubicBezTo>
                      <a:pt x="19" y="8"/>
                      <a:pt x="23" y="12"/>
                      <a:pt x="24" y="15"/>
                    </a:cubicBezTo>
                    <a:cubicBezTo>
                      <a:pt x="20" y="15"/>
                      <a:pt x="15" y="13"/>
                      <a:pt x="10" y="10"/>
                    </a:cubicBezTo>
                    <a:cubicBezTo>
                      <a:pt x="5" y="7"/>
                      <a:pt x="1" y="4"/>
                      <a:pt x="0" y="1"/>
                    </a:cubicBezTo>
                    <a:cubicBezTo>
                      <a:pt x="4" y="0"/>
                      <a:pt x="9" y="2"/>
                      <a:pt x="14" y="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5" name="Freeform 683">
                <a:extLst>
                  <a:ext uri="{FF2B5EF4-FFF2-40B4-BE49-F238E27FC236}">
                    <a16:creationId xmlns:a16="http://schemas.microsoft.com/office/drawing/2014/main" id="{F5B15EE3-BC63-4828-8872-956744F170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1451"/>
                <a:ext cx="28" cy="34"/>
              </a:xfrm>
              <a:custGeom>
                <a:avLst/>
                <a:gdLst>
                  <a:gd name="T0" fmla="*/ 17 w 17"/>
                  <a:gd name="T1" fmla="*/ 0 h 21"/>
                  <a:gd name="T2" fmla="*/ 11 w 17"/>
                  <a:gd name="T3" fmla="*/ 12 h 21"/>
                  <a:gd name="T4" fmla="*/ 0 w 17"/>
                  <a:gd name="T5" fmla="*/ 21 h 21"/>
                  <a:gd name="T6" fmla="*/ 5 w 17"/>
                  <a:gd name="T7" fmla="*/ 9 h 21"/>
                  <a:gd name="T8" fmla="*/ 17 w 17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7" y="0"/>
                    </a:moveTo>
                    <a:cubicBezTo>
                      <a:pt x="17" y="3"/>
                      <a:pt x="15" y="8"/>
                      <a:pt x="11" y="12"/>
                    </a:cubicBezTo>
                    <a:cubicBezTo>
                      <a:pt x="8" y="17"/>
                      <a:pt x="4" y="20"/>
                      <a:pt x="0" y="21"/>
                    </a:cubicBezTo>
                    <a:cubicBezTo>
                      <a:pt x="0" y="18"/>
                      <a:pt x="2" y="13"/>
                      <a:pt x="5" y="9"/>
                    </a:cubicBezTo>
                    <a:cubicBezTo>
                      <a:pt x="9" y="4"/>
                      <a:pt x="13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6" name="Freeform 684">
                <a:extLst>
                  <a:ext uri="{FF2B5EF4-FFF2-40B4-BE49-F238E27FC236}">
                    <a16:creationId xmlns:a16="http://schemas.microsoft.com/office/drawing/2014/main" id="{ED0E788D-8F63-4171-99EC-A7DFB6746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1444"/>
                <a:ext cx="39" cy="25"/>
              </a:xfrm>
              <a:custGeom>
                <a:avLst/>
                <a:gdLst>
                  <a:gd name="T0" fmla="*/ 14 w 24"/>
                  <a:gd name="T1" fmla="*/ 5 h 15"/>
                  <a:gd name="T2" fmla="*/ 24 w 24"/>
                  <a:gd name="T3" fmla="*/ 14 h 15"/>
                  <a:gd name="T4" fmla="*/ 10 w 24"/>
                  <a:gd name="T5" fmla="*/ 10 h 15"/>
                  <a:gd name="T6" fmla="*/ 0 w 24"/>
                  <a:gd name="T7" fmla="*/ 0 h 15"/>
                  <a:gd name="T8" fmla="*/ 14 w 24"/>
                  <a:gd name="T9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5">
                    <a:moveTo>
                      <a:pt x="14" y="5"/>
                    </a:moveTo>
                    <a:cubicBezTo>
                      <a:pt x="19" y="8"/>
                      <a:pt x="23" y="11"/>
                      <a:pt x="24" y="14"/>
                    </a:cubicBezTo>
                    <a:cubicBezTo>
                      <a:pt x="20" y="15"/>
                      <a:pt x="15" y="13"/>
                      <a:pt x="10" y="10"/>
                    </a:cubicBezTo>
                    <a:cubicBezTo>
                      <a:pt x="5" y="7"/>
                      <a:pt x="1" y="3"/>
                      <a:pt x="0" y="0"/>
                    </a:cubicBezTo>
                    <a:cubicBezTo>
                      <a:pt x="4" y="0"/>
                      <a:pt x="9" y="2"/>
                      <a:pt x="14" y="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7" name="Freeform 685">
                <a:extLst>
                  <a:ext uri="{FF2B5EF4-FFF2-40B4-BE49-F238E27FC236}">
                    <a16:creationId xmlns:a16="http://schemas.microsoft.com/office/drawing/2014/main" id="{3AAC1BA8-30B7-4494-9669-9FEBBCD3A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7" y="1433"/>
                <a:ext cx="28" cy="34"/>
              </a:xfrm>
              <a:custGeom>
                <a:avLst/>
                <a:gdLst>
                  <a:gd name="T0" fmla="*/ 17 w 17"/>
                  <a:gd name="T1" fmla="*/ 0 h 21"/>
                  <a:gd name="T2" fmla="*/ 11 w 17"/>
                  <a:gd name="T3" fmla="*/ 12 h 21"/>
                  <a:gd name="T4" fmla="*/ 0 w 17"/>
                  <a:gd name="T5" fmla="*/ 21 h 21"/>
                  <a:gd name="T6" fmla="*/ 5 w 17"/>
                  <a:gd name="T7" fmla="*/ 8 h 21"/>
                  <a:gd name="T8" fmla="*/ 17 w 17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7" y="0"/>
                    </a:moveTo>
                    <a:cubicBezTo>
                      <a:pt x="17" y="3"/>
                      <a:pt x="15" y="7"/>
                      <a:pt x="11" y="12"/>
                    </a:cubicBezTo>
                    <a:cubicBezTo>
                      <a:pt x="8" y="17"/>
                      <a:pt x="3" y="20"/>
                      <a:pt x="0" y="21"/>
                    </a:cubicBezTo>
                    <a:cubicBezTo>
                      <a:pt x="0" y="18"/>
                      <a:pt x="2" y="13"/>
                      <a:pt x="5" y="8"/>
                    </a:cubicBezTo>
                    <a:cubicBezTo>
                      <a:pt x="9" y="4"/>
                      <a:pt x="13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8" name="Freeform 686">
                <a:extLst>
                  <a:ext uri="{FF2B5EF4-FFF2-40B4-BE49-F238E27FC236}">
                    <a16:creationId xmlns:a16="http://schemas.microsoft.com/office/drawing/2014/main" id="{C5E6D888-C1DD-4AAB-8023-602D637B8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3" y="1426"/>
                <a:ext cx="37" cy="23"/>
              </a:xfrm>
              <a:custGeom>
                <a:avLst/>
                <a:gdLst>
                  <a:gd name="T0" fmla="*/ 14 w 23"/>
                  <a:gd name="T1" fmla="*/ 4 h 14"/>
                  <a:gd name="T2" fmla="*/ 23 w 23"/>
                  <a:gd name="T3" fmla="*/ 14 h 14"/>
                  <a:gd name="T4" fmla="*/ 10 w 23"/>
                  <a:gd name="T5" fmla="*/ 10 h 14"/>
                  <a:gd name="T6" fmla="*/ 0 w 23"/>
                  <a:gd name="T7" fmla="*/ 0 h 14"/>
                  <a:gd name="T8" fmla="*/ 14 w 23"/>
                  <a:gd name="T9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4">
                    <a:moveTo>
                      <a:pt x="14" y="4"/>
                    </a:moveTo>
                    <a:cubicBezTo>
                      <a:pt x="19" y="7"/>
                      <a:pt x="22" y="11"/>
                      <a:pt x="23" y="14"/>
                    </a:cubicBezTo>
                    <a:cubicBezTo>
                      <a:pt x="20" y="14"/>
                      <a:pt x="15" y="13"/>
                      <a:pt x="10" y="10"/>
                    </a:cubicBezTo>
                    <a:cubicBezTo>
                      <a:pt x="5" y="7"/>
                      <a:pt x="1" y="3"/>
                      <a:pt x="0" y="0"/>
                    </a:cubicBezTo>
                    <a:cubicBezTo>
                      <a:pt x="4" y="0"/>
                      <a:pt x="9" y="1"/>
                      <a:pt x="14" y="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29" name="Freeform 687">
                <a:extLst>
                  <a:ext uri="{FF2B5EF4-FFF2-40B4-BE49-F238E27FC236}">
                    <a16:creationId xmlns:a16="http://schemas.microsoft.com/office/drawing/2014/main" id="{C734A448-C4C9-4F28-856F-95D80F05D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4" y="1413"/>
                <a:ext cx="28" cy="36"/>
              </a:xfrm>
              <a:custGeom>
                <a:avLst/>
                <a:gdLst>
                  <a:gd name="T0" fmla="*/ 17 w 17"/>
                  <a:gd name="T1" fmla="*/ 0 h 22"/>
                  <a:gd name="T2" fmla="*/ 11 w 17"/>
                  <a:gd name="T3" fmla="*/ 13 h 22"/>
                  <a:gd name="T4" fmla="*/ 0 w 17"/>
                  <a:gd name="T5" fmla="*/ 22 h 22"/>
                  <a:gd name="T6" fmla="*/ 5 w 17"/>
                  <a:gd name="T7" fmla="*/ 9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cubicBezTo>
                      <a:pt x="17" y="3"/>
                      <a:pt x="15" y="8"/>
                      <a:pt x="11" y="13"/>
                    </a:cubicBezTo>
                    <a:cubicBezTo>
                      <a:pt x="8" y="17"/>
                      <a:pt x="3" y="21"/>
                      <a:pt x="0" y="22"/>
                    </a:cubicBezTo>
                    <a:cubicBezTo>
                      <a:pt x="0" y="18"/>
                      <a:pt x="2" y="14"/>
                      <a:pt x="5" y="9"/>
                    </a:cubicBezTo>
                    <a:cubicBezTo>
                      <a:pt x="9" y="5"/>
                      <a:pt x="13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0" name="Freeform 688">
                <a:extLst>
                  <a:ext uri="{FF2B5EF4-FFF2-40B4-BE49-F238E27FC236}">
                    <a16:creationId xmlns:a16="http://schemas.microsoft.com/office/drawing/2014/main" id="{126730B1-9724-45A0-900B-7B96AD3DF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406"/>
                <a:ext cx="37" cy="25"/>
              </a:xfrm>
              <a:custGeom>
                <a:avLst/>
                <a:gdLst>
                  <a:gd name="T0" fmla="*/ 14 w 23"/>
                  <a:gd name="T1" fmla="*/ 5 h 15"/>
                  <a:gd name="T2" fmla="*/ 23 w 23"/>
                  <a:gd name="T3" fmla="*/ 15 h 15"/>
                  <a:gd name="T4" fmla="*/ 9 w 23"/>
                  <a:gd name="T5" fmla="*/ 10 h 15"/>
                  <a:gd name="T6" fmla="*/ 0 w 23"/>
                  <a:gd name="T7" fmla="*/ 1 h 15"/>
                  <a:gd name="T8" fmla="*/ 14 w 23"/>
                  <a:gd name="T9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5">
                    <a:moveTo>
                      <a:pt x="14" y="5"/>
                    </a:moveTo>
                    <a:cubicBezTo>
                      <a:pt x="19" y="8"/>
                      <a:pt x="22" y="12"/>
                      <a:pt x="23" y="15"/>
                    </a:cubicBezTo>
                    <a:cubicBezTo>
                      <a:pt x="20" y="15"/>
                      <a:pt x="14" y="13"/>
                      <a:pt x="9" y="10"/>
                    </a:cubicBezTo>
                    <a:cubicBezTo>
                      <a:pt x="4" y="7"/>
                      <a:pt x="1" y="4"/>
                      <a:pt x="0" y="1"/>
                    </a:cubicBezTo>
                    <a:cubicBezTo>
                      <a:pt x="3" y="0"/>
                      <a:pt x="9" y="2"/>
                      <a:pt x="14" y="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1" name="Freeform 689">
                <a:extLst>
                  <a:ext uri="{FF2B5EF4-FFF2-40B4-BE49-F238E27FC236}">
                    <a16:creationId xmlns:a16="http://schemas.microsoft.com/office/drawing/2014/main" id="{A1517497-B031-41C4-8C9B-410FA5FA24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9" y="1395"/>
                <a:ext cx="29" cy="34"/>
              </a:xfrm>
              <a:custGeom>
                <a:avLst/>
                <a:gdLst>
                  <a:gd name="T0" fmla="*/ 17 w 18"/>
                  <a:gd name="T1" fmla="*/ 0 h 21"/>
                  <a:gd name="T2" fmla="*/ 12 w 18"/>
                  <a:gd name="T3" fmla="*/ 12 h 21"/>
                  <a:gd name="T4" fmla="*/ 1 w 18"/>
                  <a:gd name="T5" fmla="*/ 21 h 21"/>
                  <a:gd name="T6" fmla="*/ 6 w 18"/>
                  <a:gd name="T7" fmla="*/ 9 h 21"/>
                  <a:gd name="T8" fmla="*/ 17 w 18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1">
                    <a:moveTo>
                      <a:pt x="17" y="0"/>
                    </a:moveTo>
                    <a:cubicBezTo>
                      <a:pt x="18" y="3"/>
                      <a:pt x="16" y="8"/>
                      <a:pt x="12" y="12"/>
                    </a:cubicBezTo>
                    <a:cubicBezTo>
                      <a:pt x="8" y="17"/>
                      <a:pt x="4" y="20"/>
                      <a:pt x="1" y="21"/>
                    </a:cubicBezTo>
                    <a:cubicBezTo>
                      <a:pt x="0" y="18"/>
                      <a:pt x="2" y="13"/>
                      <a:pt x="6" y="9"/>
                    </a:cubicBezTo>
                    <a:cubicBezTo>
                      <a:pt x="10" y="4"/>
                      <a:pt x="14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2" name="Freeform 690">
                <a:extLst>
                  <a:ext uri="{FF2B5EF4-FFF2-40B4-BE49-F238E27FC236}">
                    <a16:creationId xmlns:a16="http://schemas.microsoft.com/office/drawing/2014/main" id="{7176CCED-5857-4B82-BC5A-2DCFF3823C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388"/>
                <a:ext cx="38" cy="23"/>
              </a:xfrm>
              <a:custGeom>
                <a:avLst/>
                <a:gdLst>
                  <a:gd name="T0" fmla="*/ 14 w 23"/>
                  <a:gd name="T1" fmla="*/ 5 h 14"/>
                  <a:gd name="T2" fmla="*/ 23 w 23"/>
                  <a:gd name="T3" fmla="*/ 14 h 14"/>
                  <a:gd name="T4" fmla="*/ 9 w 23"/>
                  <a:gd name="T5" fmla="*/ 10 h 14"/>
                  <a:gd name="T6" fmla="*/ 0 w 23"/>
                  <a:gd name="T7" fmla="*/ 0 h 14"/>
                  <a:gd name="T8" fmla="*/ 14 w 23"/>
                  <a:gd name="T9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4">
                    <a:moveTo>
                      <a:pt x="14" y="5"/>
                    </a:moveTo>
                    <a:cubicBezTo>
                      <a:pt x="19" y="7"/>
                      <a:pt x="22" y="11"/>
                      <a:pt x="23" y="14"/>
                    </a:cubicBezTo>
                    <a:cubicBezTo>
                      <a:pt x="20" y="14"/>
                      <a:pt x="14" y="13"/>
                      <a:pt x="9" y="10"/>
                    </a:cubicBezTo>
                    <a:cubicBezTo>
                      <a:pt x="4" y="7"/>
                      <a:pt x="1" y="3"/>
                      <a:pt x="0" y="0"/>
                    </a:cubicBezTo>
                    <a:cubicBezTo>
                      <a:pt x="3" y="0"/>
                      <a:pt x="9" y="2"/>
                      <a:pt x="14" y="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3" name="Freeform 691">
                <a:extLst>
                  <a:ext uri="{FF2B5EF4-FFF2-40B4-BE49-F238E27FC236}">
                    <a16:creationId xmlns:a16="http://schemas.microsoft.com/office/drawing/2014/main" id="{915FFB52-ECF4-4CCB-AC3C-C1F2FF3A7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375"/>
                <a:ext cx="27" cy="36"/>
              </a:xfrm>
              <a:custGeom>
                <a:avLst/>
                <a:gdLst>
                  <a:gd name="T0" fmla="*/ 17 w 17"/>
                  <a:gd name="T1" fmla="*/ 0 h 22"/>
                  <a:gd name="T2" fmla="*/ 12 w 17"/>
                  <a:gd name="T3" fmla="*/ 13 h 22"/>
                  <a:gd name="T4" fmla="*/ 0 w 17"/>
                  <a:gd name="T5" fmla="*/ 22 h 22"/>
                  <a:gd name="T6" fmla="*/ 6 w 17"/>
                  <a:gd name="T7" fmla="*/ 9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cubicBezTo>
                      <a:pt x="17" y="4"/>
                      <a:pt x="15" y="8"/>
                      <a:pt x="12" y="13"/>
                    </a:cubicBezTo>
                    <a:cubicBezTo>
                      <a:pt x="8" y="18"/>
                      <a:pt x="4" y="21"/>
                      <a:pt x="0" y="22"/>
                    </a:cubicBezTo>
                    <a:cubicBezTo>
                      <a:pt x="0" y="19"/>
                      <a:pt x="2" y="14"/>
                      <a:pt x="6" y="9"/>
                    </a:cubicBezTo>
                    <a:cubicBezTo>
                      <a:pt x="9" y="5"/>
                      <a:pt x="14" y="2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4" name="Freeform 692">
                <a:extLst>
                  <a:ext uri="{FF2B5EF4-FFF2-40B4-BE49-F238E27FC236}">
                    <a16:creationId xmlns:a16="http://schemas.microsoft.com/office/drawing/2014/main" id="{3E6CF519-F396-42B0-A8C5-9798BD63C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" y="1370"/>
                <a:ext cx="38" cy="23"/>
              </a:xfrm>
              <a:custGeom>
                <a:avLst/>
                <a:gdLst>
                  <a:gd name="T0" fmla="*/ 13 w 23"/>
                  <a:gd name="T1" fmla="*/ 4 h 14"/>
                  <a:gd name="T2" fmla="*/ 23 w 23"/>
                  <a:gd name="T3" fmla="*/ 14 h 14"/>
                  <a:gd name="T4" fmla="*/ 9 w 23"/>
                  <a:gd name="T5" fmla="*/ 10 h 14"/>
                  <a:gd name="T6" fmla="*/ 0 w 23"/>
                  <a:gd name="T7" fmla="*/ 0 h 14"/>
                  <a:gd name="T8" fmla="*/ 13 w 23"/>
                  <a:gd name="T9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4">
                    <a:moveTo>
                      <a:pt x="13" y="4"/>
                    </a:moveTo>
                    <a:cubicBezTo>
                      <a:pt x="18" y="7"/>
                      <a:pt x="22" y="11"/>
                      <a:pt x="23" y="14"/>
                    </a:cubicBezTo>
                    <a:cubicBezTo>
                      <a:pt x="19" y="14"/>
                      <a:pt x="14" y="13"/>
                      <a:pt x="9" y="10"/>
                    </a:cubicBezTo>
                    <a:cubicBezTo>
                      <a:pt x="4" y="7"/>
                      <a:pt x="1" y="3"/>
                      <a:pt x="0" y="0"/>
                    </a:cubicBezTo>
                    <a:cubicBezTo>
                      <a:pt x="3" y="0"/>
                      <a:pt x="8" y="1"/>
                      <a:pt x="13" y="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5" name="Freeform 693">
                <a:extLst>
                  <a:ext uri="{FF2B5EF4-FFF2-40B4-BE49-F238E27FC236}">
                    <a16:creationId xmlns:a16="http://schemas.microsoft.com/office/drawing/2014/main" id="{A43C3FAA-F866-41EE-9E8F-736DB248A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357"/>
                <a:ext cx="28" cy="36"/>
              </a:xfrm>
              <a:custGeom>
                <a:avLst/>
                <a:gdLst>
                  <a:gd name="T0" fmla="*/ 17 w 17"/>
                  <a:gd name="T1" fmla="*/ 0 h 22"/>
                  <a:gd name="T2" fmla="*/ 12 w 17"/>
                  <a:gd name="T3" fmla="*/ 13 h 22"/>
                  <a:gd name="T4" fmla="*/ 0 w 17"/>
                  <a:gd name="T5" fmla="*/ 22 h 22"/>
                  <a:gd name="T6" fmla="*/ 6 w 17"/>
                  <a:gd name="T7" fmla="*/ 9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cubicBezTo>
                      <a:pt x="17" y="3"/>
                      <a:pt x="15" y="8"/>
                      <a:pt x="12" y="13"/>
                    </a:cubicBezTo>
                    <a:cubicBezTo>
                      <a:pt x="8" y="17"/>
                      <a:pt x="4" y="21"/>
                      <a:pt x="0" y="22"/>
                    </a:cubicBezTo>
                    <a:cubicBezTo>
                      <a:pt x="0" y="18"/>
                      <a:pt x="2" y="14"/>
                      <a:pt x="6" y="9"/>
                    </a:cubicBezTo>
                    <a:cubicBezTo>
                      <a:pt x="9" y="5"/>
                      <a:pt x="14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6" name="Freeform 694">
                <a:extLst>
                  <a:ext uri="{FF2B5EF4-FFF2-40B4-BE49-F238E27FC236}">
                    <a16:creationId xmlns:a16="http://schemas.microsoft.com/office/drawing/2014/main" id="{AC3E3D0C-EE22-4913-93A2-6BFEDEEEE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8" y="1351"/>
                <a:ext cx="39" cy="24"/>
              </a:xfrm>
              <a:custGeom>
                <a:avLst/>
                <a:gdLst>
                  <a:gd name="T0" fmla="*/ 14 w 24"/>
                  <a:gd name="T1" fmla="*/ 5 h 15"/>
                  <a:gd name="T2" fmla="*/ 24 w 24"/>
                  <a:gd name="T3" fmla="*/ 15 h 15"/>
                  <a:gd name="T4" fmla="*/ 10 w 24"/>
                  <a:gd name="T5" fmla="*/ 10 h 15"/>
                  <a:gd name="T6" fmla="*/ 0 w 24"/>
                  <a:gd name="T7" fmla="*/ 1 h 15"/>
                  <a:gd name="T8" fmla="*/ 14 w 24"/>
                  <a:gd name="T9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5">
                    <a:moveTo>
                      <a:pt x="14" y="5"/>
                    </a:moveTo>
                    <a:cubicBezTo>
                      <a:pt x="19" y="8"/>
                      <a:pt x="23" y="11"/>
                      <a:pt x="24" y="15"/>
                    </a:cubicBezTo>
                    <a:cubicBezTo>
                      <a:pt x="20" y="15"/>
                      <a:pt x="15" y="13"/>
                      <a:pt x="10" y="10"/>
                    </a:cubicBezTo>
                    <a:cubicBezTo>
                      <a:pt x="5" y="7"/>
                      <a:pt x="1" y="4"/>
                      <a:pt x="0" y="1"/>
                    </a:cubicBezTo>
                    <a:cubicBezTo>
                      <a:pt x="4" y="0"/>
                      <a:pt x="9" y="2"/>
                      <a:pt x="14" y="5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7" name="Freeform 695">
                <a:extLst>
                  <a:ext uri="{FF2B5EF4-FFF2-40B4-BE49-F238E27FC236}">
                    <a16:creationId xmlns:a16="http://schemas.microsoft.com/office/drawing/2014/main" id="{70F1580E-AE7B-4653-8EE4-3BA421B22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9" y="1339"/>
                <a:ext cx="28" cy="35"/>
              </a:xfrm>
              <a:custGeom>
                <a:avLst/>
                <a:gdLst>
                  <a:gd name="T0" fmla="*/ 17 w 17"/>
                  <a:gd name="T1" fmla="*/ 0 h 21"/>
                  <a:gd name="T2" fmla="*/ 12 w 17"/>
                  <a:gd name="T3" fmla="*/ 12 h 21"/>
                  <a:gd name="T4" fmla="*/ 0 w 17"/>
                  <a:gd name="T5" fmla="*/ 21 h 21"/>
                  <a:gd name="T6" fmla="*/ 6 w 17"/>
                  <a:gd name="T7" fmla="*/ 9 h 21"/>
                  <a:gd name="T8" fmla="*/ 17 w 17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7" y="0"/>
                    </a:moveTo>
                    <a:cubicBezTo>
                      <a:pt x="17" y="3"/>
                      <a:pt x="15" y="8"/>
                      <a:pt x="12" y="12"/>
                    </a:cubicBezTo>
                    <a:cubicBezTo>
                      <a:pt x="8" y="17"/>
                      <a:pt x="4" y="20"/>
                      <a:pt x="0" y="21"/>
                    </a:cubicBezTo>
                    <a:cubicBezTo>
                      <a:pt x="0" y="18"/>
                      <a:pt x="2" y="13"/>
                      <a:pt x="6" y="9"/>
                    </a:cubicBezTo>
                    <a:cubicBezTo>
                      <a:pt x="9" y="4"/>
                      <a:pt x="13" y="1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8" name="Freeform 696">
                <a:extLst>
                  <a:ext uri="{FF2B5EF4-FFF2-40B4-BE49-F238E27FC236}">
                    <a16:creationId xmlns:a16="http://schemas.microsoft.com/office/drawing/2014/main" id="{A262E08E-EACD-4D67-B789-BBB120916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333"/>
                <a:ext cx="39" cy="23"/>
              </a:xfrm>
              <a:custGeom>
                <a:avLst/>
                <a:gdLst>
                  <a:gd name="T0" fmla="*/ 14 w 24"/>
                  <a:gd name="T1" fmla="*/ 4 h 14"/>
                  <a:gd name="T2" fmla="*/ 24 w 24"/>
                  <a:gd name="T3" fmla="*/ 14 h 14"/>
                  <a:gd name="T4" fmla="*/ 10 w 24"/>
                  <a:gd name="T5" fmla="*/ 10 h 14"/>
                  <a:gd name="T6" fmla="*/ 0 w 24"/>
                  <a:gd name="T7" fmla="*/ 0 h 14"/>
                  <a:gd name="T8" fmla="*/ 14 w 24"/>
                  <a:gd name="T9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4">
                    <a:moveTo>
                      <a:pt x="14" y="4"/>
                    </a:moveTo>
                    <a:cubicBezTo>
                      <a:pt x="19" y="7"/>
                      <a:pt x="23" y="11"/>
                      <a:pt x="24" y="14"/>
                    </a:cubicBezTo>
                    <a:cubicBezTo>
                      <a:pt x="20" y="14"/>
                      <a:pt x="15" y="13"/>
                      <a:pt x="10" y="10"/>
                    </a:cubicBezTo>
                    <a:cubicBezTo>
                      <a:pt x="5" y="7"/>
                      <a:pt x="1" y="3"/>
                      <a:pt x="0" y="0"/>
                    </a:cubicBezTo>
                    <a:cubicBezTo>
                      <a:pt x="4" y="0"/>
                      <a:pt x="9" y="2"/>
                      <a:pt x="14" y="4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39" name="Freeform 697">
                <a:extLst>
                  <a:ext uri="{FF2B5EF4-FFF2-40B4-BE49-F238E27FC236}">
                    <a16:creationId xmlns:a16="http://schemas.microsoft.com/office/drawing/2014/main" id="{1B931AB2-30B8-480A-A54E-0BCC7EAFE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" y="1320"/>
                <a:ext cx="28" cy="36"/>
              </a:xfrm>
              <a:custGeom>
                <a:avLst/>
                <a:gdLst>
                  <a:gd name="T0" fmla="*/ 17 w 17"/>
                  <a:gd name="T1" fmla="*/ 0 h 22"/>
                  <a:gd name="T2" fmla="*/ 11 w 17"/>
                  <a:gd name="T3" fmla="*/ 13 h 22"/>
                  <a:gd name="T4" fmla="*/ 0 w 17"/>
                  <a:gd name="T5" fmla="*/ 22 h 22"/>
                  <a:gd name="T6" fmla="*/ 5 w 17"/>
                  <a:gd name="T7" fmla="*/ 9 h 22"/>
                  <a:gd name="T8" fmla="*/ 17 w 17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7" y="0"/>
                    </a:moveTo>
                    <a:cubicBezTo>
                      <a:pt x="17" y="4"/>
                      <a:pt x="15" y="8"/>
                      <a:pt x="11" y="13"/>
                    </a:cubicBezTo>
                    <a:cubicBezTo>
                      <a:pt x="8" y="18"/>
                      <a:pt x="3" y="21"/>
                      <a:pt x="0" y="22"/>
                    </a:cubicBezTo>
                    <a:cubicBezTo>
                      <a:pt x="0" y="19"/>
                      <a:pt x="2" y="14"/>
                      <a:pt x="5" y="9"/>
                    </a:cubicBezTo>
                    <a:cubicBezTo>
                      <a:pt x="9" y="5"/>
                      <a:pt x="13" y="2"/>
                      <a:pt x="17" y="0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0" name="Freeform 698">
                <a:extLst>
                  <a:ext uri="{FF2B5EF4-FFF2-40B4-BE49-F238E27FC236}">
                    <a16:creationId xmlns:a16="http://schemas.microsoft.com/office/drawing/2014/main" id="{5E3DA319-FD51-44DB-824B-521FBAD8B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1" y="1300"/>
                <a:ext cx="15" cy="41"/>
              </a:xfrm>
              <a:custGeom>
                <a:avLst/>
                <a:gdLst>
                  <a:gd name="T0" fmla="*/ 8 w 9"/>
                  <a:gd name="T1" fmla="*/ 12 h 25"/>
                  <a:gd name="T2" fmla="*/ 7 w 9"/>
                  <a:gd name="T3" fmla="*/ 25 h 25"/>
                  <a:gd name="T4" fmla="*/ 1 w 9"/>
                  <a:gd name="T5" fmla="*/ 13 h 25"/>
                  <a:gd name="T6" fmla="*/ 2 w 9"/>
                  <a:gd name="T7" fmla="*/ 0 h 25"/>
                  <a:gd name="T8" fmla="*/ 8 w 9"/>
                  <a:gd name="T9" fmla="*/ 1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25">
                    <a:moveTo>
                      <a:pt x="8" y="12"/>
                    </a:moveTo>
                    <a:cubicBezTo>
                      <a:pt x="9" y="17"/>
                      <a:pt x="8" y="22"/>
                      <a:pt x="7" y="25"/>
                    </a:cubicBezTo>
                    <a:cubicBezTo>
                      <a:pt x="4" y="23"/>
                      <a:pt x="2" y="19"/>
                      <a:pt x="1" y="13"/>
                    </a:cubicBezTo>
                    <a:cubicBezTo>
                      <a:pt x="0" y="8"/>
                      <a:pt x="0" y="3"/>
                      <a:pt x="2" y="0"/>
                    </a:cubicBezTo>
                    <a:cubicBezTo>
                      <a:pt x="5" y="2"/>
                      <a:pt x="7" y="7"/>
                      <a:pt x="8" y="12"/>
                    </a:cubicBezTo>
                    <a:close/>
                  </a:path>
                </a:pathLst>
              </a:custGeom>
              <a:solidFill>
                <a:srgbClr val="6377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1" name="Freeform 699">
                <a:extLst>
                  <a:ext uri="{FF2B5EF4-FFF2-40B4-BE49-F238E27FC236}">
                    <a16:creationId xmlns:a16="http://schemas.microsoft.com/office/drawing/2014/main" id="{7CBE6EA8-7A58-46E5-836A-D472E0D05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1478"/>
                <a:ext cx="15" cy="49"/>
              </a:xfrm>
              <a:custGeom>
                <a:avLst/>
                <a:gdLst>
                  <a:gd name="T0" fmla="*/ 8 w 9"/>
                  <a:gd name="T1" fmla="*/ 16 h 30"/>
                  <a:gd name="T2" fmla="*/ 3 w 9"/>
                  <a:gd name="T3" fmla="*/ 30 h 30"/>
                  <a:gd name="T4" fmla="*/ 0 w 9"/>
                  <a:gd name="T5" fmla="*/ 15 h 30"/>
                  <a:gd name="T6" fmla="*/ 7 w 9"/>
                  <a:gd name="T7" fmla="*/ 0 h 30"/>
                  <a:gd name="T8" fmla="*/ 8 w 9"/>
                  <a:gd name="T9" fmla="*/ 1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30">
                    <a:moveTo>
                      <a:pt x="8" y="16"/>
                    </a:moveTo>
                    <a:cubicBezTo>
                      <a:pt x="7" y="22"/>
                      <a:pt x="6" y="27"/>
                      <a:pt x="3" y="30"/>
                    </a:cubicBezTo>
                    <a:cubicBezTo>
                      <a:pt x="1" y="27"/>
                      <a:pt x="0" y="22"/>
                      <a:pt x="0" y="15"/>
                    </a:cubicBezTo>
                    <a:cubicBezTo>
                      <a:pt x="1" y="9"/>
                      <a:pt x="4" y="3"/>
                      <a:pt x="7" y="0"/>
                    </a:cubicBezTo>
                    <a:cubicBezTo>
                      <a:pt x="9" y="4"/>
                      <a:pt x="9" y="9"/>
                      <a:pt x="8" y="16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2" name="Freeform 700">
                <a:extLst>
                  <a:ext uri="{FF2B5EF4-FFF2-40B4-BE49-F238E27FC236}">
                    <a16:creationId xmlns:a16="http://schemas.microsoft.com/office/drawing/2014/main" id="{DF8A84B3-158F-450C-A3BF-FD84377CC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1524"/>
                <a:ext cx="44" cy="13"/>
              </a:xfrm>
              <a:custGeom>
                <a:avLst/>
                <a:gdLst>
                  <a:gd name="T0" fmla="*/ 27 w 27"/>
                  <a:gd name="T1" fmla="*/ 7 h 8"/>
                  <a:gd name="T2" fmla="*/ 14 w 27"/>
                  <a:gd name="T3" fmla="*/ 8 h 8"/>
                  <a:gd name="T4" fmla="*/ 0 w 27"/>
                  <a:gd name="T5" fmla="*/ 3 h 8"/>
                  <a:gd name="T6" fmla="*/ 14 w 27"/>
                  <a:gd name="T7" fmla="*/ 1 h 8"/>
                  <a:gd name="T8" fmla="*/ 27 w 27"/>
                  <a:gd name="T9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8">
                    <a:moveTo>
                      <a:pt x="27" y="7"/>
                    </a:moveTo>
                    <a:cubicBezTo>
                      <a:pt x="25" y="8"/>
                      <a:pt x="20" y="8"/>
                      <a:pt x="14" y="8"/>
                    </a:cubicBezTo>
                    <a:cubicBezTo>
                      <a:pt x="8" y="7"/>
                      <a:pt x="3" y="5"/>
                      <a:pt x="0" y="3"/>
                    </a:cubicBezTo>
                    <a:cubicBezTo>
                      <a:pt x="3" y="1"/>
                      <a:pt x="9" y="0"/>
                      <a:pt x="14" y="1"/>
                    </a:cubicBezTo>
                    <a:cubicBezTo>
                      <a:pt x="20" y="2"/>
                      <a:pt x="25" y="4"/>
                      <a:pt x="27" y="7"/>
                    </a:cubicBezTo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3" name="Freeform 701">
                <a:extLst>
                  <a:ext uri="{FF2B5EF4-FFF2-40B4-BE49-F238E27FC236}">
                    <a16:creationId xmlns:a16="http://schemas.microsoft.com/office/drawing/2014/main" id="{852DE2E4-CBCB-4E64-A97E-04180F300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465"/>
                <a:ext cx="18" cy="48"/>
              </a:xfrm>
              <a:custGeom>
                <a:avLst/>
                <a:gdLst>
                  <a:gd name="T0" fmla="*/ 9 w 11"/>
                  <a:gd name="T1" fmla="*/ 16 h 29"/>
                  <a:gd name="T2" fmla="*/ 3 w 11"/>
                  <a:gd name="T3" fmla="*/ 29 h 29"/>
                  <a:gd name="T4" fmla="*/ 2 w 11"/>
                  <a:gd name="T5" fmla="*/ 14 h 29"/>
                  <a:gd name="T6" fmla="*/ 10 w 11"/>
                  <a:gd name="T7" fmla="*/ 0 h 29"/>
                  <a:gd name="T8" fmla="*/ 11 w 11"/>
                  <a:gd name="T9" fmla="*/ 7 h 29"/>
                  <a:gd name="T10" fmla="*/ 10 w 11"/>
                  <a:gd name="T11" fmla="*/ 11 h 29"/>
                  <a:gd name="T12" fmla="*/ 9 w 11"/>
                  <a:gd name="T13" fmla="*/ 1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9">
                    <a:moveTo>
                      <a:pt x="9" y="16"/>
                    </a:moveTo>
                    <a:cubicBezTo>
                      <a:pt x="8" y="22"/>
                      <a:pt x="5" y="27"/>
                      <a:pt x="3" y="29"/>
                    </a:cubicBezTo>
                    <a:cubicBezTo>
                      <a:pt x="1" y="26"/>
                      <a:pt x="0" y="21"/>
                      <a:pt x="2" y="14"/>
                    </a:cubicBezTo>
                    <a:cubicBezTo>
                      <a:pt x="3" y="8"/>
                      <a:pt x="7" y="3"/>
                      <a:pt x="10" y="0"/>
                    </a:cubicBezTo>
                    <a:cubicBezTo>
                      <a:pt x="11" y="2"/>
                      <a:pt x="11" y="4"/>
                      <a:pt x="11" y="7"/>
                    </a:cubicBezTo>
                    <a:cubicBezTo>
                      <a:pt x="11" y="8"/>
                      <a:pt x="11" y="10"/>
                      <a:pt x="10" y="11"/>
                    </a:cubicBezTo>
                    <a:cubicBezTo>
                      <a:pt x="10" y="13"/>
                      <a:pt x="10" y="14"/>
                      <a:pt x="9" y="16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4" name="Freeform 702">
                <a:extLst>
                  <a:ext uri="{FF2B5EF4-FFF2-40B4-BE49-F238E27FC236}">
                    <a16:creationId xmlns:a16="http://schemas.microsoft.com/office/drawing/2014/main" id="{A33433DE-551D-4761-8D57-E44275CB7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1511"/>
                <a:ext cx="42" cy="18"/>
              </a:xfrm>
              <a:custGeom>
                <a:avLst/>
                <a:gdLst>
                  <a:gd name="T0" fmla="*/ 26 w 26"/>
                  <a:gd name="T1" fmla="*/ 10 h 11"/>
                  <a:gd name="T2" fmla="*/ 13 w 26"/>
                  <a:gd name="T3" fmla="*/ 9 h 11"/>
                  <a:gd name="T4" fmla="*/ 0 w 26"/>
                  <a:gd name="T5" fmla="*/ 2 h 11"/>
                  <a:gd name="T6" fmla="*/ 14 w 26"/>
                  <a:gd name="T7" fmla="*/ 2 h 11"/>
                  <a:gd name="T8" fmla="*/ 18 w 26"/>
                  <a:gd name="T9" fmla="*/ 3 h 11"/>
                  <a:gd name="T10" fmla="*/ 21 w 26"/>
                  <a:gd name="T11" fmla="*/ 5 h 11"/>
                  <a:gd name="T12" fmla="*/ 26 w 26"/>
                  <a:gd name="T13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11">
                    <a:moveTo>
                      <a:pt x="26" y="10"/>
                    </a:moveTo>
                    <a:cubicBezTo>
                      <a:pt x="23" y="11"/>
                      <a:pt x="19" y="10"/>
                      <a:pt x="13" y="9"/>
                    </a:cubicBezTo>
                    <a:cubicBezTo>
                      <a:pt x="7" y="7"/>
                      <a:pt x="2" y="5"/>
                      <a:pt x="0" y="2"/>
                    </a:cubicBezTo>
                    <a:cubicBezTo>
                      <a:pt x="3" y="1"/>
                      <a:pt x="8" y="0"/>
                      <a:pt x="14" y="2"/>
                    </a:cubicBezTo>
                    <a:cubicBezTo>
                      <a:pt x="15" y="2"/>
                      <a:pt x="17" y="3"/>
                      <a:pt x="18" y="3"/>
                    </a:cubicBezTo>
                    <a:cubicBezTo>
                      <a:pt x="19" y="4"/>
                      <a:pt x="20" y="5"/>
                      <a:pt x="21" y="5"/>
                    </a:cubicBezTo>
                    <a:cubicBezTo>
                      <a:pt x="23" y="7"/>
                      <a:pt x="25" y="8"/>
                      <a:pt x="26" y="1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5" name="Freeform 703">
                <a:extLst>
                  <a:ext uri="{FF2B5EF4-FFF2-40B4-BE49-F238E27FC236}">
                    <a16:creationId xmlns:a16="http://schemas.microsoft.com/office/drawing/2014/main" id="{A047C6D9-D638-4D2B-8153-EC754172D4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2" y="1455"/>
                <a:ext cx="21" cy="46"/>
              </a:xfrm>
              <a:custGeom>
                <a:avLst/>
                <a:gdLst>
                  <a:gd name="T0" fmla="*/ 9 w 13"/>
                  <a:gd name="T1" fmla="*/ 15 h 28"/>
                  <a:gd name="T2" fmla="*/ 2 w 13"/>
                  <a:gd name="T3" fmla="*/ 28 h 28"/>
                  <a:gd name="T4" fmla="*/ 0 w 13"/>
                  <a:gd name="T5" fmla="*/ 22 h 28"/>
                  <a:gd name="T6" fmla="*/ 2 w 13"/>
                  <a:gd name="T7" fmla="*/ 13 h 28"/>
                  <a:gd name="T8" fmla="*/ 13 w 13"/>
                  <a:gd name="T9" fmla="*/ 0 h 28"/>
                  <a:gd name="T10" fmla="*/ 9 w 13"/>
                  <a:gd name="T11" fmla="*/ 1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28">
                    <a:moveTo>
                      <a:pt x="9" y="15"/>
                    </a:moveTo>
                    <a:cubicBezTo>
                      <a:pt x="7" y="21"/>
                      <a:pt x="4" y="26"/>
                      <a:pt x="2" y="28"/>
                    </a:cubicBezTo>
                    <a:cubicBezTo>
                      <a:pt x="1" y="26"/>
                      <a:pt x="0" y="24"/>
                      <a:pt x="0" y="22"/>
                    </a:cubicBezTo>
                    <a:cubicBezTo>
                      <a:pt x="0" y="19"/>
                      <a:pt x="1" y="16"/>
                      <a:pt x="2" y="13"/>
                    </a:cubicBezTo>
                    <a:cubicBezTo>
                      <a:pt x="4" y="7"/>
                      <a:pt x="9" y="2"/>
                      <a:pt x="13" y="0"/>
                    </a:cubicBezTo>
                    <a:cubicBezTo>
                      <a:pt x="13" y="4"/>
                      <a:pt x="12" y="9"/>
                      <a:pt x="9" y="1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6" name="Freeform 704">
                <a:extLst>
                  <a:ext uri="{FF2B5EF4-FFF2-40B4-BE49-F238E27FC236}">
                    <a16:creationId xmlns:a16="http://schemas.microsoft.com/office/drawing/2014/main" id="{76BC272A-A205-4F4C-B96F-8AB75541B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501"/>
                <a:ext cx="41" cy="20"/>
              </a:xfrm>
              <a:custGeom>
                <a:avLst/>
                <a:gdLst>
                  <a:gd name="T0" fmla="*/ 25 w 25"/>
                  <a:gd name="T1" fmla="*/ 12 h 12"/>
                  <a:gd name="T2" fmla="*/ 20 w 25"/>
                  <a:gd name="T3" fmla="*/ 11 h 12"/>
                  <a:gd name="T4" fmla="*/ 13 w 25"/>
                  <a:gd name="T5" fmla="*/ 9 h 12"/>
                  <a:gd name="T6" fmla="*/ 5 w 25"/>
                  <a:gd name="T7" fmla="*/ 5 h 12"/>
                  <a:gd name="T8" fmla="*/ 0 w 25"/>
                  <a:gd name="T9" fmla="*/ 1 h 12"/>
                  <a:gd name="T10" fmla="*/ 14 w 25"/>
                  <a:gd name="T11" fmla="*/ 2 h 12"/>
                  <a:gd name="T12" fmla="*/ 25 w 25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12">
                    <a:moveTo>
                      <a:pt x="25" y="12"/>
                    </a:moveTo>
                    <a:cubicBezTo>
                      <a:pt x="24" y="12"/>
                      <a:pt x="22" y="12"/>
                      <a:pt x="20" y="11"/>
                    </a:cubicBezTo>
                    <a:cubicBezTo>
                      <a:pt x="18" y="11"/>
                      <a:pt x="15" y="10"/>
                      <a:pt x="13" y="9"/>
                    </a:cubicBezTo>
                    <a:cubicBezTo>
                      <a:pt x="10" y="8"/>
                      <a:pt x="7" y="7"/>
                      <a:pt x="5" y="5"/>
                    </a:cubicBezTo>
                    <a:cubicBezTo>
                      <a:pt x="3" y="4"/>
                      <a:pt x="1" y="3"/>
                      <a:pt x="0" y="1"/>
                    </a:cubicBezTo>
                    <a:cubicBezTo>
                      <a:pt x="3" y="0"/>
                      <a:pt x="9" y="0"/>
                      <a:pt x="14" y="2"/>
                    </a:cubicBezTo>
                    <a:cubicBezTo>
                      <a:pt x="20" y="5"/>
                      <a:pt x="23" y="9"/>
                      <a:pt x="25" y="1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7" name="Freeform 705">
                <a:extLst>
                  <a:ext uri="{FF2B5EF4-FFF2-40B4-BE49-F238E27FC236}">
                    <a16:creationId xmlns:a16="http://schemas.microsoft.com/office/drawing/2014/main" id="{4E3195C2-7F0E-4594-BAC8-8A389A88B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2" y="1449"/>
                <a:ext cx="26" cy="42"/>
              </a:xfrm>
              <a:custGeom>
                <a:avLst/>
                <a:gdLst>
                  <a:gd name="T0" fmla="*/ 10 w 16"/>
                  <a:gd name="T1" fmla="*/ 14 h 26"/>
                  <a:gd name="T2" fmla="*/ 6 w 16"/>
                  <a:gd name="T3" fmla="*/ 22 h 26"/>
                  <a:gd name="T4" fmla="*/ 1 w 16"/>
                  <a:gd name="T5" fmla="*/ 26 h 26"/>
                  <a:gd name="T6" fmla="*/ 3 w 16"/>
                  <a:gd name="T7" fmla="*/ 11 h 26"/>
                  <a:gd name="T8" fmla="*/ 6 w 16"/>
                  <a:gd name="T9" fmla="*/ 7 h 26"/>
                  <a:gd name="T10" fmla="*/ 9 w 16"/>
                  <a:gd name="T11" fmla="*/ 4 h 26"/>
                  <a:gd name="T12" fmla="*/ 13 w 16"/>
                  <a:gd name="T13" fmla="*/ 1 h 26"/>
                  <a:gd name="T14" fmla="*/ 16 w 16"/>
                  <a:gd name="T15" fmla="*/ 0 h 26"/>
                  <a:gd name="T16" fmla="*/ 10 w 16"/>
                  <a:gd name="T17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26">
                    <a:moveTo>
                      <a:pt x="10" y="14"/>
                    </a:moveTo>
                    <a:cubicBezTo>
                      <a:pt x="9" y="17"/>
                      <a:pt x="7" y="20"/>
                      <a:pt x="6" y="22"/>
                    </a:cubicBezTo>
                    <a:cubicBezTo>
                      <a:pt x="4" y="24"/>
                      <a:pt x="2" y="25"/>
                      <a:pt x="1" y="26"/>
                    </a:cubicBezTo>
                    <a:cubicBezTo>
                      <a:pt x="0" y="23"/>
                      <a:pt x="0" y="17"/>
                      <a:pt x="3" y="11"/>
                    </a:cubicBezTo>
                    <a:cubicBezTo>
                      <a:pt x="4" y="10"/>
                      <a:pt x="5" y="8"/>
                      <a:pt x="6" y="7"/>
                    </a:cubicBezTo>
                    <a:cubicBezTo>
                      <a:pt x="7" y="6"/>
                      <a:pt x="8" y="5"/>
                      <a:pt x="9" y="4"/>
                    </a:cubicBezTo>
                    <a:cubicBezTo>
                      <a:pt x="10" y="3"/>
                      <a:pt x="11" y="2"/>
                      <a:pt x="13" y="1"/>
                    </a:cubicBezTo>
                    <a:cubicBezTo>
                      <a:pt x="14" y="1"/>
                      <a:pt x="15" y="0"/>
                      <a:pt x="16" y="0"/>
                    </a:cubicBezTo>
                    <a:cubicBezTo>
                      <a:pt x="16" y="3"/>
                      <a:pt x="14" y="9"/>
                      <a:pt x="10" y="1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8" name="Freeform 706">
                <a:extLst>
                  <a:ext uri="{FF2B5EF4-FFF2-40B4-BE49-F238E27FC236}">
                    <a16:creationId xmlns:a16="http://schemas.microsoft.com/office/drawing/2014/main" id="{8302DBCB-275B-4D5D-9C77-9FB9B4FF2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1493"/>
                <a:ext cx="38" cy="23"/>
              </a:xfrm>
              <a:custGeom>
                <a:avLst/>
                <a:gdLst>
                  <a:gd name="T0" fmla="*/ 23 w 23"/>
                  <a:gd name="T1" fmla="*/ 14 h 14"/>
                  <a:gd name="T2" fmla="*/ 21 w 23"/>
                  <a:gd name="T3" fmla="*/ 14 h 14"/>
                  <a:gd name="T4" fmla="*/ 18 w 23"/>
                  <a:gd name="T5" fmla="*/ 13 h 14"/>
                  <a:gd name="T6" fmla="*/ 15 w 23"/>
                  <a:gd name="T7" fmla="*/ 12 h 14"/>
                  <a:gd name="T8" fmla="*/ 12 w 23"/>
                  <a:gd name="T9" fmla="*/ 10 h 14"/>
                  <a:gd name="T10" fmla="*/ 0 w 23"/>
                  <a:gd name="T11" fmla="*/ 0 h 14"/>
                  <a:gd name="T12" fmla="*/ 7 w 23"/>
                  <a:gd name="T13" fmla="*/ 0 h 14"/>
                  <a:gd name="T14" fmla="*/ 14 w 23"/>
                  <a:gd name="T15" fmla="*/ 3 h 14"/>
                  <a:gd name="T16" fmla="*/ 23 w 23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14">
                    <a:moveTo>
                      <a:pt x="23" y="14"/>
                    </a:moveTo>
                    <a:cubicBezTo>
                      <a:pt x="22" y="14"/>
                      <a:pt x="22" y="14"/>
                      <a:pt x="21" y="14"/>
                    </a:cubicBezTo>
                    <a:cubicBezTo>
                      <a:pt x="20" y="14"/>
                      <a:pt x="19" y="14"/>
                      <a:pt x="18" y="13"/>
                    </a:cubicBezTo>
                    <a:cubicBezTo>
                      <a:pt x="17" y="13"/>
                      <a:pt x="16" y="12"/>
                      <a:pt x="15" y="12"/>
                    </a:cubicBezTo>
                    <a:cubicBezTo>
                      <a:pt x="14" y="11"/>
                      <a:pt x="13" y="10"/>
                      <a:pt x="12" y="10"/>
                    </a:cubicBezTo>
                    <a:cubicBezTo>
                      <a:pt x="7" y="7"/>
                      <a:pt x="2" y="3"/>
                      <a:pt x="0" y="0"/>
                    </a:cubicBezTo>
                    <a:cubicBezTo>
                      <a:pt x="2" y="0"/>
                      <a:pt x="4" y="0"/>
                      <a:pt x="7" y="0"/>
                    </a:cubicBezTo>
                    <a:cubicBezTo>
                      <a:pt x="9" y="1"/>
                      <a:pt x="12" y="2"/>
                      <a:pt x="14" y="3"/>
                    </a:cubicBezTo>
                    <a:cubicBezTo>
                      <a:pt x="19" y="6"/>
                      <a:pt x="22" y="11"/>
                      <a:pt x="23" y="1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49" name="Freeform 707">
                <a:extLst>
                  <a:ext uri="{FF2B5EF4-FFF2-40B4-BE49-F238E27FC236}">
                    <a16:creationId xmlns:a16="http://schemas.microsoft.com/office/drawing/2014/main" id="{652A3B5A-1CC1-4267-ADF6-0A424690D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3" y="1446"/>
                <a:ext cx="31" cy="39"/>
              </a:xfrm>
              <a:custGeom>
                <a:avLst/>
                <a:gdLst>
                  <a:gd name="T0" fmla="*/ 11 w 19"/>
                  <a:gd name="T1" fmla="*/ 14 h 24"/>
                  <a:gd name="T2" fmla="*/ 8 w 19"/>
                  <a:gd name="T3" fmla="*/ 17 h 24"/>
                  <a:gd name="T4" fmla="*/ 5 w 19"/>
                  <a:gd name="T5" fmla="*/ 20 h 24"/>
                  <a:gd name="T6" fmla="*/ 0 w 19"/>
                  <a:gd name="T7" fmla="*/ 24 h 24"/>
                  <a:gd name="T8" fmla="*/ 0 w 19"/>
                  <a:gd name="T9" fmla="*/ 21 h 24"/>
                  <a:gd name="T10" fmla="*/ 1 w 19"/>
                  <a:gd name="T11" fmla="*/ 17 h 24"/>
                  <a:gd name="T12" fmla="*/ 2 w 19"/>
                  <a:gd name="T13" fmla="*/ 13 h 24"/>
                  <a:gd name="T14" fmla="*/ 3 w 19"/>
                  <a:gd name="T15" fmla="*/ 11 h 24"/>
                  <a:gd name="T16" fmla="*/ 5 w 19"/>
                  <a:gd name="T17" fmla="*/ 9 h 24"/>
                  <a:gd name="T18" fmla="*/ 8 w 19"/>
                  <a:gd name="T19" fmla="*/ 6 h 24"/>
                  <a:gd name="T20" fmla="*/ 12 w 19"/>
                  <a:gd name="T21" fmla="*/ 3 h 24"/>
                  <a:gd name="T22" fmla="*/ 16 w 19"/>
                  <a:gd name="T23" fmla="*/ 1 h 24"/>
                  <a:gd name="T24" fmla="*/ 19 w 19"/>
                  <a:gd name="T25" fmla="*/ 0 h 24"/>
                  <a:gd name="T26" fmla="*/ 17 w 19"/>
                  <a:gd name="T27" fmla="*/ 6 h 24"/>
                  <a:gd name="T28" fmla="*/ 14 w 19"/>
                  <a:gd name="T29" fmla="*/ 10 h 24"/>
                  <a:gd name="T30" fmla="*/ 11 w 19"/>
                  <a:gd name="T31" fmla="*/ 1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4">
                    <a:moveTo>
                      <a:pt x="11" y="14"/>
                    </a:moveTo>
                    <a:cubicBezTo>
                      <a:pt x="10" y="15"/>
                      <a:pt x="9" y="16"/>
                      <a:pt x="8" y="17"/>
                    </a:cubicBezTo>
                    <a:cubicBezTo>
                      <a:pt x="7" y="18"/>
                      <a:pt x="6" y="19"/>
                      <a:pt x="5" y="20"/>
                    </a:cubicBezTo>
                    <a:cubicBezTo>
                      <a:pt x="3" y="22"/>
                      <a:pt x="2" y="23"/>
                      <a:pt x="0" y="24"/>
                    </a:cubicBezTo>
                    <a:cubicBezTo>
                      <a:pt x="0" y="23"/>
                      <a:pt x="0" y="22"/>
                      <a:pt x="0" y="21"/>
                    </a:cubicBezTo>
                    <a:cubicBezTo>
                      <a:pt x="0" y="20"/>
                      <a:pt x="0" y="18"/>
                      <a:pt x="1" y="17"/>
                    </a:cubicBezTo>
                    <a:cubicBezTo>
                      <a:pt x="1" y="16"/>
                      <a:pt x="1" y="15"/>
                      <a:pt x="2" y="13"/>
                    </a:cubicBezTo>
                    <a:cubicBezTo>
                      <a:pt x="2" y="13"/>
                      <a:pt x="3" y="12"/>
                      <a:pt x="3" y="11"/>
                    </a:cubicBezTo>
                    <a:cubicBezTo>
                      <a:pt x="4" y="11"/>
                      <a:pt x="4" y="10"/>
                      <a:pt x="5" y="9"/>
                    </a:cubicBezTo>
                    <a:cubicBezTo>
                      <a:pt x="6" y="8"/>
                      <a:pt x="7" y="7"/>
                      <a:pt x="8" y="6"/>
                    </a:cubicBezTo>
                    <a:cubicBezTo>
                      <a:pt x="9" y="5"/>
                      <a:pt x="10" y="4"/>
                      <a:pt x="12" y="3"/>
                    </a:cubicBezTo>
                    <a:cubicBezTo>
                      <a:pt x="13" y="2"/>
                      <a:pt x="14" y="1"/>
                      <a:pt x="16" y="1"/>
                    </a:cubicBezTo>
                    <a:cubicBezTo>
                      <a:pt x="17" y="1"/>
                      <a:pt x="18" y="0"/>
                      <a:pt x="19" y="0"/>
                    </a:cubicBezTo>
                    <a:cubicBezTo>
                      <a:pt x="19" y="2"/>
                      <a:pt x="18" y="4"/>
                      <a:pt x="17" y="6"/>
                    </a:cubicBezTo>
                    <a:cubicBezTo>
                      <a:pt x="16" y="7"/>
                      <a:pt x="15" y="9"/>
                      <a:pt x="14" y="10"/>
                    </a:cubicBezTo>
                    <a:cubicBezTo>
                      <a:pt x="13" y="11"/>
                      <a:pt x="12" y="12"/>
                      <a:pt x="11" y="1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0" name="Freeform 708">
                <a:extLst>
                  <a:ext uri="{FF2B5EF4-FFF2-40B4-BE49-F238E27FC236}">
                    <a16:creationId xmlns:a16="http://schemas.microsoft.com/office/drawing/2014/main" id="{C67DE815-B073-4E52-9D4F-22052DEDF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3" y="1487"/>
                <a:ext cx="33" cy="27"/>
              </a:xfrm>
              <a:custGeom>
                <a:avLst/>
                <a:gdLst>
                  <a:gd name="T0" fmla="*/ 20 w 20"/>
                  <a:gd name="T1" fmla="*/ 17 h 17"/>
                  <a:gd name="T2" fmla="*/ 18 w 20"/>
                  <a:gd name="T3" fmla="*/ 17 h 17"/>
                  <a:gd name="T4" fmla="*/ 16 w 20"/>
                  <a:gd name="T5" fmla="*/ 15 h 17"/>
                  <a:gd name="T6" fmla="*/ 13 w 20"/>
                  <a:gd name="T7" fmla="*/ 13 h 17"/>
                  <a:gd name="T8" fmla="*/ 10 w 20"/>
                  <a:gd name="T9" fmla="*/ 11 h 17"/>
                  <a:gd name="T10" fmla="*/ 8 w 20"/>
                  <a:gd name="T11" fmla="*/ 9 h 17"/>
                  <a:gd name="T12" fmla="*/ 7 w 20"/>
                  <a:gd name="T13" fmla="*/ 8 h 17"/>
                  <a:gd name="T14" fmla="*/ 4 w 20"/>
                  <a:gd name="T15" fmla="*/ 5 h 17"/>
                  <a:gd name="T16" fmla="*/ 2 w 20"/>
                  <a:gd name="T17" fmla="*/ 3 h 17"/>
                  <a:gd name="T18" fmla="*/ 0 w 20"/>
                  <a:gd name="T19" fmla="*/ 0 h 17"/>
                  <a:gd name="T20" fmla="*/ 6 w 20"/>
                  <a:gd name="T21" fmla="*/ 1 h 17"/>
                  <a:gd name="T22" fmla="*/ 10 w 20"/>
                  <a:gd name="T23" fmla="*/ 2 h 17"/>
                  <a:gd name="T24" fmla="*/ 13 w 20"/>
                  <a:gd name="T25" fmla="*/ 5 h 17"/>
                  <a:gd name="T26" fmla="*/ 16 w 20"/>
                  <a:gd name="T27" fmla="*/ 8 h 17"/>
                  <a:gd name="T28" fmla="*/ 18 w 20"/>
                  <a:gd name="T29" fmla="*/ 11 h 17"/>
                  <a:gd name="T30" fmla="*/ 20 w 20"/>
                  <a:gd name="T31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" h="17">
                    <a:moveTo>
                      <a:pt x="20" y="17"/>
                    </a:moveTo>
                    <a:cubicBezTo>
                      <a:pt x="20" y="17"/>
                      <a:pt x="19" y="17"/>
                      <a:pt x="18" y="17"/>
                    </a:cubicBezTo>
                    <a:cubicBezTo>
                      <a:pt x="17" y="16"/>
                      <a:pt x="17" y="16"/>
                      <a:pt x="16" y="15"/>
                    </a:cubicBezTo>
                    <a:cubicBezTo>
                      <a:pt x="15" y="15"/>
                      <a:pt x="14" y="14"/>
                      <a:pt x="13" y="13"/>
                    </a:cubicBezTo>
                    <a:cubicBezTo>
                      <a:pt x="12" y="13"/>
                      <a:pt x="11" y="12"/>
                      <a:pt x="10" y="11"/>
                    </a:cubicBezTo>
                    <a:cubicBezTo>
                      <a:pt x="9" y="10"/>
                      <a:pt x="9" y="10"/>
                      <a:pt x="8" y="9"/>
                    </a:cubicBezTo>
                    <a:cubicBezTo>
                      <a:pt x="8" y="9"/>
                      <a:pt x="7" y="9"/>
                      <a:pt x="7" y="8"/>
                    </a:cubicBezTo>
                    <a:cubicBezTo>
                      <a:pt x="6" y="7"/>
                      <a:pt x="5" y="6"/>
                      <a:pt x="4" y="5"/>
                    </a:cubicBezTo>
                    <a:cubicBezTo>
                      <a:pt x="3" y="4"/>
                      <a:pt x="2" y="3"/>
                      <a:pt x="2" y="3"/>
                    </a:cubicBezTo>
                    <a:cubicBezTo>
                      <a:pt x="1" y="2"/>
                      <a:pt x="1" y="1"/>
                      <a:pt x="0" y="0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8" y="1"/>
                      <a:pt x="9" y="2"/>
                      <a:pt x="10" y="2"/>
                    </a:cubicBezTo>
                    <a:cubicBezTo>
                      <a:pt x="11" y="3"/>
                      <a:pt x="12" y="4"/>
                      <a:pt x="13" y="5"/>
                    </a:cubicBezTo>
                    <a:cubicBezTo>
                      <a:pt x="14" y="6"/>
                      <a:pt x="15" y="7"/>
                      <a:pt x="16" y="8"/>
                    </a:cubicBezTo>
                    <a:cubicBezTo>
                      <a:pt x="17" y="9"/>
                      <a:pt x="18" y="10"/>
                      <a:pt x="18" y="11"/>
                    </a:cubicBezTo>
                    <a:cubicBezTo>
                      <a:pt x="19" y="13"/>
                      <a:pt x="20" y="16"/>
                      <a:pt x="20" y="17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1" name="Freeform 709">
                <a:extLst>
                  <a:ext uri="{FF2B5EF4-FFF2-40B4-BE49-F238E27FC236}">
                    <a16:creationId xmlns:a16="http://schemas.microsoft.com/office/drawing/2014/main" id="{E69E4B73-AAB2-4B15-ACEB-5852616345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447"/>
                <a:ext cx="39" cy="33"/>
              </a:xfrm>
              <a:custGeom>
                <a:avLst/>
                <a:gdLst>
                  <a:gd name="T0" fmla="*/ 13 w 24"/>
                  <a:gd name="T1" fmla="*/ 12 h 20"/>
                  <a:gd name="T2" fmla="*/ 10 w 24"/>
                  <a:gd name="T3" fmla="*/ 15 h 20"/>
                  <a:gd name="T4" fmla="*/ 6 w 24"/>
                  <a:gd name="T5" fmla="*/ 17 h 20"/>
                  <a:gd name="T6" fmla="*/ 0 w 24"/>
                  <a:gd name="T7" fmla="*/ 20 h 20"/>
                  <a:gd name="T8" fmla="*/ 2 w 24"/>
                  <a:gd name="T9" fmla="*/ 14 h 20"/>
                  <a:gd name="T10" fmla="*/ 4 w 24"/>
                  <a:gd name="T11" fmla="*/ 10 h 20"/>
                  <a:gd name="T12" fmla="*/ 8 w 24"/>
                  <a:gd name="T13" fmla="*/ 7 h 20"/>
                  <a:gd name="T14" fmla="*/ 24 w 24"/>
                  <a:gd name="T15" fmla="*/ 0 h 20"/>
                  <a:gd name="T16" fmla="*/ 20 w 24"/>
                  <a:gd name="T17" fmla="*/ 6 h 20"/>
                  <a:gd name="T18" fmla="*/ 17 w 24"/>
                  <a:gd name="T19" fmla="*/ 9 h 20"/>
                  <a:gd name="T20" fmla="*/ 13 w 24"/>
                  <a:gd name="T21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20">
                    <a:moveTo>
                      <a:pt x="13" y="12"/>
                    </a:moveTo>
                    <a:cubicBezTo>
                      <a:pt x="12" y="13"/>
                      <a:pt x="11" y="14"/>
                      <a:pt x="10" y="15"/>
                    </a:cubicBezTo>
                    <a:cubicBezTo>
                      <a:pt x="9" y="16"/>
                      <a:pt x="7" y="17"/>
                      <a:pt x="6" y="17"/>
                    </a:cubicBezTo>
                    <a:cubicBezTo>
                      <a:pt x="4" y="19"/>
                      <a:pt x="2" y="20"/>
                      <a:pt x="0" y="20"/>
                    </a:cubicBezTo>
                    <a:cubicBezTo>
                      <a:pt x="0" y="18"/>
                      <a:pt x="1" y="16"/>
                      <a:pt x="2" y="14"/>
                    </a:cubicBezTo>
                    <a:cubicBezTo>
                      <a:pt x="3" y="13"/>
                      <a:pt x="3" y="11"/>
                      <a:pt x="4" y="10"/>
                    </a:cubicBezTo>
                    <a:cubicBezTo>
                      <a:pt x="5" y="9"/>
                      <a:pt x="6" y="8"/>
                      <a:pt x="8" y="7"/>
                    </a:cubicBezTo>
                    <a:cubicBezTo>
                      <a:pt x="13" y="2"/>
                      <a:pt x="19" y="0"/>
                      <a:pt x="24" y="0"/>
                    </a:cubicBezTo>
                    <a:cubicBezTo>
                      <a:pt x="23" y="2"/>
                      <a:pt x="22" y="4"/>
                      <a:pt x="20" y="6"/>
                    </a:cubicBezTo>
                    <a:cubicBezTo>
                      <a:pt x="19" y="7"/>
                      <a:pt x="18" y="8"/>
                      <a:pt x="17" y="9"/>
                    </a:cubicBezTo>
                    <a:cubicBezTo>
                      <a:pt x="16" y="10"/>
                      <a:pt x="15" y="11"/>
                      <a:pt x="13" y="1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2" name="Freeform 710">
                <a:extLst>
                  <a:ext uri="{FF2B5EF4-FFF2-40B4-BE49-F238E27FC236}">
                    <a16:creationId xmlns:a16="http://schemas.microsoft.com/office/drawing/2014/main" id="{D4B81ACC-EAB9-43FD-B8B6-38D194AE2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482"/>
                <a:ext cx="26" cy="34"/>
              </a:xfrm>
              <a:custGeom>
                <a:avLst/>
                <a:gdLst>
                  <a:gd name="T0" fmla="*/ 16 w 16"/>
                  <a:gd name="T1" fmla="*/ 21 h 21"/>
                  <a:gd name="T2" fmla="*/ 7 w 16"/>
                  <a:gd name="T3" fmla="*/ 13 h 21"/>
                  <a:gd name="T4" fmla="*/ 5 w 16"/>
                  <a:gd name="T5" fmla="*/ 9 h 21"/>
                  <a:gd name="T6" fmla="*/ 2 w 16"/>
                  <a:gd name="T7" fmla="*/ 6 h 21"/>
                  <a:gd name="T8" fmla="*/ 0 w 16"/>
                  <a:gd name="T9" fmla="*/ 0 h 21"/>
                  <a:gd name="T10" fmla="*/ 6 w 16"/>
                  <a:gd name="T11" fmla="*/ 2 h 21"/>
                  <a:gd name="T12" fmla="*/ 9 w 16"/>
                  <a:gd name="T13" fmla="*/ 4 h 21"/>
                  <a:gd name="T14" fmla="*/ 12 w 16"/>
                  <a:gd name="T15" fmla="*/ 8 h 21"/>
                  <a:gd name="T16" fmla="*/ 14 w 16"/>
                  <a:gd name="T17" fmla="*/ 11 h 21"/>
                  <a:gd name="T18" fmla="*/ 15 w 16"/>
                  <a:gd name="T19" fmla="*/ 15 h 21"/>
                  <a:gd name="T20" fmla="*/ 16 w 16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1"/>
                    </a:moveTo>
                    <a:cubicBezTo>
                      <a:pt x="14" y="20"/>
                      <a:pt x="11" y="17"/>
                      <a:pt x="7" y="13"/>
                    </a:cubicBezTo>
                    <a:cubicBezTo>
                      <a:pt x="6" y="12"/>
                      <a:pt x="5" y="11"/>
                      <a:pt x="5" y="9"/>
                    </a:cubicBezTo>
                    <a:cubicBezTo>
                      <a:pt x="4" y="8"/>
                      <a:pt x="3" y="7"/>
                      <a:pt x="2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1" y="0"/>
                      <a:pt x="3" y="1"/>
                      <a:pt x="6" y="2"/>
                    </a:cubicBezTo>
                    <a:cubicBezTo>
                      <a:pt x="7" y="3"/>
                      <a:pt x="8" y="4"/>
                      <a:pt x="9" y="4"/>
                    </a:cubicBezTo>
                    <a:cubicBezTo>
                      <a:pt x="10" y="5"/>
                      <a:pt x="11" y="6"/>
                      <a:pt x="12" y="8"/>
                    </a:cubicBezTo>
                    <a:cubicBezTo>
                      <a:pt x="12" y="9"/>
                      <a:pt x="13" y="10"/>
                      <a:pt x="14" y="11"/>
                    </a:cubicBezTo>
                    <a:cubicBezTo>
                      <a:pt x="14" y="12"/>
                      <a:pt x="15" y="13"/>
                      <a:pt x="15" y="15"/>
                    </a:cubicBezTo>
                    <a:cubicBezTo>
                      <a:pt x="16" y="17"/>
                      <a:pt x="16" y="19"/>
                      <a:pt x="16" y="2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3" name="Freeform 711">
                <a:extLst>
                  <a:ext uri="{FF2B5EF4-FFF2-40B4-BE49-F238E27FC236}">
                    <a16:creationId xmlns:a16="http://schemas.microsoft.com/office/drawing/2014/main" id="{AAB3D78A-4120-459C-A030-6BD6A231A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4" y="1454"/>
                <a:ext cx="42" cy="26"/>
              </a:xfrm>
              <a:custGeom>
                <a:avLst/>
                <a:gdLst>
                  <a:gd name="T0" fmla="*/ 14 w 26"/>
                  <a:gd name="T1" fmla="*/ 10 h 16"/>
                  <a:gd name="T2" fmla="*/ 10 w 26"/>
                  <a:gd name="T3" fmla="*/ 12 h 16"/>
                  <a:gd name="T4" fmla="*/ 7 w 26"/>
                  <a:gd name="T5" fmla="*/ 14 h 16"/>
                  <a:gd name="T6" fmla="*/ 3 w 26"/>
                  <a:gd name="T7" fmla="*/ 15 h 16"/>
                  <a:gd name="T8" fmla="*/ 0 w 26"/>
                  <a:gd name="T9" fmla="*/ 16 h 16"/>
                  <a:gd name="T10" fmla="*/ 3 w 26"/>
                  <a:gd name="T11" fmla="*/ 10 h 16"/>
                  <a:gd name="T12" fmla="*/ 10 w 26"/>
                  <a:gd name="T13" fmla="*/ 4 h 16"/>
                  <a:gd name="T14" fmla="*/ 14 w 26"/>
                  <a:gd name="T15" fmla="*/ 2 h 16"/>
                  <a:gd name="T16" fmla="*/ 19 w 26"/>
                  <a:gd name="T17" fmla="*/ 0 h 16"/>
                  <a:gd name="T18" fmla="*/ 23 w 26"/>
                  <a:gd name="T19" fmla="*/ 0 h 16"/>
                  <a:gd name="T20" fmla="*/ 26 w 26"/>
                  <a:gd name="T21" fmla="*/ 0 h 16"/>
                  <a:gd name="T22" fmla="*/ 22 w 26"/>
                  <a:gd name="T23" fmla="*/ 5 h 16"/>
                  <a:gd name="T24" fmla="*/ 14 w 26"/>
                  <a:gd name="T25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" h="16">
                    <a:moveTo>
                      <a:pt x="14" y="10"/>
                    </a:moveTo>
                    <a:cubicBezTo>
                      <a:pt x="13" y="11"/>
                      <a:pt x="12" y="12"/>
                      <a:pt x="10" y="12"/>
                    </a:cubicBezTo>
                    <a:cubicBezTo>
                      <a:pt x="9" y="13"/>
                      <a:pt x="8" y="13"/>
                      <a:pt x="7" y="14"/>
                    </a:cubicBezTo>
                    <a:cubicBezTo>
                      <a:pt x="5" y="14"/>
                      <a:pt x="4" y="15"/>
                      <a:pt x="3" y="15"/>
                    </a:cubicBezTo>
                    <a:cubicBezTo>
                      <a:pt x="2" y="15"/>
                      <a:pt x="1" y="16"/>
                      <a:pt x="0" y="16"/>
                    </a:cubicBezTo>
                    <a:cubicBezTo>
                      <a:pt x="1" y="14"/>
                      <a:pt x="2" y="12"/>
                      <a:pt x="3" y="10"/>
                    </a:cubicBezTo>
                    <a:cubicBezTo>
                      <a:pt x="5" y="8"/>
                      <a:pt x="7" y="6"/>
                      <a:pt x="10" y="4"/>
                    </a:cubicBezTo>
                    <a:cubicBezTo>
                      <a:pt x="11" y="3"/>
                      <a:pt x="13" y="2"/>
                      <a:pt x="14" y="2"/>
                    </a:cubicBezTo>
                    <a:cubicBezTo>
                      <a:pt x="16" y="1"/>
                      <a:pt x="17" y="0"/>
                      <a:pt x="19" y="0"/>
                    </a:cubicBezTo>
                    <a:cubicBezTo>
                      <a:pt x="20" y="0"/>
                      <a:pt x="21" y="0"/>
                      <a:pt x="23" y="0"/>
                    </a:cubicBezTo>
                    <a:cubicBezTo>
                      <a:pt x="24" y="0"/>
                      <a:pt x="25" y="0"/>
                      <a:pt x="26" y="0"/>
                    </a:cubicBezTo>
                    <a:cubicBezTo>
                      <a:pt x="26" y="2"/>
                      <a:pt x="24" y="3"/>
                      <a:pt x="22" y="5"/>
                    </a:cubicBezTo>
                    <a:cubicBezTo>
                      <a:pt x="20" y="7"/>
                      <a:pt x="17" y="8"/>
                      <a:pt x="14" y="1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4" name="Freeform 712">
                <a:extLst>
                  <a:ext uri="{FF2B5EF4-FFF2-40B4-BE49-F238E27FC236}">
                    <a16:creationId xmlns:a16="http://schemas.microsoft.com/office/drawing/2014/main" id="{55C7C413-C51C-4D78-BDE7-45BBB131C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4" y="1482"/>
                <a:ext cx="21" cy="37"/>
              </a:xfrm>
              <a:custGeom>
                <a:avLst/>
                <a:gdLst>
                  <a:gd name="T0" fmla="*/ 13 w 13"/>
                  <a:gd name="T1" fmla="*/ 23 h 23"/>
                  <a:gd name="T2" fmla="*/ 11 w 13"/>
                  <a:gd name="T3" fmla="*/ 22 h 23"/>
                  <a:gd name="T4" fmla="*/ 9 w 13"/>
                  <a:gd name="T5" fmla="*/ 20 h 23"/>
                  <a:gd name="T6" fmla="*/ 7 w 13"/>
                  <a:gd name="T7" fmla="*/ 17 h 23"/>
                  <a:gd name="T8" fmla="*/ 5 w 13"/>
                  <a:gd name="T9" fmla="*/ 13 h 23"/>
                  <a:gd name="T10" fmla="*/ 2 w 13"/>
                  <a:gd name="T11" fmla="*/ 6 h 23"/>
                  <a:gd name="T12" fmla="*/ 0 w 13"/>
                  <a:gd name="T13" fmla="*/ 0 h 23"/>
                  <a:gd name="T14" fmla="*/ 3 w 13"/>
                  <a:gd name="T15" fmla="*/ 1 h 23"/>
                  <a:gd name="T16" fmla="*/ 6 w 13"/>
                  <a:gd name="T17" fmla="*/ 3 h 23"/>
                  <a:gd name="T18" fmla="*/ 8 w 13"/>
                  <a:gd name="T19" fmla="*/ 6 h 23"/>
                  <a:gd name="T20" fmla="*/ 11 w 13"/>
                  <a:gd name="T21" fmla="*/ 9 h 23"/>
                  <a:gd name="T22" fmla="*/ 13 w 13"/>
                  <a:gd name="T23" fmla="*/ 17 h 23"/>
                  <a:gd name="T24" fmla="*/ 13 w 13"/>
                  <a:gd name="T2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" h="23">
                    <a:moveTo>
                      <a:pt x="13" y="23"/>
                    </a:moveTo>
                    <a:cubicBezTo>
                      <a:pt x="12" y="23"/>
                      <a:pt x="12" y="22"/>
                      <a:pt x="11" y="22"/>
                    </a:cubicBezTo>
                    <a:cubicBezTo>
                      <a:pt x="11" y="21"/>
                      <a:pt x="10" y="20"/>
                      <a:pt x="9" y="20"/>
                    </a:cubicBezTo>
                    <a:cubicBezTo>
                      <a:pt x="9" y="19"/>
                      <a:pt x="8" y="18"/>
                      <a:pt x="7" y="17"/>
                    </a:cubicBezTo>
                    <a:cubicBezTo>
                      <a:pt x="7" y="16"/>
                      <a:pt x="6" y="15"/>
                      <a:pt x="5" y="13"/>
                    </a:cubicBezTo>
                    <a:cubicBezTo>
                      <a:pt x="4" y="11"/>
                      <a:pt x="3" y="9"/>
                      <a:pt x="2" y="6"/>
                    </a:cubicBezTo>
                    <a:cubicBezTo>
                      <a:pt x="1" y="4"/>
                      <a:pt x="0" y="2"/>
                      <a:pt x="0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5" y="2"/>
                      <a:pt x="6" y="3"/>
                    </a:cubicBezTo>
                    <a:cubicBezTo>
                      <a:pt x="7" y="4"/>
                      <a:pt x="8" y="4"/>
                      <a:pt x="8" y="6"/>
                    </a:cubicBezTo>
                    <a:cubicBezTo>
                      <a:pt x="9" y="7"/>
                      <a:pt x="10" y="8"/>
                      <a:pt x="11" y="9"/>
                    </a:cubicBezTo>
                    <a:cubicBezTo>
                      <a:pt x="12" y="12"/>
                      <a:pt x="13" y="14"/>
                      <a:pt x="13" y="17"/>
                    </a:cubicBezTo>
                    <a:cubicBezTo>
                      <a:pt x="13" y="19"/>
                      <a:pt x="13" y="21"/>
                      <a:pt x="13" y="2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5" name="Freeform 713">
                <a:extLst>
                  <a:ext uri="{FF2B5EF4-FFF2-40B4-BE49-F238E27FC236}">
                    <a16:creationId xmlns:a16="http://schemas.microsoft.com/office/drawing/2014/main" id="{3D2EA5BA-CB0E-4BCC-BCAC-37CEE3956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1462"/>
                <a:ext cx="46" cy="21"/>
              </a:xfrm>
              <a:custGeom>
                <a:avLst/>
                <a:gdLst>
                  <a:gd name="T0" fmla="*/ 15 w 28"/>
                  <a:gd name="T1" fmla="*/ 9 h 13"/>
                  <a:gd name="T2" fmla="*/ 11 w 28"/>
                  <a:gd name="T3" fmla="*/ 11 h 13"/>
                  <a:gd name="T4" fmla="*/ 7 w 28"/>
                  <a:gd name="T5" fmla="*/ 12 h 13"/>
                  <a:gd name="T6" fmla="*/ 0 w 28"/>
                  <a:gd name="T7" fmla="*/ 13 h 13"/>
                  <a:gd name="T8" fmla="*/ 4 w 28"/>
                  <a:gd name="T9" fmla="*/ 7 h 13"/>
                  <a:gd name="T10" fmla="*/ 11 w 28"/>
                  <a:gd name="T11" fmla="*/ 2 h 13"/>
                  <a:gd name="T12" fmla="*/ 16 w 28"/>
                  <a:gd name="T13" fmla="*/ 1 h 13"/>
                  <a:gd name="T14" fmla="*/ 20 w 28"/>
                  <a:gd name="T15" fmla="*/ 0 h 13"/>
                  <a:gd name="T16" fmla="*/ 23 w 28"/>
                  <a:gd name="T17" fmla="*/ 0 h 13"/>
                  <a:gd name="T18" fmla="*/ 25 w 28"/>
                  <a:gd name="T19" fmla="*/ 0 h 13"/>
                  <a:gd name="T20" fmla="*/ 28 w 28"/>
                  <a:gd name="T21" fmla="*/ 1 h 13"/>
                  <a:gd name="T22" fmla="*/ 23 w 28"/>
                  <a:gd name="T23" fmla="*/ 6 h 13"/>
                  <a:gd name="T24" fmla="*/ 19 w 28"/>
                  <a:gd name="T25" fmla="*/ 7 h 13"/>
                  <a:gd name="T26" fmla="*/ 15 w 28"/>
                  <a:gd name="T27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13">
                    <a:moveTo>
                      <a:pt x="15" y="9"/>
                    </a:moveTo>
                    <a:cubicBezTo>
                      <a:pt x="13" y="10"/>
                      <a:pt x="12" y="10"/>
                      <a:pt x="11" y="11"/>
                    </a:cubicBezTo>
                    <a:cubicBezTo>
                      <a:pt x="9" y="11"/>
                      <a:pt x="8" y="12"/>
                      <a:pt x="7" y="12"/>
                    </a:cubicBezTo>
                    <a:cubicBezTo>
                      <a:pt x="4" y="12"/>
                      <a:pt x="2" y="13"/>
                      <a:pt x="0" y="13"/>
                    </a:cubicBezTo>
                    <a:cubicBezTo>
                      <a:pt x="1" y="11"/>
                      <a:pt x="2" y="9"/>
                      <a:pt x="4" y="7"/>
                    </a:cubicBezTo>
                    <a:cubicBezTo>
                      <a:pt x="6" y="5"/>
                      <a:pt x="8" y="4"/>
                      <a:pt x="11" y="2"/>
                    </a:cubicBezTo>
                    <a:cubicBezTo>
                      <a:pt x="13" y="2"/>
                      <a:pt x="14" y="1"/>
                      <a:pt x="16" y="1"/>
                    </a:cubicBezTo>
                    <a:cubicBezTo>
                      <a:pt x="17" y="1"/>
                      <a:pt x="19" y="0"/>
                      <a:pt x="20" y="0"/>
                    </a:cubicBezTo>
                    <a:cubicBezTo>
                      <a:pt x="21" y="0"/>
                      <a:pt x="22" y="0"/>
                      <a:pt x="23" y="0"/>
                    </a:cubicBezTo>
                    <a:cubicBezTo>
                      <a:pt x="23" y="0"/>
                      <a:pt x="24" y="0"/>
                      <a:pt x="25" y="0"/>
                    </a:cubicBezTo>
                    <a:cubicBezTo>
                      <a:pt x="26" y="1"/>
                      <a:pt x="27" y="1"/>
                      <a:pt x="28" y="1"/>
                    </a:cubicBezTo>
                    <a:cubicBezTo>
                      <a:pt x="27" y="3"/>
                      <a:pt x="25" y="4"/>
                      <a:pt x="23" y="6"/>
                    </a:cubicBezTo>
                    <a:cubicBezTo>
                      <a:pt x="22" y="6"/>
                      <a:pt x="21" y="7"/>
                      <a:pt x="19" y="7"/>
                    </a:cubicBezTo>
                    <a:cubicBezTo>
                      <a:pt x="18" y="8"/>
                      <a:pt x="16" y="9"/>
                      <a:pt x="15" y="9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6" name="Freeform 714">
                <a:extLst>
                  <a:ext uri="{FF2B5EF4-FFF2-40B4-BE49-F238E27FC236}">
                    <a16:creationId xmlns:a16="http://schemas.microsoft.com/office/drawing/2014/main" id="{EE5C7D2E-A0BE-4349-9436-9D7C6D72A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1485"/>
                <a:ext cx="16" cy="41"/>
              </a:xfrm>
              <a:custGeom>
                <a:avLst/>
                <a:gdLst>
                  <a:gd name="T0" fmla="*/ 9 w 10"/>
                  <a:gd name="T1" fmla="*/ 25 h 25"/>
                  <a:gd name="T2" fmla="*/ 7 w 10"/>
                  <a:gd name="T3" fmla="*/ 23 h 25"/>
                  <a:gd name="T4" fmla="*/ 6 w 10"/>
                  <a:gd name="T5" fmla="*/ 22 h 25"/>
                  <a:gd name="T6" fmla="*/ 6 w 10"/>
                  <a:gd name="T7" fmla="*/ 21 h 25"/>
                  <a:gd name="T8" fmla="*/ 4 w 10"/>
                  <a:gd name="T9" fmla="*/ 18 h 25"/>
                  <a:gd name="T10" fmla="*/ 3 w 10"/>
                  <a:gd name="T11" fmla="*/ 14 h 25"/>
                  <a:gd name="T12" fmla="*/ 0 w 10"/>
                  <a:gd name="T13" fmla="*/ 6 h 25"/>
                  <a:gd name="T14" fmla="*/ 0 w 10"/>
                  <a:gd name="T15" fmla="*/ 0 h 25"/>
                  <a:gd name="T16" fmla="*/ 5 w 10"/>
                  <a:gd name="T17" fmla="*/ 4 h 25"/>
                  <a:gd name="T18" fmla="*/ 7 w 10"/>
                  <a:gd name="T19" fmla="*/ 7 h 25"/>
                  <a:gd name="T20" fmla="*/ 9 w 10"/>
                  <a:gd name="T21" fmla="*/ 11 h 25"/>
                  <a:gd name="T22" fmla="*/ 10 w 10"/>
                  <a:gd name="T23" fmla="*/ 15 h 25"/>
                  <a:gd name="T24" fmla="*/ 10 w 10"/>
                  <a:gd name="T25" fmla="*/ 19 h 25"/>
                  <a:gd name="T26" fmla="*/ 9 w 10"/>
                  <a:gd name="T27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25">
                    <a:moveTo>
                      <a:pt x="9" y="25"/>
                    </a:moveTo>
                    <a:cubicBezTo>
                      <a:pt x="8" y="24"/>
                      <a:pt x="8" y="24"/>
                      <a:pt x="7" y="23"/>
                    </a:cubicBezTo>
                    <a:cubicBezTo>
                      <a:pt x="7" y="23"/>
                      <a:pt x="7" y="22"/>
                      <a:pt x="6" y="22"/>
                    </a:cubicBezTo>
                    <a:cubicBezTo>
                      <a:pt x="6" y="22"/>
                      <a:pt x="6" y="21"/>
                      <a:pt x="6" y="21"/>
                    </a:cubicBezTo>
                    <a:cubicBezTo>
                      <a:pt x="5" y="20"/>
                      <a:pt x="5" y="19"/>
                      <a:pt x="4" y="18"/>
                    </a:cubicBezTo>
                    <a:cubicBezTo>
                      <a:pt x="4" y="17"/>
                      <a:pt x="3" y="15"/>
                      <a:pt x="3" y="14"/>
                    </a:cubicBezTo>
                    <a:cubicBezTo>
                      <a:pt x="2" y="11"/>
                      <a:pt x="1" y="9"/>
                      <a:pt x="0" y="6"/>
                    </a:cubicBezTo>
                    <a:cubicBezTo>
                      <a:pt x="0" y="4"/>
                      <a:pt x="0" y="2"/>
                      <a:pt x="0" y="0"/>
                    </a:cubicBezTo>
                    <a:cubicBezTo>
                      <a:pt x="1" y="0"/>
                      <a:pt x="3" y="2"/>
                      <a:pt x="5" y="4"/>
                    </a:cubicBezTo>
                    <a:cubicBezTo>
                      <a:pt x="5" y="5"/>
                      <a:pt x="6" y="5"/>
                      <a:pt x="7" y="7"/>
                    </a:cubicBezTo>
                    <a:cubicBezTo>
                      <a:pt x="8" y="8"/>
                      <a:pt x="8" y="9"/>
                      <a:pt x="9" y="11"/>
                    </a:cubicBezTo>
                    <a:cubicBezTo>
                      <a:pt x="9" y="12"/>
                      <a:pt x="9" y="13"/>
                      <a:pt x="10" y="15"/>
                    </a:cubicBezTo>
                    <a:cubicBezTo>
                      <a:pt x="10" y="16"/>
                      <a:pt x="10" y="17"/>
                      <a:pt x="10" y="19"/>
                    </a:cubicBezTo>
                    <a:cubicBezTo>
                      <a:pt x="10" y="21"/>
                      <a:pt x="9" y="23"/>
                      <a:pt x="9" y="2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7" name="Freeform 715">
                <a:extLst>
                  <a:ext uri="{FF2B5EF4-FFF2-40B4-BE49-F238E27FC236}">
                    <a16:creationId xmlns:a16="http://schemas.microsoft.com/office/drawing/2014/main" id="{96DDBBB2-6E22-4455-9029-F51E869AD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1473"/>
                <a:ext cx="47" cy="17"/>
              </a:xfrm>
              <a:custGeom>
                <a:avLst/>
                <a:gdLst>
                  <a:gd name="T0" fmla="*/ 15 w 29"/>
                  <a:gd name="T1" fmla="*/ 9 h 10"/>
                  <a:gd name="T2" fmla="*/ 11 w 29"/>
                  <a:gd name="T3" fmla="*/ 9 h 10"/>
                  <a:gd name="T4" fmla="*/ 7 w 29"/>
                  <a:gd name="T5" fmla="*/ 10 h 10"/>
                  <a:gd name="T6" fmla="*/ 3 w 29"/>
                  <a:gd name="T7" fmla="*/ 10 h 10"/>
                  <a:gd name="T8" fmla="*/ 0 w 29"/>
                  <a:gd name="T9" fmla="*/ 9 h 10"/>
                  <a:gd name="T10" fmla="*/ 5 w 29"/>
                  <a:gd name="T11" fmla="*/ 5 h 10"/>
                  <a:gd name="T12" fmla="*/ 13 w 29"/>
                  <a:gd name="T13" fmla="*/ 1 h 10"/>
                  <a:gd name="T14" fmla="*/ 22 w 29"/>
                  <a:gd name="T15" fmla="*/ 0 h 10"/>
                  <a:gd name="T16" fmla="*/ 26 w 29"/>
                  <a:gd name="T17" fmla="*/ 1 h 10"/>
                  <a:gd name="T18" fmla="*/ 29 w 29"/>
                  <a:gd name="T19" fmla="*/ 2 h 10"/>
                  <a:gd name="T20" fmla="*/ 24 w 29"/>
                  <a:gd name="T21" fmla="*/ 6 h 10"/>
                  <a:gd name="T22" fmla="*/ 15 w 29"/>
                  <a:gd name="T23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10">
                    <a:moveTo>
                      <a:pt x="15" y="9"/>
                    </a:moveTo>
                    <a:cubicBezTo>
                      <a:pt x="14" y="9"/>
                      <a:pt x="12" y="9"/>
                      <a:pt x="11" y="9"/>
                    </a:cubicBezTo>
                    <a:cubicBezTo>
                      <a:pt x="9" y="10"/>
                      <a:pt x="8" y="10"/>
                      <a:pt x="7" y="10"/>
                    </a:cubicBezTo>
                    <a:cubicBezTo>
                      <a:pt x="5" y="10"/>
                      <a:pt x="4" y="10"/>
                      <a:pt x="3" y="10"/>
                    </a:cubicBezTo>
                    <a:cubicBezTo>
                      <a:pt x="2" y="10"/>
                      <a:pt x="1" y="10"/>
                      <a:pt x="0" y="9"/>
                    </a:cubicBezTo>
                    <a:cubicBezTo>
                      <a:pt x="1" y="8"/>
                      <a:pt x="3" y="6"/>
                      <a:pt x="5" y="5"/>
                    </a:cubicBezTo>
                    <a:cubicBezTo>
                      <a:pt x="7" y="3"/>
                      <a:pt x="10" y="2"/>
                      <a:pt x="13" y="1"/>
                    </a:cubicBezTo>
                    <a:cubicBezTo>
                      <a:pt x="16" y="0"/>
                      <a:pt x="19" y="0"/>
                      <a:pt x="22" y="0"/>
                    </a:cubicBezTo>
                    <a:cubicBezTo>
                      <a:pt x="24" y="1"/>
                      <a:pt x="25" y="1"/>
                      <a:pt x="26" y="1"/>
                    </a:cubicBezTo>
                    <a:cubicBezTo>
                      <a:pt x="27" y="1"/>
                      <a:pt x="28" y="2"/>
                      <a:pt x="29" y="2"/>
                    </a:cubicBezTo>
                    <a:cubicBezTo>
                      <a:pt x="28" y="4"/>
                      <a:pt x="26" y="5"/>
                      <a:pt x="24" y="6"/>
                    </a:cubicBezTo>
                    <a:cubicBezTo>
                      <a:pt x="21" y="7"/>
                      <a:pt x="18" y="8"/>
                      <a:pt x="15" y="9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8" name="Freeform 716">
                <a:extLst>
                  <a:ext uri="{FF2B5EF4-FFF2-40B4-BE49-F238E27FC236}">
                    <a16:creationId xmlns:a16="http://schemas.microsoft.com/office/drawing/2014/main" id="{B09C5034-B495-40D3-8F0D-BB457FB48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1491"/>
                <a:ext cx="13" cy="43"/>
              </a:xfrm>
              <a:custGeom>
                <a:avLst/>
                <a:gdLst>
                  <a:gd name="T0" fmla="*/ 6 w 8"/>
                  <a:gd name="T1" fmla="*/ 26 h 26"/>
                  <a:gd name="T2" fmla="*/ 5 w 8"/>
                  <a:gd name="T3" fmla="*/ 24 h 26"/>
                  <a:gd name="T4" fmla="*/ 3 w 8"/>
                  <a:gd name="T5" fmla="*/ 21 h 26"/>
                  <a:gd name="T6" fmla="*/ 1 w 8"/>
                  <a:gd name="T7" fmla="*/ 14 h 26"/>
                  <a:gd name="T8" fmla="*/ 0 w 8"/>
                  <a:gd name="T9" fmla="*/ 6 h 26"/>
                  <a:gd name="T10" fmla="*/ 1 w 8"/>
                  <a:gd name="T11" fmla="*/ 0 h 26"/>
                  <a:gd name="T12" fmla="*/ 3 w 8"/>
                  <a:gd name="T13" fmla="*/ 1 h 26"/>
                  <a:gd name="T14" fmla="*/ 5 w 8"/>
                  <a:gd name="T15" fmla="*/ 4 h 26"/>
                  <a:gd name="T16" fmla="*/ 7 w 8"/>
                  <a:gd name="T17" fmla="*/ 8 h 26"/>
                  <a:gd name="T18" fmla="*/ 8 w 8"/>
                  <a:gd name="T19" fmla="*/ 12 h 26"/>
                  <a:gd name="T20" fmla="*/ 8 w 8"/>
                  <a:gd name="T21" fmla="*/ 20 h 26"/>
                  <a:gd name="T22" fmla="*/ 6 w 8"/>
                  <a:gd name="T2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26">
                    <a:moveTo>
                      <a:pt x="6" y="26"/>
                    </a:moveTo>
                    <a:cubicBezTo>
                      <a:pt x="6" y="26"/>
                      <a:pt x="5" y="25"/>
                      <a:pt x="5" y="24"/>
                    </a:cubicBezTo>
                    <a:cubicBezTo>
                      <a:pt x="4" y="23"/>
                      <a:pt x="4" y="22"/>
                      <a:pt x="3" y="21"/>
                    </a:cubicBezTo>
                    <a:cubicBezTo>
                      <a:pt x="3" y="19"/>
                      <a:pt x="2" y="17"/>
                      <a:pt x="1" y="14"/>
                    </a:cubicBezTo>
                    <a:cubicBezTo>
                      <a:pt x="1" y="11"/>
                      <a:pt x="0" y="9"/>
                      <a:pt x="0" y="6"/>
                    </a:cubicBezTo>
                    <a:cubicBezTo>
                      <a:pt x="0" y="4"/>
                      <a:pt x="0" y="1"/>
                      <a:pt x="1" y="0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4" y="2"/>
                      <a:pt x="4" y="3"/>
                      <a:pt x="5" y="4"/>
                    </a:cubicBezTo>
                    <a:cubicBezTo>
                      <a:pt x="6" y="5"/>
                      <a:pt x="6" y="6"/>
                      <a:pt x="7" y="8"/>
                    </a:cubicBezTo>
                    <a:cubicBezTo>
                      <a:pt x="7" y="9"/>
                      <a:pt x="8" y="10"/>
                      <a:pt x="8" y="12"/>
                    </a:cubicBezTo>
                    <a:cubicBezTo>
                      <a:pt x="8" y="15"/>
                      <a:pt x="8" y="17"/>
                      <a:pt x="8" y="20"/>
                    </a:cubicBezTo>
                    <a:cubicBezTo>
                      <a:pt x="8" y="22"/>
                      <a:pt x="7" y="24"/>
                      <a:pt x="6" y="26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59" name="Freeform 717">
                <a:extLst>
                  <a:ext uri="{FF2B5EF4-FFF2-40B4-BE49-F238E27FC236}">
                    <a16:creationId xmlns:a16="http://schemas.microsoft.com/office/drawing/2014/main" id="{97728109-8412-4BD7-BC05-D5EFCCC26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1487"/>
                <a:ext cx="48" cy="14"/>
              </a:xfrm>
              <a:custGeom>
                <a:avLst/>
                <a:gdLst>
                  <a:gd name="T0" fmla="*/ 15 w 29"/>
                  <a:gd name="T1" fmla="*/ 8 h 9"/>
                  <a:gd name="T2" fmla="*/ 6 w 29"/>
                  <a:gd name="T3" fmla="*/ 9 h 9"/>
                  <a:gd name="T4" fmla="*/ 4 w 29"/>
                  <a:gd name="T5" fmla="*/ 8 h 9"/>
                  <a:gd name="T6" fmla="*/ 2 w 29"/>
                  <a:gd name="T7" fmla="*/ 8 h 9"/>
                  <a:gd name="T8" fmla="*/ 0 w 29"/>
                  <a:gd name="T9" fmla="*/ 7 h 9"/>
                  <a:gd name="T10" fmla="*/ 5 w 29"/>
                  <a:gd name="T11" fmla="*/ 3 h 9"/>
                  <a:gd name="T12" fmla="*/ 9 w 29"/>
                  <a:gd name="T13" fmla="*/ 2 h 9"/>
                  <a:gd name="T14" fmla="*/ 13 w 29"/>
                  <a:gd name="T15" fmla="*/ 1 h 9"/>
                  <a:gd name="T16" fmla="*/ 18 w 29"/>
                  <a:gd name="T17" fmla="*/ 1 h 9"/>
                  <a:gd name="T18" fmla="*/ 22 w 29"/>
                  <a:gd name="T19" fmla="*/ 1 h 9"/>
                  <a:gd name="T20" fmla="*/ 29 w 29"/>
                  <a:gd name="T21" fmla="*/ 4 h 9"/>
                  <a:gd name="T22" fmla="*/ 15 w 29"/>
                  <a:gd name="T2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9">
                    <a:moveTo>
                      <a:pt x="15" y="8"/>
                    </a:moveTo>
                    <a:cubicBezTo>
                      <a:pt x="11" y="9"/>
                      <a:pt x="9" y="9"/>
                      <a:pt x="6" y="9"/>
                    </a:cubicBezTo>
                    <a:cubicBezTo>
                      <a:pt x="5" y="9"/>
                      <a:pt x="5" y="8"/>
                      <a:pt x="4" y="8"/>
                    </a:cubicBezTo>
                    <a:cubicBezTo>
                      <a:pt x="4" y="8"/>
                      <a:pt x="3" y="8"/>
                      <a:pt x="2" y="8"/>
                    </a:cubicBezTo>
                    <a:cubicBezTo>
                      <a:pt x="1" y="8"/>
                      <a:pt x="0" y="8"/>
                      <a:pt x="0" y="7"/>
                    </a:cubicBezTo>
                    <a:cubicBezTo>
                      <a:pt x="1" y="6"/>
                      <a:pt x="3" y="4"/>
                      <a:pt x="5" y="3"/>
                    </a:cubicBezTo>
                    <a:cubicBezTo>
                      <a:pt x="6" y="3"/>
                      <a:pt x="7" y="2"/>
                      <a:pt x="9" y="2"/>
                    </a:cubicBezTo>
                    <a:cubicBezTo>
                      <a:pt x="10" y="1"/>
                      <a:pt x="12" y="1"/>
                      <a:pt x="13" y="1"/>
                    </a:cubicBezTo>
                    <a:cubicBezTo>
                      <a:pt x="15" y="1"/>
                      <a:pt x="16" y="0"/>
                      <a:pt x="18" y="1"/>
                    </a:cubicBezTo>
                    <a:cubicBezTo>
                      <a:pt x="20" y="1"/>
                      <a:pt x="21" y="1"/>
                      <a:pt x="22" y="1"/>
                    </a:cubicBezTo>
                    <a:cubicBezTo>
                      <a:pt x="25" y="2"/>
                      <a:pt x="28" y="3"/>
                      <a:pt x="29" y="4"/>
                    </a:cubicBezTo>
                    <a:cubicBezTo>
                      <a:pt x="26" y="6"/>
                      <a:pt x="21" y="8"/>
                      <a:pt x="15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0" name="Freeform 718">
                <a:extLst>
                  <a:ext uri="{FF2B5EF4-FFF2-40B4-BE49-F238E27FC236}">
                    <a16:creationId xmlns:a16="http://schemas.microsoft.com/office/drawing/2014/main" id="{4AA575E8-E16E-4C38-AEAA-56F31B59F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9" y="1500"/>
                <a:ext cx="13" cy="44"/>
              </a:xfrm>
              <a:custGeom>
                <a:avLst/>
                <a:gdLst>
                  <a:gd name="T0" fmla="*/ 4 w 8"/>
                  <a:gd name="T1" fmla="*/ 27 h 27"/>
                  <a:gd name="T2" fmla="*/ 2 w 8"/>
                  <a:gd name="T3" fmla="*/ 22 h 27"/>
                  <a:gd name="T4" fmla="*/ 1 w 8"/>
                  <a:gd name="T5" fmla="*/ 19 h 27"/>
                  <a:gd name="T6" fmla="*/ 1 w 8"/>
                  <a:gd name="T7" fmla="*/ 15 h 27"/>
                  <a:gd name="T8" fmla="*/ 1 w 8"/>
                  <a:gd name="T9" fmla="*/ 11 h 27"/>
                  <a:gd name="T10" fmla="*/ 1 w 8"/>
                  <a:gd name="T11" fmla="*/ 7 h 27"/>
                  <a:gd name="T12" fmla="*/ 2 w 8"/>
                  <a:gd name="T13" fmla="*/ 0 h 27"/>
                  <a:gd name="T14" fmla="*/ 4 w 8"/>
                  <a:gd name="T15" fmla="*/ 3 h 27"/>
                  <a:gd name="T16" fmla="*/ 5 w 8"/>
                  <a:gd name="T17" fmla="*/ 4 h 27"/>
                  <a:gd name="T18" fmla="*/ 6 w 8"/>
                  <a:gd name="T19" fmla="*/ 5 h 27"/>
                  <a:gd name="T20" fmla="*/ 8 w 8"/>
                  <a:gd name="T21" fmla="*/ 13 h 27"/>
                  <a:gd name="T22" fmla="*/ 4 w 8"/>
                  <a:gd name="T2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27">
                    <a:moveTo>
                      <a:pt x="4" y="27"/>
                    </a:moveTo>
                    <a:cubicBezTo>
                      <a:pt x="3" y="26"/>
                      <a:pt x="3" y="25"/>
                      <a:pt x="2" y="22"/>
                    </a:cubicBezTo>
                    <a:cubicBezTo>
                      <a:pt x="2" y="21"/>
                      <a:pt x="1" y="20"/>
                      <a:pt x="1" y="19"/>
                    </a:cubicBezTo>
                    <a:cubicBezTo>
                      <a:pt x="1" y="18"/>
                      <a:pt x="1" y="16"/>
                      <a:pt x="1" y="15"/>
                    </a:cubicBezTo>
                    <a:cubicBezTo>
                      <a:pt x="1" y="13"/>
                      <a:pt x="1" y="12"/>
                      <a:pt x="1" y="11"/>
                    </a:cubicBezTo>
                    <a:cubicBezTo>
                      <a:pt x="0" y="9"/>
                      <a:pt x="1" y="8"/>
                      <a:pt x="1" y="7"/>
                    </a:cubicBezTo>
                    <a:cubicBezTo>
                      <a:pt x="1" y="4"/>
                      <a:pt x="1" y="2"/>
                      <a:pt x="2" y="0"/>
                    </a:cubicBezTo>
                    <a:cubicBezTo>
                      <a:pt x="3" y="1"/>
                      <a:pt x="3" y="2"/>
                      <a:pt x="4" y="3"/>
                    </a:cubicBezTo>
                    <a:cubicBezTo>
                      <a:pt x="4" y="3"/>
                      <a:pt x="5" y="3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7" y="8"/>
                      <a:pt x="7" y="10"/>
                      <a:pt x="8" y="13"/>
                    </a:cubicBezTo>
                    <a:cubicBezTo>
                      <a:pt x="8" y="19"/>
                      <a:pt x="6" y="25"/>
                      <a:pt x="4" y="27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1" name="Freeform 719">
                <a:extLst>
                  <a:ext uri="{FF2B5EF4-FFF2-40B4-BE49-F238E27FC236}">
                    <a16:creationId xmlns:a16="http://schemas.microsoft.com/office/drawing/2014/main" id="{37330F6D-88FA-4D99-8373-F7BC225B3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1" y="1501"/>
                <a:ext cx="49" cy="13"/>
              </a:xfrm>
              <a:custGeom>
                <a:avLst/>
                <a:gdLst>
                  <a:gd name="T0" fmla="*/ 15 w 30"/>
                  <a:gd name="T1" fmla="*/ 8 h 8"/>
                  <a:gd name="T2" fmla="*/ 0 w 30"/>
                  <a:gd name="T3" fmla="*/ 5 h 8"/>
                  <a:gd name="T4" fmla="*/ 14 w 30"/>
                  <a:gd name="T5" fmla="*/ 1 h 8"/>
                  <a:gd name="T6" fmla="*/ 19 w 30"/>
                  <a:gd name="T7" fmla="*/ 1 h 8"/>
                  <a:gd name="T8" fmla="*/ 23 w 30"/>
                  <a:gd name="T9" fmla="*/ 2 h 8"/>
                  <a:gd name="T10" fmla="*/ 27 w 30"/>
                  <a:gd name="T11" fmla="*/ 3 h 8"/>
                  <a:gd name="T12" fmla="*/ 30 w 30"/>
                  <a:gd name="T13" fmla="*/ 5 h 8"/>
                  <a:gd name="T14" fmla="*/ 24 w 30"/>
                  <a:gd name="T15" fmla="*/ 7 h 8"/>
                  <a:gd name="T16" fmla="*/ 15 w 30"/>
                  <a:gd name="T1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8">
                    <a:moveTo>
                      <a:pt x="15" y="8"/>
                    </a:moveTo>
                    <a:cubicBezTo>
                      <a:pt x="9" y="8"/>
                      <a:pt x="3" y="7"/>
                      <a:pt x="0" y="5"/>
                    </a:cubicBezTo>
                    <a:cubicBezTo>
                      <a:pt x="3" y="3"/>
                      <a:pt x="8" y="1"/>
                      <a:pt x="14" y="1"/>
                    </a:cubicBezTo>
                    <a:cubicBezTo>
                      <a:pt x="16" y="0"/>
                      <a:pt x="18" y="1"/>
                      <a:pt x="19" y="1"/>
                    </a:cubicBezTo>
                    <a:cubicBezTo>
                      <a:pt x="21" y="1"/>
                      <a:pt x="22" y="1"/>
                      <a:pt x="23" y="2"/>
                    </a:cubicBezTo>
                    <a:cubicBezTo>
                      <a:pt x="25" y="2"/>
                      <a:pt x="26" y="3"/>
                      <a:pt x="27" y="3"/>
                    </a:cubicBezTo>
                    <a:cubicBezTo>
                      <a:pt x="28" y="4"/>
                      <a:pt x="29" y="4"/>
                      <a:pt x="30" y="5"/>
                    </a:cubicBezTo>
                    <a:cubicBezTo>
                      <a:pt x="28" y="6"/>
                      <a:pt x="26" y="7"/>
                      <a:pt x="24" y="7"/>
                    </a:cubicBezTo>
                    <a:cubicBezTo>
                      <a:pt x="21" y="8"/>
                      <a:pt x="18" y="8"/>
                      <a:pt x="15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2" name="Freeform 720">
                <a:extLst>
                  <a:ext uri="{FF2B5EF4-FFF2-40B4-BE49-F238E27FC236}">
                    <a16:creationId xmlns:a16="http://schemas.microsoft.com/office/drawing/2014/main" id="{B67A7E5E-9624-466F-BF12-ABBEBA62F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6" y="1513"/>
                <a:ext cx="11" cy="44"/>
              </a:xfrm>
              <a:custGeom>
                <a:avLst/>
                <a:gdLst>
                  <a:gd name="T0" fmla="*/ 2 w 7"/>
                  <a:gd name="T1" fmla="*/ 27 h 27"/>
                  <a:gd name="T2" fmla="*/ 1 w 7"/>
                  <a:gd name="T3" fmla="*/ 25 h 27"/>
                  <a:gd name="T4" fmla="*/ 0 w 7"/>
                  <a:gd name="T5" fmla="*/ 22 h 27"/>
                  <a:gd name="T6" fmla="*/ 0 w 7"/>
                  <a:gd name="T7" fmla="*/ 18 h 27"/>
                  <a:gd name="T8" fmla="*/ 0 w 7"/>
                  <a:gd name="T9" fmla="*/ 14 h 27"/>
                  <a:gd name="T10" fmla="*/ 2 w 7"/>
                  <a:gd name="T11" fmla="*/ 0 h 27"/>
                  <a:gd name="T12" fmla="*/ 7 w 7"/>
                  <a:gd name="T13" fmla="*/ 13 h 27"/>
                  <a:gd name="T14" fmla="*/ 5 w 7"/>
                  <a:gd name="T15" fmla="*/ 21 h 27"/>
                  <a:gd name="T16" fmla="*/ 2 w 7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27">
                    <a:moveTo>
                      <a:pt x="2" y="27"/>
                    </a:moveTo>
                    <a:cubicBezTo>
                      <a:pt x="2" y="26"/>
                      <a:pt x="1" y="26"/>
                      <a:pt x="1" y="25"/>
                    </a:cubicBezTo>
                    <a:cubicBezTo>
                      <a:pt x="1" y="24"/>
                      <a:pt x="0" y="23"/>
                      <a:pt x="0" y="22"/>
                    </a:cubicBezTo>
                    <a:cubicBezTo>
                      <a:pt x="0" y="21"/>
                      <a:pt x="0" y="19"/>
                      <a:pt x="0" y="18"/>
                    </a:cubicBezTo>
                    <a:cubicBezTo>
                      <a:pt x="0" y="17"/>
                      <a:pt x="0" y="15"/>
                      <a:pt x="0" y="14"/>
                    </a:cubicBezTo>
                    <a:cubicBezTo>
                      <a:pt x="0" y="8"/>
                      <a:pt x="1" y="3"/>
                      <a:pt x="2" y="0"/>
                    </a:cubicBezTo>
                    <a:cubicBezTo>
                      <a:pt x="5" y="2"/>
                      <a:pt x="7" y="7"/>
                      <a:pt x="7" y="13"/>
                    </a:cubicBezTo>
                    <a:cubicBezTo>
                      <a:pt x="6" y="16"/>
                      <a:pt x="6" y="19"/>
                      <a:pt x="5" y="21"/>
                    </a:cubicBezTo>
                    <a:cubicBezTo>
                      <a:pt x="4" y="24"/>
                      <a:pt x="3" y="26"/>
                      <a:pt x="2" y="27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3" name="Freeform 721">
                <a:extLst>
                  <a:ext uri="{FF2B5EF4-FFF2-40B4-BE49-F238E27FC236}">
                    <a16:creationId xmlns:a16="http://schemas.microsoft.com/office/drawing/2014/main" id="{1F97061E-8C84-4D46-BE30-29576D20C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2" y="1521"/>
                <a:ext cx="31" cy="34"/>
              </a:xfrm>
              <a:custGeom>
                <a:avLst/>
                <a:gdLst>
                  <a:gd name="T0" fmla="*/ 7 w 19"/>
                  <a:gd name="T1" fmla="*/ 13 h 21"/>
                  <a:gd name="T2" fmla="*/ 5 w 19"/>
                  <a:gd name="T3" fmla="*/ 10 h 21"/>
                  <a:gd name="T4" fmla="*/ 4 w 19"/>
                  <a:gd name="T5" fmla="*/ 8 h 21"/>
                  <a:gd name="T6" fmla="*/ 3 w 19"/>
                  <a:gd name="T7" fmla="*/ 6 h 21"/>
                  <a:gd name="T8" fmla="*/ 0 w 19"/>
                  <a:gd name="T9" fmla="*/ 0 h 21"/>
                  <a:gd name="T10" fmla="*/ 7 w 19"/>
                  <a:gd name="T11" fmla="*/ 3 h 21"/>
                  <a:gd name="T12" fmla="*/ 8 w 19"/>
                  <a:gd name="T13" fmla="*/ 4 h 21"/>
                  <a:gd name="T14" fmla="*/ 10 w 19"/>
                  <a:gd name="T15" fmla="*/ 5 h 21"/>
                  <a:gd name="T16" fmla="*/ 13 w 19"/>
                  <a:gd name="T17" fmla="*/ 8 h 21"/>
                  <a:gd name="T18" fmla="*/ 16 w 19"/>
                  <a:gd name="T19" fmla="*/ 11 h 21"/>
                  <a:gd name="T20" fmla="*/ 18 w 19"/>
                  <a:gd name="T21" fmla="*/ 15 h 21"/>
                  <a:gd name="T22" fmla="*/ 19 w 19"/>
                  <a:gd name="T23" fmla="*/ 21 h 21"/>
                  <a:gd name="T24" fmla="*/ 14 w 19"/>
                  <a:gd name="T25" fmla="*/ 18 h 21"/>
                  <a:gd name="T26" fmla="*/ 11 w 19"/>
                  <a:gd name="T27" fmla="*/ 16 h 21"/>
                  <a:gd name="T28" fmla="*/ 7 w 19"/>
                  <a:gd name="T29" fmla="*/ 1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21">
                    <a:moveTo>
                      <a:pt x="7" y="13"/>
                    </a:moveTo>
                    <a:cubicBezTo>
                      <a:pt x="6" y="12"/>
                      <a:pt x="6" y="11"/>
                      <a:pt x="5" y="10"/>
                    </a:cubicBezTo>
                    <a:cubicBezTo>
                      <a:pt x="4" y="9"/>
                      <a:pt x="4" y="9"/>
                      <a:pt x="4" y="8"/>
                    </a:cubicBezTo>
                    <a:cubicBezTo>
                      <a:pt x="3" y="7"/>
                      <a:pt x="3" y="7"/>
                      <a:pt x="3" y="6"/>
                    </a:cubicBezTo>
                    <a:cubicBezTo>
                      <a:pt x="1" y="4"/>
                      <a:pt x="1" y="2"/>
                      <a:pt x="0" y="0"/>
                    </a:cubicBezTo>
                    <a:cubicBezTo>
                      <a:pt x="2" y="1"/>
                      <a:pt x="4" y="1"/>
                      <a:pt x="7" y="3"/>
                    </a:cubicBezTo>
                    <a:cubicBezTo>
                      <a:pt x="7" y="3"/>
                      <a:pt x="8" y="3"/>
                      <a:pt x="8" y="4"/>
                    </a:cubicBezTo>
                    <a:cubicBezTo>
                      <a:pt x="9" y="4"/>
                      <a:pt x="9" y="4"/>
                      <a:pt x="10" y="5"/>
                    </a:cubicBezTo>
                    <a:cubicBezTo>
                      <a:pt x="11" y="6"/>
                      <a:pt x="12" y="7"/>
                      <a:pt x="13" y="8"/>
                    </a:cubicBezTo>
                    <a:cubicBezTo>
                      <a:pt x="14" y="9"/>
                      <a:pt x="15" y="10"/>
                      <a:pt x="16" y="11"/>
                    </a:cubicBezTo>
                    <a:cubicBezTo>
                      <a:pt x="17" y="13"/>
                      <a:pt x="17" y="14"/>
                      <a:pt x="18" y="15"/>
                    </a:cubicBezTo>
                    <a:cubicBezTo>
                      <a:pt x="19" y="17"/>
                      <a:pt x="19" y="19"/>
                      <a:pt x="19" y="21"/>
                    </a:cubicBezTo>
                    <a:cubicBezTo>
                      <a:pt x="18" y="21"/>
                      <a:pt x="16" y="20"/>
                      <a:pt x="14" y="18"/>
                    </a:cubicBezTo>
                    <a:cubicBezTo>
                      <a:pt x="13" y="18"/>
                      <a:pt x="12" y="17"/>
                      <a:pt x="11" y="16"/>
                    </a:cubicBezTo>
                    <a:cubicBezTo>
                      <a:pt x="10" y="15"/>
                      <a:pt x="8" y="14"/>
                      <a:pt x="7" y="1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4" name="Freeform 722">
                <a:extLst>
                  <a:ext uri="{FF2B5EF4-FFF2-40B4-BE49-F238E27FC236}">
                    <a16:creationId xmlns:a16="http://schemas.microsoft.com/office/drawing/2014/main" id="{0D2BDE8C-D8F0-449D-8B7E-F22F6798A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478"/>
                <a:ext cx="221" cy="62"/>
              </a:xfrm>
              <a:custGeom>
                <a:avLst/>
                <a:gdLst>
                  <a:gd name="T0" fmla="*/ 133 w 135"/>
                  <a:gd name="T1" fmla="*/ 38 h 38"/>
                  <a:gd name="T2" fmla="*/ 135 w 135"/>
                  <a:gd name="T3" fmla="*/ 36 h 38"/>
                  <a:gd name="T4" fmla="*/ 66 w 135"/>
                  <a:gd name="T5" fmla="*/ 0 h 38"/>
                  <a:gd name="T6" fmla="*/ 65 w 135"/>
                  <a:gd name="T7" fmla="*/ 0 h 38"/>
                  <a:gd name="T8" fmla="*/ 0 w 135"/>
                  <a:gd name="T9" fmla="*/ 30 h 38"/>
                  <a:gd name="T10" fmla="*/ 2 w 135"/>
                  <a:gd name="T11" fmla="*/ 31 h 38"/>
                  <a:gd name="T12" fmla="*/ 65 w 135"/>
                  <a:gd name="T13" fmla="*/ 2 h 38"/>
                  <a:gd name="T14" fmla="*/ 66 w 135"/>
                  <a:gd name="T15" fmla="*/ 2 h 38"/>
                  <a:gd name="T16" fmla="*/ 133 w 135"/>
                  <a:gd name="T17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5" h="38">
                    <a:moveTo>
                      <a:pt x="133" y="38"/>
                    </a:moveTo>
                    <a:cubicBezTo>
                      <a:pt x="135" y="36"/>
                      <a:pt x="135" y="36"/>
                      <a:pt x="135" y="36"/>
                    </a:cubicBezTo>
                    <a:cubicBezTo>
                      <a:pt x="113" y="13"/>
                      <a:pt x="90" y="0"/>
                      <a:pt x="66" y="0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28" y="0"/>
                      <a:pt x="0" y="29"/>
                      <a:pt x="0" y="30"/>
                    </a:cubicBezTo>
                    <a:cubicBezTo>
                      <a:pt x="2" y="31"/>
                      <a:pt x="2" y="31"/>
                      <a:pt x="2" y="31"/>
                    </a:cubicBezTo>
                    <a:cubicBezTo>
                      <a:pt x="2" y="31"/>
                      <a:pt x="29" y="2"/>
                      <a:pt x="65" y="2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90" y="2"/>
                      <a:pt x="112" y="14"/>
                      <a:pt x="133" y="3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5" name="Freeform 723">
                <a:extLst>
                  <a:ext uri="{FF2B5EF4-FFF2-40B4-BE49-F238E27FC236}">
                    <a16:creationId xmlns:a16="http://schemas.microsoft.com/office/drawing/2014/main" id="{0DADF5C5-FEB3-49E1-A781-7A07B7C88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1524"/>
                <a:ext cx="44" cy="13"/>
              </a:xfrm>
              <a:custGeom>
                <a:avLst/>
                <a:gdLst>
                  <a:gd name="T0" fmla="*/ 13 w 27"/>
                  <a:gd name="T1" fmla="*/ 1 h 8"/>
                  <a:gd name="T2" fmla="*/ 27 w 27"/>
                  <a:gd name="T3" fmla="*/ 3 h 8"/>
                  <a:gd name="T4" fmla="*/ 13 w 27"/>
                  <a:gd name="T5" fmla="*/ 8 h 8"/>
                  <a:gd name="T6" fmla="*/ 0 w 27"/>
                  <a:gd name="T7" fmla="*/ 7 h 8"/>
                  <a:gd name="T8" fmla="*/ 13 w 27"/>
                  <a:gd name="T9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8">
                    <a:moveTo>
                      <a:pt x="13" y="1"/>
                    </a:moveTo>
                    <a:cubicBezTo>
                      <a:pt x="18" y="0"/>
                      <a:pt x="24" y="1"/>
                      <a:pt x="27" y="3"/>
                    </a:cubicBezTo>
                    <a:cubicBezTo>
                      <a:pt x="24" y="5"/>
                      <a:pt x="18" y="7"/>
                      <a:pt x="13" y="8"/>
                    </a:cubicBezTo>
                    <a:cubicBezTo>
                      <a:pt x="7" y="8"/>
                      <a:pt x="2" y="8"/>
                      <a:pt x="0" y="7"/>
                    </a:cubicBezTo>
                    <a:cubicBezTo>
                      <a:pt x="2" y="4"/>
                      <a:pt x="7" y="2"/>
                      <a:pt x="13" y="1"/>
                    </a:cubicBezTo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6" name="Freeform 724">
                <a:extLst>
                  <a:ext uri="{FF2B5EF4-FFF2-40B4-BE49-F238E27FC236}">
                    <a16:creationId xmlns:a16="http://schemas.microsoft.com/office/drawing/2014/main" id="{50925F7D-BB9D-44EC-AB1A-7F8A734E3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4" y="1478"/>
                <a:ext cx="15" cy="49"/>
              </a:xfrm>
              <a:custGeom>
                <a:avLst/>
                <a:gdLst>
                  <a:gd name="T0" fmla="*/ 2 w 9"/>
                  <a:gd name="T1" fmla="*/ 0 h 30"/>
                  <a:gd name="T2" fmla="*/ 9 w 9"/>
                  <a:gd name="T3" fmla="*/ 15 h 30"/>
                  <a:gd name="T4" fmla="*/ 6 w 9"/>
                  <a:gd name="T5" fmla="*/ 30 h 30"/>
                  <a:gd name="T6" fmla="*/ 1 w 9"/>
                  <a:gd name="T7" fmla="*/ 16 h 30"/>
                  <a:gd name="T8" fmla="*/ 2 w 9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30">
                    <a:moveTo>
                      <a:pt x="2" y="0"/>
                    </a:moveTo>
                    <a:cubicBezTo>
                      <a:pt x="5" y="3"/>
                      <a:pt x="8" y="9"/>
                      <a:pt x="9" y="15"/>
                    </a:cubicBezTo>
                    <a:cubicBezTo>
                      <a:pt x="9" y="22"/>
                      <a:pt x="8" y="27"/>
                      <a:pt x="6" y="30"/>
                    </a:cubicBezTo>
                    <a:cubicBezTo>
                      <a:pt x="3" y="27"/>
                      <a:pt x="2" y="22"/>
                      <a:pt x="1" y="16"/>
                    </a:cubicBezTo>
                    <a:cubicBezTo>
                      <a:pt x="0" y="9"/>
                      <a:pt x="0" y="4"/>
                      <a:pt x="2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7" name="Freeform 725">
                <a:extLst>
                  <a:ext uri="{FF2B5EF4-FFF2-40B4-BE49-F238E27FC236}">
                    <a16:creationId xmlns:a16="http://schemas.microsoft.com/office/drawing/2014/main" id="{BEC63737-6458-41B0-9089-1674D21930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511"/>
                <a:ext cx="43" cy="18"/>
              </a:xfrm>
              <a:custGeom>
                <a:avLst/>
                <a:gdLst>
                  <a:gd name="T0" fmla="*/ 12 w 26"/>
                  <a:gd name="T1" fmla="*/ 2 h 11"/>
                  <a:gd name="T2" fmla="*/ 26 w 26"/>
                  <a:gd name="T3" fmla="*/ 2 h 11"/>
                  <a:gd name="T4" fmla="*/ 13 w 26"/>
                  <a:gd name="T5" fmla="*/ 9 h 11"/>
                  <a:gd name="T6" fmla="*/ 0 w 26"/>
                  <a:gd name="T7" fmla="*/ 10 h 11"/>
                  <a:gd name="T8" fmla="*/ 5 w 26"/>
                  <a:gd name="T9" fmla="*/ 5 h 11"/>
                  <a:gd name="T10" fmla="*/ 8 w 26"/>
                  <a:gd name="T11" fmla="*/ 3 h 11"/>
                  <a:gd name="T12" fmla="*/ 12 w 26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11">
                    <a:moveTo>
                      <a:pt x="12" y="2"/>
                    </a:moveTo>
                    <a:cubicBezTo>
                      <a:pt x="18" y="0"/>
                      <a:pt x="23" y="1"/>
                      <a:pt x="26" y="2"/>
                    </a:cubicBezTo>
                    <a:cubicBezTo>
                      <a:pt x="24" y="5"/>
                      <a:pt x="18" y="7"/>
                      <a:pt x="13" y="9"/>
                    </a:cubicBezTo>
                    <a:cubicBezTo>
                      <a:pt x="7" y="10"/>
                      <a:pt x="3" y="11"/>
                      <a:pt x="0" y="10"/>
                    </a:cubicBezTo>
                    <a:cubicBezTo>
                      <a:pt x="1" y="8"/>
                      <a:pt x="3" y="7"/>
                      <a:pt x="5" y="5"/>
                    </a:cubicBezTo>
                    <a:cubicBezTo>
                      <a:pt x="6" y="5"/>
                      <a:pt x="7" y="4"/>
                      <a:pt x="8" y="3"/>
                    </a:cubicBezTo>
                    <a:cubicBezTo>
                      <a:pt x="9" y="3"/>
                      <a:pt x="11" y="2"/>
                      <a:pt x="12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8" name="Freeform 726">
                <a:extLst>
                  <a:ext uri="{FF2B5EF4-FFF2-40B4-BE49-F238E27FC236}">
                    <a16:creationId xmlns:a16="http://schemas.microsoft.com/office/drawing/2014/main" id="{08AE36B3-353D-4A54-8046-852D23BC1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4" y="1465"/>
                <a:ext cx="18" cy="48"/>
              </a:xfrm>
              <a:custGeom>
                <a:avLst/>
                <a:gdLst>
                  <a:gd name="T0" fmla="*/ 1 w 11"/>
                  <a:gd name="T1" fmla="*/ 0 h 29"/>
                  <a:gd name="T2" fmla="*/ 9 w 11"/>
                  <a:gd name="T3" fmla="*/ 14 h 29"/>
                  <a:gd name="T4" fmla="*/ 8 w 11"/>
                  <a:gd name="T5" fmla="*/ 29 h 29"/>
                  <a:gd name="T6" fmla="*/ 2 w 11"/>
                  <a:gd name="T7" fmla="*/ 16 h 29"/>
                  <a:gd name="T8" fmla="*/ 1 w 11"/>
                  <a:gd name="T9" fmla="*/ 11 h 29"/>
                  <a:gd name="T10" fmla="*/ 0 w 11"/>
                  <a:gd name="T11" fmla="*/ 7 h 29"/>
                  <a:gd name="T12" fmla="*/ 1 w 11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9">
                    <a:moveTo>
                      <a:pt x="1" y="0"/>
                    </a:moveTo>
                    <a:cubicBezTo>
                      <a:pt x="4" y="3"/>
                      <a:pt x="8" y="8"/>
                      <a:pt x="9" y="14"/>
                    </a:cubicBezTo>
                    <a:cubicBezTo>
                      <a:pt x="11" y="21"/>
                      <a:pt x="10" y="26"/>
                      <a:pt x="8" y="29"/>
                    </a:cubicBezTo>
                    <a:cubicBezTo>
                      <a:pt x="5" y="27"/>
                      <a:pt x="3" y="22"/>
                      <a:pt x="2" y="16"/>
                    </a:cubicBezTo>
                    <a:cubicBezTo>
                      <a:pt x="1" y="14"/>
                      <a:pt x="1" y="13"/>
                      <a:pt x="1" y="11"/>
                    </a:cubicBezTo>
                    <a:cubicBezTo>
                      <a:pt x="0" y="10"/>
                      <a:pt x="0" y="8"/>
                      <a:pt x="0" y="7"/>
                    </a:cubicBezTo>
                    <a:cubicBezTo>
                      <a:pt x="0" y="4"/>
                      <a:pt x="0" y="2"/>
                      <a:pt x="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69" name="Freeform 727">
                <a:extLst>
                  <a:ext uri="{FF2B5EF4-FFF2-40B4-BE49-F238E27FC236}">
                    <a16:creationId xmlns:a16="http://schemas.microsoft.com/office/drawing/2014/main" id="{CD438D91-198B-4C43-82D3-6C4840F84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1501"/>
                <a:ext cx="40" cy="20"/>
              </a:xfrm>
              <a:custGeom>
                <a:avLst/>
                <a:gdLst>
                  <a:gd name="T0" fmla="*/ 11 w 25"/>
                  <a:gd name="T1" fmla="*/ 2 h 12"/>
                  <a:gd name="T2" fmla="*/ 25 w 25"/>
                  <a:gd name="T3" fmla="*/ 1 h 12"/>
                  <a:gd name="T4" fmla="*/ 20 w 25"/>
                  <a:gd name="T5" fmla="*/ 5 h 12"/>
                  <a:gd name="T6" fmla="*/ 12 w 25"/>
                  <a:gd name="T7" fmla="*/ 9 h 12"/>
                  <a:gd name="T8" fmla="*/ 5 w 25"/>
                  <a:gd name="T9" fmla="*/ 11 h 12"/>
                  <a:gd name="T10" fmla="*/ 0 w 25"/>
                  <a:gd name="T11" fmla="*/ 12 h 12"/>
                  <a:gd name="T12" fmla="*/ 11 w 25"/>
                  <a:gd name="T13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12">
                    <a:moveTo>
                      <a:pt x="11" y="2"/>
                    </a:moveTo>
                    <a:cubicBezTo>
                      <a:pt x="16" y="0"/>
                      <a:pt x="22" y="0"/>
                      <a:pt x="25" y="1"/>
                    </a:cubicBezTo>
                    <a:cubicBezTo>
                      <a:pt x="24" y="3"/>
                      <a:pt x="22" y="4"/>
                      <a:pt x="20" y="5"/>
                    </a:cubicBezTo>
                    <a:cubicBezTo>
                      <a:pt x="18" y="7"/>
                      <a:pt x="15" y="8"/>
                      <a:pt x="12" y="9"/>
                    </a:cubicBezTo>
                    <a:cubicBezTo>
                      <a:pt x="10" y="10"/>
                      <a:pt x="7" y="11"/>
                      <a:pt x="5" y="11"/>
                    </a:cubicBezTo>
                    <a:cubicBezTo>
                      <a:pt x="3" y="12"/>
                      <a:pt x="1" y="12"/>
                      <a:pt x="0" y="12"/>
                    </a:cubicBezTo>
                    <a:cubicBezTo>
                      <a:pt x="2" y="9"/>
                      <a:pt x="5" y="5"/>
                      <a:pt x="11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0" name="Freeform 728">
                <a:extLst>
                  <a:ext uri="{FF2B5EF4-FFF2-40B4-BE49-F238E27FC236}">
                    <a16:creationId xmlns:a16="http://schemas.microsoft.com/office/drawing/2014/main" id="{50F05017-8315-45AE-815C-173BB3B1E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1455"/>
                <a:ext cx="22" cy="46"/>
              </a:xfrm>
              <a:custGeom>
                <a:avLst/>
                <a:gdLst>
                  <a:gd name="T0" fmla="*/ 0 w 13"/>
                  <a:gd name="T1" fmla="*/ 0 h 28"/>
                  <a:gd name="T2" fmla="*/ 11 w 13"/>
                  <a:gd name="T3" fmla="*/ 13 h 28"/>
                  <a:gd name="T4" fmla="*/ 13 w 13"/>
                  <a:gd name="T5" fmla="*/ 22 h 28"/>
                  <a:gd name="T6" fmla="*/ 11 w 13"/>
                  <a:gd name="T7" fmla="*/ 28 h 28"/>
                  <a:gd name="T8" fmla="*/ 3 w 13"/>
                  <a:gd name="T9" fmla="*/ 15 h 28"/>
                  <a:gd name="T10" fmla="*/ 0 w 13"/>
                  <a:gd name="T1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28">
                    <a:moveTo>
                      <a:pt x="0" y="0"/>
                    </a:moveTo>
                    <a:cubicBezTo>
                      <a:pt x="4" y="2"/>
                      <a:pt x="9" y="7"/>
                      <a:pt x="11" y="13"/>
                    </a:cubicBezTo>
                    <a:cubicBezTo>
                      <a:pt x="12" y="16"/>
                      <a:pt x="13" y="19"/>
                      <a:pt x="13" y="22"/>
                    </a:cubicBezTo>
                    <a:cubicBezTo>
                      <a:pt x="13" y="24"/>
                      <a:pt x="12" y="26"/>
                      <a:pt x="11" y="28"/>
                    </a:cubicBezTo>
                    <a:cubicBezTo>
                      <a:pt x="9" y="26"/>
                      <a:pt x="6" y="21"/>
                      <a:pt x="3" y="15"/>
                    </a:cubicBezTo>
                    <a:cubicBezTo>
                      <a:pt x="1" y="9"/>
                      <a:pt x="0" y="4"/>
                      <a:pt x="0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1" name="Freeform 729">
                <a:extLst>
                  <a:ext uri="{FF2B5EF4-FFF2-40B4-BE49-F238E27FC236}">
                    <a16:creationId xmlns:a16="http://schemas.microsoft.com/office/drawing/2014/main" id="{3DC4F280-5D8A-4895-89BC-8A2DFF5F8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1493"/>
                <a:ext cx="37" cy="23"/>
              </a:xfrm>
              <a:custGeom>
                <a:avLst/>
                <a:gdLst>
                  <a:gd name="T0" fmla="*/ 9 w 23"/>
                  <a:gd name="T1" fmla="*/ 3 h 14"/>
                  <a:gd name="T2" fmla="*/ 16 w 23"/>
                  <a:gd name="T3" fmla="*/ 0 h 14"/>
                  <a:gd name="T4" fmla="*/ 23 w 23"/>
                  <a:gd name="T5" fmla="*/ 0 h 14"/>
                  <a:gd name="T6" fmla="*/ 11 w 23"/>
                  <a:gd name="T7" fmla="*/ 10 h 14"/>
                  <a:gd name="T8" fmla="*/ 8 w 23"/>
                  <a:gd name="T9" fmla="*/ 12 h 14"/>
                  <a:gd name="T10" fmla="*/ 5 w 23"/>
                  <a:gd name="T11" fmla="*/ 13 h 14"/>
                  <a:gd name="T12" fmla="*/ 2 w 23"/>
                  <a:gd name="T13" fmla="*/ 14 h 14"/>
                  <a:gd name="T14" fmla="*/ 0 w 23"/>
                  <a:gd name="T15" fmla="*/ 14 h 14"/>
                  <a:gd name="T16" fmla="*/ 9 w 23"/>
                  <a:gd name="T17" fmla="*/ 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" h="14">
                    <a:moveTo>
                      <a:pt x="9" y="3"/>
                    </a:moveTo>
                    <a:cubicBezTo>
                      <a:pt x="11" y="2"/>
                      <a:pt x="14" y="1"/>
                      <a:pt x="16" y="0"/>
                    </a:cubicBezTo>
                    <a:cubicBezTo>
                      <a:pt x="19" y="0"/>
                      <a:pt x="21" y="0"/>
                      <a:pt x="23" y="0"/>
                    </a:cubicBezTo>
                    <a:cubicBezTo>
                      <a:pt x="21" y="3"/>
                      <a:pt x="16" y="7"/>
                      <a:pt x="11" y="10"/>
                    </a:cubicBezTo>
                    <a:cubicBezTo>
                      <a:pt x="10" y="10"/>
                      <a:pt x="9" y="11"/>
                      <a:pt x="8" y="12"/>
                    </a:cubicBezTo>
                    <a:cubicBezTo>
                      <a:pt x="7" y="12"/>
                      <a:pt x="6" y="13"/>
                      <a:pt x="5" y="13"/>
                    </a:cubicBezTo>
                    <a:cubicBezTo>
                      <a:pt x="4" y="14"/>
                      <a:pt x="3" y="14"/>
                      <a:pt x="2" y="14"/>
                    </a:cubicBezTo>
                    <a:cubicBezTo>
                      <a:pt x="1" y="14"/>
                      <a:pt x="1" y="14"/>
                      <a:pt x="0" y="14"/>
                    </a:cubicBezTo>
                    <a:cubicBezTo>
                      <a:pt x="1" y="11"/>
                      <a:pt x="4" y="6"/>
                      <a:pt x="9" y="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2" name="Freeform 730">
                <a:extLst>
                  <a:ext uri="{FF2B5EF4-FFF2-40B4-BE49-F238E27FC236}">
                    <a16:creationId xmlns:a16="http://schemas.microsoft.com/office/drawing/2014/main" id="{3A77002C-8030-48F0-9C57-F755CB70E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7" y="1449"/>
                <a:ext cx="26" cy="42"/>
              </a:xfrm>
              <a:custGeom>
                <a:avLst/>
                <a:gdLst>
                  <a:gd name="T0" fmla="*/ 0 w 16"/>
                  <a:gd name="T1" fmla="*/ 0 h 26"/>
                  <a:gd name="T2" fmla="*/ 3 w 16"/>
                  <a:gd name="T3" fmla="*/ 1 h 26"/>
                  <a:gd name="T4" fmla="*/ 7 w 16"/>
                  <a:gd name="T5" fmla="*/ 4 h 26"/>
                  <a:gd name="T6" fmla="*/ 10 w 16"/>
                  <a:gd name="T7" fmla="*/ 7 h 26"/>
                  <a:gd name="T8" fmla="*/ 13 w 16"/>
                  <a:gd name="T9" fmla="*/ 11 h 26"/>
                  <a:gd name="T10" fmla="*/ 15 w 16"/>
                  <a:gd name="T11" fmla="*/ 26 h 26"/>
                  <a:gd name="T12" fmla="*/ 10 w 16"/>
                  <a:gd name="T13" fmla="*/ 22 h 26"/>
                  <a:gd name="T14" fmla="*/ 5 w 16"/>
                  <a:gd name="T15" fmla="*/ 14 h 26"/>
                  <a:gd name="T16" fmla="*/ 0 w 16"/>
                  <a:gd name="T1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26">
                    <a:moveTo>
                      <a:pt x="0" y="0"/>
                    </a:moveTo>
                    <a:cubicBezTo>
                      <a:pt x="1" y="0"/>
                      <a:pt x="2" y="1"/>
                      <a:pt x="3" y="1"/>
                    </a:cubicBezTo>
                    <a:cubicBezTo>
                      <a:pt x="4" y="2"/>
                      <a:pt x="6" y="3"/>
                      <a:pt x="7" y="4"/>
                    </a:cubicBezTo>
                    <a:cubicBezTo>
                      <a:pt x="8" y="5"/>
                      <a:pt x="9" y="6"/>
                      <a:pt x="10" y="7"/>
                    </a:cubicBezTo>
                    <a:cubicBezTo>
                      <a:pt x="11" y="8"/>
                      <a:pt x="12" y="10"/>
                      <a:pt x="13" y="11"/>
                    </a:cubicBezTo>
                    <a:cubicBezTo>
                      <a:pt x="16" y="17"/>
                      <a:pt x="16" y="23"/>
                      <a:pt x="15" y="26"/>
                    </a:cubicBezTo>
                    <a:cubicBezTo>
                      <a:pt x="14" y="25"/>
                      <a:pt x="12" y="24"/>
                      <a:pt x="10" y="22"/>
                    </a:cubicBezTo>
                    <a:cubicBezTo>
                      <a:pt x="9" y="20"/>
                      <a:pt x="7" y="17"/>
                      <a:pt x="5" y="14"/>
                    </a:cubicBezTo>
                    <a:cubicBezTo>
                      <a:pt x="2" y="9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3" name="Freeform 731">
                <a:extLst>
                  <a:ext uri="{FF2B5EF4-FFF2-40B4-BE49-F238E27FC236}">
                    <a16:creationId xmlns:a16="http://schemas.microsoft.com/office/drawing/2014/main" id="{F2999A7E-05A6-422B-B122-A1454D2FB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1487"/>
                <a:ext cx="33" cy="27"/>
              </a:xfrm>
              <a:custGeom>
                <a:avLst/>
                <a:gdLst>
                  <a:gd name="T0" fmla="*/ 7 w 20"/>
                  <a:gd name="T1" fmla="*/ 5 h 17"/>
                  <a:gd name="T2" fmla="*/ 10 w 20"/>
                  <a:gd name="T3" fmla="*/ 2 h 17"/>
                  <a:gd name="T4" fmla="*/ 13 w 20"/>
                  <a:gd name="T5" fmla="*/ 1 h 17"/>
                  <a:gd name="T6" fmla="*/ 20 w 20"/>
                  <a:gd name="T7" fmla="*/ 0 h 17"/>
                  <a:gd name="T8" fmla="*/ 18 w 20"/>
                  <a:gd name="T9" fmla="*/ 3 h 17"/>
                  <a:gd name="T10" fmla="*/ 16 w 20"/>
                  <a:gd name="T11" fmla="*/ 5 h 17"/>
                  <a:gd name="T12" fmla="*/ 13 w 20"/>
                  <a:gd name="T13" fmla="*/ 8 h 17"/>
                  <a:gd name="T14" fmla="*/ 12 w 20"/>
                  <a:gd name="T15" fmla="*/ 9 h 17"/>
                  <a:gd name="T16" fmla="*/ 10 w 20"/>
                  <a:gd name="T17" fmla="*/ 11 h 17"/>
                  <a:gd name="T18" fmla="*/ 7 w 20"/>
                  <a:gd name="T19" fmla="*/ 13 h 17"/>
                  <a:gd name="T20" fmla="*/ 4 w 20"/>
                  <a:gd name="T21" fmla="*/ 15 h 17"/>
                  <a:gd name="T22" fmla="*/ 2 w 20"/>
                  <a:gd name="T23" fmla="*/ 17 h 17"/>
                  <a:gd name="T24" fmla="*/ 0 w 20"/>
                  <a:gd name="T25" fmla="*/ 17 h 17"/>
                  <a:gd name="T26" fmla="*/ 2 w 20"/>
                  <a:gd name="T27" fmla="*/ 11 h 17"/>
                  <a:gd name="T28" fmla="*/ 4 w 20"/>
                  <a:gd name="T29" fmla="*/ 8 h 17"/>
                  <a:gd name="T30" fmla="*/ 7 w 20"/>
                  <a:gd name="T31" fmla="*/ 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" h="17">
                    <a:moveTo>
                      <a:pt x="7" y="5"/>
                    </a:moveTo>
                    <a:cubicBezTo>
                      <a:pt x="8" y="4"/>
                      <a:pt x="9" y="3"/>
                      <a:pt x="10" y="2"/>
                    </a:cubicBezTo>
                    <a:cubicBezTo>
                      <a:pt x="11" y="2"/>
                      <a:pt x="12" y="1"/>
                      <a:pt x="13" y="1"/>
                    </a:cubicBezTo>
                    <a:cubicBezTo>
                      <a:pt x="16" y="0"/>
                      <a:pt x="18" y="0"/>
                      <a:pt x="20" y="0"/>
                    </a:cubicBezTo>
                    <a:cubicBezTo>
                      <a:pt x="19" y="1"/>
                      <a:pt x="19" y="2"/>
                      <a:pt x="18" y="3"/>
                    </a:cubicBezTo>
                    <a:cubicBezTo>
                      <a:pt x="18" y="3"/>
                      <a:pt x="17" y="4"/>
                      <a:pt x="16" y="5"/>
                    </a:cubicBezTo>
                    <a:cubicBezTo>
                      <a:pt x="15" y="6"/>
                      <a:pt x="14" y="7"/>
                      <a:pt x="13" y="8"/>
                    </a:cubicBezTo>
                    <a:cubicBezTo>
                      <a:pt x="13" y="9"/>
                      <a:pt x="12" y="9"/>
                      <a:pt x="12" y="9"/>
                    </a:cubicBezTo>
                    <a:cubicBezTo>
                      <a:pt x="11" y="10"/>
                      <a:pt x="11" y="10"/>
                      <a:pt x="10" y="11"/>
                    </a:cubicBezTo>
                    <a:cubicBezTo>
                      <a:pt x="9" y="12"/>
                      <a:pt x="8" y="13"/>
                      <a:pt x="7" y="13"/>
                    </a:cubicBezTo>
                    <a:cubicBezTo>
                      <a:pt x="6" y="14"/>
                      <a:pt x="5" y="15"/>
                      <a:pt x="4" y="15"/>
                    </a:cubicBezTo>
                    <a:cubicBezTo>
                      <a:pt x="3" y="16"/>
                      <a:pt x="3" y="16"/>
                      <a:pt x="2" y="17"/>
                    </a:cubicBezTo>
                    <a:cubicBezTo>
                      <a:pt x="1" y="17"/>
                      <a:pt x="0" y="17"/>
                      <a:pt x="0" y="17"/>
                    </a:cubicBezTo>
                    <a:cubicBezTo>
                      <a:pt x="0" y="16"/>
                      <a:pt x="1" y="13"/>
                      <a:pt x="2" y="11"/>
                    </a:cubicBezTo>
                    <a:cubicBezTo>
                      <a:pt x="2" y="10"/>
                      <a:pt x="3" y="9"/>
                      <a:pt x="4" y="8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4" name="Freeform 732">
                <a:extLst>
                  <a:ext uri="{FF2B5EF4-FFF2-40B4-BE49-F238E27FC236}">
                    <a16:creationId xmlns:a16="http://schemas.microsoft.com/office/drawing/2014/main" id="{A1DE697D-1548-47B3-AB53-FCA3A2E30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446"/>
                <a:ext cx="31" cy="39"/>
              </a:xfrm>
              <a:custGeom>
                <a:avLst/>
                <a:gdLst>
                  <a:gd name="T0" fmla="*/ 0 w 19"/>
                  <a:gd name="T1" fmla="*/ 0 h 24"/>
                  <a:gd name="T2" fmla="*/ 3 w 19"/>
                  <a:gd name="T3" fmla="*/ 1 h 24"/>
                  <a:gd name="T4" fmla="*/ 7 w 19"/>
                  <a:gd name="T5" fmla="*/ 3 h 24"/>
                  <a:gd name="T6" fmla="*/ 11 w 19"/>
                  <a:gd name="T7" fmla="*/ 6 h 24"/>
                  <a:gd name="T8" fmla="*/ 14 w 19"/>
                  <a:gd name="T9" fmla="*/ 9 h 24"/>
                  <a:gd name="T10" fmla="*/ 16 w 19"/>
                  <a:gd name="T11" fmla="*/ 11 h 24"/>
                  <a:gd name="T12" fmla="*/ 17 w 19"/>
                  <a:gd name="T13" fmla="*/ 13 h 24"/>
                  <a:gd name="T14" fmla="*/ 18 w 19"/>
                  <a:gd name="T15" fmla="*/ 17 h 24"/>
                  <a:gd name="T16" fmla="*/ 19 w 19"/>
                  <a:gd name="T17" fmla="*/ 21 h 24"/>
                  <a:gd name="T18" fmla="*/ 19 w 19"/>
                  <a:gd name="T19" fmla="*/ 24 h 24"/>
                  <a:gd name="T20" fmla="*/ 14 w 19"/>
                  <a:gd name="T21" fmla="*/ 20 h 24"/>
                  <a:gd name="T22" fmla="*/ 11 w 19"/>
                  <a:gd name="T23" fmla="*/ 17 h 24"/>
                  <a:gd name="T24" fmla="*/ 8 w 19"/>
                  <a:gd name="T25" fmla="*/ 14 h 24"/>
                  <a:gd name="T26" fmla="*/ 5 w 19"/>
                  <a:gd name="T27" fmla="*/ 10 h 24"/>
                  <a:gd name="T28" fmla="*/ 2 w 19"/>
                  <a:gd name="T29" fmla="*/ 6 h 24"/>
                  <a:gd name="T30" fmla="*/ 0 w 19"/>
                  <a:gd name="T3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4">
                    <a:moveTo>
                      <a:pt x="0" y="0"/>
                    </a:moveTo>
                    <a:cubicBezTo>
                      <a:pt x="1" y="0"/>
                      <a:pt x="2" y="1"/>
                      <a:pt x="3" y="1"/>
                    </a:cubicBezTo>
                    <a:cubicBezTo>
                      <a:pt x="5" y="1"/>
                      <a:pt x="6" y="2"/>
                      <a:pt x="7" y="3"/>
                    </a:cubicBezTo>
                    <a:cubicBezTo>
                      <a:pt x="8" y="4"/>
                      <a:pt x="10" y="5"/>
                      <a:pt x="11" y="6"/>
                    </a:cubicBezTo>
                    <a:cubicBezTo>
                      <a:pt x="12" y="7"/>
                      <a:pt x="13" y="8"/>
                      <a:pt x="14" y="9"/>
                    </a:cubicBezTo>
                    <a:cubicBezTo>
                      <a:pt x="15" y="10"/>
                      <a:pt x="15" y="11"/>
                      <a:pt x="16" y="11"/>
                    </a:cubicBezTo>
                    <a:cubicBezTo>
                      <a:pt x="16" y="12"/>
                      <a:pt x="16" y="13"/>
                      <a:pt x="17" y="13"/>
                    </a:cubicBezTo>
                    <a:cubicBezTo>
                      <a:pt x="17" y="15"/>
                      <a:pt x="18" y="16"/>
                      <a:pt x="18" y="17"/>
                    </a:cubicBezTo>
                    <a:cubicBezTo>
                      <a:pt x="19" y="18"/>
                      <a:pt x="19" y="20"/>
                      <a:pt x="19" y="21"/>
                    </a:cubicBezTo>
                    <a:cubicBezTo>
                      <a:pt x="19" y="22"/>
                      <a:pt x="19" y="23"/>
                      <a:pt x="19" y="24"/>
                    </a:cubicBezTo>
                    <a:cubicBezTo>
                      <a:pt x="17" y="23"/>
                      <a:pt x="16" y="22"/>
                      <a:pt x="14" y="20"/>
                    </a:cubicBezTo>
                    <a:cubicBezTo>
                      <a:pt x="13" y="19"/>
                      <a:pt x="12" y="18"/>
                      <a:pt x="11" y="17"/>
                    </a:cubicBezTo>
                    <a:cubicBezTo>
                      <a:pt x="10" y="16"/>
                      <a:pt x="9" y="15"/>
                      <a:pt x="8" y="14"/>
                    </a:cubicBezTo>
                    <a:cubicBezTo>
                      <a:pt x="7" y="12"/>
                      <a:pt x="6" y="11"/>
                      <a:pt x="5" y="10"/>
                    </a:cubicBezTo>
                    <a:cubicBezTo>
                      <a:pt x="4" y="9"/>
                      <a:pt x="3" y="7"/>
                      <a:pt x="2" y="6"/>
                    </a:cubicBezTo>
                    <a:cubicBezTo>
                      <a:pt x="1" y="4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5" name="Freeform 733">
                <a:extLst>
                  <a:ext uri="{FF2B5EF4-FFF2-40B4-BE49-F238E27FC236}">
                    <a16:creationId xmlns:a16="http://schemas.microsoft.com/office/drawing/2014/main" id="{FB238038-5E6C-421B-95B7-98CDA12FD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1482"/>
                <a:ext cx="27" cy="34"/>
              </a:xfrm>
              <a:custGeom>
                <a:avLst/>
                <a:gdLst>
                  <a:gd name="T0" fmla="*/ 4 w 16"/>
                  <a:gd name="T1" fmla="*/ 8 h 21"/>
                  <a:gd name="T2" fmla="*/ 7 w 16"/>
                  <a:gd name="T3" fmla="*/ 4 h 21"/>
                  <a:gd name="T4" fmla="*/ 10 w 16"/>
                  <a:gd name="T5" fmla="*/ 2 h 21"/>
                  <a:gd name="T6" fmla="*/ 16 w 16"/>
                  <a:gd name="T7" fmla="*/ 0 h 21"/>
                  <a:gd name="T8" fmla="*/ 14 w 16"/>
                  <a:gd name="T9" fmla="*/ 6 h 21"/>
                  <a:gd name="T10" fmla="*/ 11 w 16"/>
                  <a:gd name="T11" fmla="*/ 9 h 21"/>
                  <a:gd name="T12" fmla="*/ 9 w 16"/>
                  <a:gd name="T13" fmla="*/ 13 h 21"/>
                  <a:gd name="T14" fmla="*/ 0 w 16"/>
                  <a:gd name="T15" fmla="*/ 21 h 21"/>
                  <a:gd name="T16" fmla="*/ 1 w 16"/>
                  <a:gd name="T17" fmla="*/ 15 h 21"/>
                  <a:gd name="T18" fmla="*/ 2 w 16"/>
                  <a:gd name="T19" fmla="*/ 11 h 21"/>
                  <a:gd name="T20" fmla="*/ 4 w 16"/>
                  <a:gd name="T21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4" y="8"/>
                    </a:moveTo>
                    <a:cubicBezTo>
                      <a:pt x="5" y="6"/>
                      <a:pt x="6" y="5"/>
                      <a:pt x="7" y="4"/>
                    </a:cubicBezTo>
                    <a:cubicBezTo>
                      <a:pt x="8" y="4"/>
                      <a:pt x="9" y="3"/>
                      <a:pt x="10" y="2"/>
                    </a:cubicBezTo>
                    <a:cubicBezTo>
                      <a:pt x="12" y="1"/>
                      <a:pt x="15" y="0"/>
                      <a:pt x="16" y="0"/>
                    </a:cubicBezTo>
                    <a:cubicBezTo>
                      <a:pt x="16" y="2"/>
                      <a:pt x="15" y="4"/>
                      <a:pt x="14" y="6"/>
                    </a:cubicBezTo>
                    <a:cubicBezTo>
                      <a:pt x="13" y="7"/>
                      <a:pt x="12" y="8"/>
                      <a:pt x="11" y="9"/>
                    </a:cubicBezTo>
                    <a:cubicBezTo>
                      <a:pt x="11" y="11"/>
                      <a:pt x="10" y="12"/>
                      <a:pt x="9" y="13"/>
                    </a:cubicBezTo>
                    <a:cubicBezTo>
                      <a:pt x="5" y="17"/>
                      <a:pt x="2" y="20"/>
                      <a:pt x="0" y="21"/>
                    </a:cubicBezTo>
                    <a:cubicBezTo>
                      <a:pt x="0" y="19"/>
                      <a:pt x="0" y="17"/>
                      <a:pt x="1" y="15"/>
                    </a:cubicBezTo>
                    <a:cubicBezTo>
                      <a:pt x="1" y="13"/>
                      <a:pt x="2" y="12"/>
                      <a:pt x="2" y="11"/>
                    </a:cubicBezTo>
                    <a:cubicBezTo>
                      <a:pt x="3" y="10"/>
                      <a:pt x="3" y="9"/>
                      <a:pt x="4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6" name="Freeform 734">
                <a:extLst>
                  <a:ext uri="{FF2B5EF4-FFF2-40B4-BE49-F238E27FC236}">
                    <a16:creationId xmlns:a16="http://schemas.microsoft.com/office/drawing/2014/main" id="{944CE879-E0AC-494E-A1A3-573324DE3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1447"/>
                <a:ext cx="38" cy="33"/>
              </a:xfrm>
              <a:custGeom>
                <a:avLst/>
                <a:gdLst>
                  <a:gd name="T0" fmla="*/ 0 w 23"/>
                  <a:gd name="T1" fmla="*/ 0 h 20"/>
                  <a:gd name="T2" fmla="*/ 16 w 23"/>
                  <a:gd name="T3" fmla="*/ 7 h 20"/>
                  <a:gd name="T4" fmla="*/ 20 w 23"/>
                  <a:gd name="T5" fmla="*/ 10 h 20"/>
                  <a:gd name="T6" fmla="*/ 22 w 23"/>
                  <a:gd name="T7" fmla="*/ 14 h 20"/>
                  <a:gd name="T8" fmla="*/ 23 w 23"/>
                  <a:gd name="T9" fmla="*/ 20 h 20"/>
                  <a:gd name="T10" fmla="*/ 18 w 23"/>
                  <a:gd name="T11" fmla="*/ 17 h 20"/>
                  <a:gd name="T12" fmla="*/ 14 w 23"/>
                  <a:gd name="T13" fmla="*/ 15 h 20"/>
                  <a:gd name="T14" fmla="*/ 11 w 23"/>
                  <a:gd name="T15" fmla="*/ 12 h 20"/>
                  <a:gd name="T16" fmla="*/ 7 w 23"/>
                  <a:gd name="T17" fmla="*/ 9 h 20"/>
                  <a:gd name="T18" fmla="*/ 4 w 23"/>
                  <a:gd name="T19" fmla="*/ 6 h 20"/>
                  <a:gd name="T20" fmla="*/ 0 w 23"/>
                  <a:gd name="T2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20">
                    <a:moveTo>
                      <a:pt x="0" y="0"/>
                    </a:moveTo>
                    <a:cubicBezTo>
                      <a:pt x="5" y="0"/>
                      <a:pt x="11" y="2"/>
                      <a:pt x="16" y="7"/>
                    </a:cubicBezTo>
                    <a:cubicBezTo>
                      <a:pt x="18" y="8"/>
                      <a:pt x="19" y="9"/>
                      <a:pt x="20" y="10"/>
                    </a:cubicBezTo>
                    <a:cubicBezTo>
                      <a:pt x="20" y="11"/>
                      <a:pt x="21" y="13"/>
                      <a:pt x="22" y="14"/>
                    </a:cubicBezTo>
                    <a:cubicBezTo>
                      <a:pt x="23" y="16"/>
                      <a:pt x="23" y="18"/>
                      <a:pt x="23" y="20"/>
                    </a:cubicBezTo>
                    <a:cubicBezTo>
                      <a:pt x="22" y="20"/>
                      <a:pt x="20" y="19"/>
                      <a:pt x="18" y="17"/>
                    </a:cubicBezTo>
                    <a:cubicBezTo>
                      <a:pt x="16" y="17"/>
                      <a:pt x="15" y="16"/>
                      <a:pt x="14" y="15"/>
                    </a:cubicBezTo>
                    <a:cubicBezTo>
                      <a:pt x="13" y="14"/>
                      <a:pt x="12" y="13"/>
                      <a:pt x="11" y="12"/>
                    </a:cubicBezTo>
                    <a:cubicBezTo>
                      <a:pt x="9" y="11"/>
                      <a:pt x="8" y="10"/>
                      <a:pt x="7" y="9"/>
                    </a:cubicBezTo>
                    <a:cubicBezTo>
                      <a:pt x="6" y="8"/>
                      <a:pt x="5" y="7"/>
                      <a:pt x="4" y="6"/>
                    </a:cubicBezTo>
                    <a:cubicBezTo>
                      <a:pt x="2" y="4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7" name="Freeform 735">
                <a:extLst>
                  <a:ext uri="{FF2B5EF4-FFF2-40B4-BE49-F238E27FC236}">
                    <a16:creationId xmlns:a16="http://schemas.microsoft.com/office/drawing/2014/main" id="{EA33D4A7-F9CC-4E2B-8BCA-63C49812D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1482"/>
                <a:ext cx="23" cy="37"/>
              </a:xfrm>
              <a:custGeom>
                <a:avLst/>
                <a:gdLst>
                  <a:gd name="T0" fmla="*/ 3 w 14"/>
                  <a:gd name="T1" fmla="*/ 9 h 23"/>
                  <a:gd name="T2" fmla="*/ 5 w 14"/>
                  <a:gd name="T3" fmla="*/ 6 h 23"/>
                  <a:gd name="T4" fmla="*/ 8 w 14"/>
                  <a:gd name="T5" fmla="*/ 3 h 23"/>
                  <a:gd name="T6" fmla="*/ 11 w 14"/>
                  <a:gd name="T7" fmla="*/ 1 h 23"/>
                  <a:gd name="T8" fmla="*/ 14 w 14"/>
                  <a:gd name="T9" fmla="*/ 0 h 23"/>
                  <a:gd name="T10" fmla="*/ 12 w 14"/>
                  <a:gd name="T11" fmla="*/ 6 h 23"/>
                  <a:gd name="T12" fmla="*/ 8 w 14"/>
                  <a:gd name="T13" fmla="*/ 13 h 23"/>
                  <a:gd name="T14" fmla="*/ 6 w 14"/>
                  <a:gd name="T15" fmla="*/ 17 h 23"/>
                  <a:gd name="T16" fmla="*/ 5 w 14"/>
                  <a:gd name="T17" fmla="*/ 20 h 23"/>
                  <a:gd name="T18" fmla="*/ 3 w 14"/>
                  <a:gd name="T19" fmla="*/ 22 h 23"/>
                  <a:gd name="T20" fmla="*/ 1 w 14"/>
                  <a:gd name="T21" fmla="*/ 23 h 23"/>
                  <a:gd name="T22" fmla="*/ 1 w 14"/>
                  <a:gd name="T23" fmla="*/ 17 h 23"/>
                  <a:gd name="T24" fmla="*/ 3 w 14"/>
                  <a:gd name="T25" fmla="*/ 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3">
                    <a:moveTo>
                      <a:pt x="3" y="9"/>
                    </a:moveTo>
                    <a:cubicBezTo>
                      <a:pt x="4" y="8"/>
                      <a:pt x="5" y="7"/>
                      <a:pt x="5" y="6"/>
                    </a:cubicBezTo>
                    <a:cubicBezTo>
                      <a:pt x="6" y="4"/>
                      <a:pt x="7" y="4"/>
                      <a:pt x="8" y="3"/>
                    </a:cubicBezTo>
                    <a:cubicBezTo>
                      <a:pt x="9" y="2"/>
                      <a:pt x="10" y="1"/>
                      <a:pt x="11" y="1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2"/>
                      <a:pt x="13" y="4"/>
                      <a:pt x="12" y="6"/>
                    </a:cubicBezTo>
                    <a:cubicBezTo>
                      <a:pt x="11" y="9"/>
                      <a:pt x="10" y="11"/>
                      <a:pt x="8" y="13"/>
                    </a:cubicBezTo>
                    <a:cubicBezTo>
                      <a:pt x="8" y="15"/>
                      <a:pt x="7" y="16"/>
                      <a:pt x="6" y="17"/>
                    </a:cubicBezTo>
                    <a:cubicBezTo>
                      <a:pt x="6" y="18"/>
                      <a:pt x="5" y="19"/>
                      <a:pt x="5" y="20"/>
                    </a:cubicBezTo>
                    <a:cubicBezTo>
                      <a:pt x="4" y="20"/>
                      <a:pt x="3" y="21"/>
                      <a:pt x="3" y="22"/>
                    </a:cubicBezTo>
                    <a:cubicBezTo>
                      <a:pt x="2" y="22"/>
                      <a:pt x="2" y="23"/>
                      <a:pt x="1" y="23"/>
                    </a:cubicBezTo>
                    <a:cubicBezTo>
                      <a:pt x="1" y="21"/>
                      <a:pt x="0" y="19"/>
                      <a:pt x="1" y="17"/>
                    </a:cubicBezTo>
                    <a:cubicBezTo>
                      <a:pt x="1" y="14"/>
                      <a:pt x="2" y="12"/>
                      <a:pt x="3" y="9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8" name="Freeform 736">
                <a:extLst>
                  <a:ext uri="{FF2B5EF4-FFF2-40B4-BE49-F238E27FC236}">
                    <a16:creationId xmlns:a16="http://schemas.microsoft.com/office/drawing/2014/main" id="{E14B2889-2E66-4A19-9013-588F1DB33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54"/>
                <a:ext cx="43" cy="26"/>
              </a:xfrm>
              <a:custGeom>
                <a:avLst/>
                <a:gdLst>
                  <a:gd name="T0" fmla="*/ 0 w 26"/>
                  <a:gd name="T1" fmla="*/ 0 h 16"/>
                  <a:gd name="T2" fmla="*/ 3 w 26"/>
                  <a:gd name="T3" fmla="*/ 0 h 16"/>
                  <a:gd name="T4" fmla="*/ 7 w 26"/>
                  <a:gd name="T5" fmla="*/ 0 h 16"/>
                  <a:gd name="T6" fmla="*/ 12 w 26"/>
                  <a:gd name="T7" fmla="*/ 2 h 16"/>
                  <a:gd name="T8" fmla="*/ 16 w 26"/>
                  <a:gd name="T9" fmla="*/ 4 h 16"/>
                  <a:gd name="T10" fmla="*/ 23 w 26"/>
                  <a:gd name="T11" fmla="*/ 10 h 16"/>
                  <a:gd name="T12" fmla="*/ 26 w 26"/>
                  <a:gd name="T13" fmla="*/ 16 h 16"/>
                  <a:gd name="T14" fmla="*/ 23 w 26"/>
                  <a:gd name="T15" fmla="*/ 15 h 16"/>
                  <a:gd name="T16" fmla="*/ 19 w 26"/>
                  <a:gd name="T17" fmla="*/ 14 h 16"/>
                  <a:gd name="T18" fmla="*/ 16 w 26"/>
                  <a:gd name="T19" fmla="*/ 12 h 16"/>
                  <a:gd name="T20" fmla="*/ 11 w 26"/>
                  <a:gd name="T21" fmla="*/ 10 h 16"/>
                  <a:gd name="T22" fmla="*/ 4 w 26"/>
                  <a:gd name="T23" fmla="*/ 5 h 16"/>
                  <a:gd name="T24" fmla="*/ 0 w 26"/>
                  <a:gd name="T2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6" h="16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5" y="0"/>
                      <a:pt x="6" y="0"/>
                      <a:pt x="7" y="0"/>
                    </a:cubicBezTo>
                    <a:cubicBezTo>
                      <a:pt x="9" y="0"/>
                      <a:pt x="10" y="1"/>
                      <a:pt x="12" y="2"/>
                    </a:cubicBezTo>
                    <a:cubicBezTo>
                      <a:pt x="13" y="2"/>
                      <a:pt x="15" y="3"/>
                      <a:pt x="16" y="4"/>
                    </a:cubicBezTo>
                    <a:cubicBezTo>
                      <a:pt x="19" y="6"/>
                      <a:pt x="21" y="8"/>
                      <a:pt x="23" y="10"/>
                    </a:cubicBezTo>
                    <a:cubicBezTo>
                      <a:pt x="24" y="12"/>
                      <a:pt x="25" y="14"/>
                      <a:pt x="26" y="16"/>
                    </a:cubicBezTo>
                    <a:cubicBezTo>
                      <a:pt x="25" y="16"/>
                      <a:pt x="24" y="15"/>
                      <a:pt x="23" y="15"/>
                    </a:cubicBezTo>
                    <a:cubicBezTo>
                      <a:pt x="22" y="15"/>
                      <a:pt x="21" y="14"/>
                      <a:pt x="19" y="14"/>
                    </a:cubicBezTo>
                    <a:cubicBezTo>
                      <a:pt x="18" y="13"/>
                      <a:pt x="17" y="13"/>
                      <a:pt x="16" y="12"/>
                    </a:cubicBezTo>
                    <a:cubicBezTo>
                      <a:pt x="14" y="12"/>
                      <a:pt x="13" y="11"/>
                      <a:pt x="11" y="10"/>
                    </a:cubicBezTo>
                    <a:cubicBezTo>
                      <a:pt x="9" y="8"/>
                      <a:pt x="6" y="7"/>
                      <a:pt x="4" y="5"/>
                    </a:cubicBezTo>
                    <a:cubicBezTo>
                      <a:pt x="2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79" name="Freeform 737">
                <a:extLst>
                  <a:ext uri="{FF2B5EF4-FFF2-40B4-BE49-F238E27FC236}">
                    <a16:creationId xmlns:a16="http://schemas.microsoft.com/office/drawing/2014/main" id="{5FE971BE-92C3-4FD1-88C8-7CF39B848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1485"/>
                <a:ext cx="17" cy="41"/>
              </a:xfrm>
              <a:custGeom>
                <a:avLst/>
                <a:gdLst>
                  <a:gd name="T0" fmla="*/ 1 w 10"/>
                  <a:gd name="T1" fmla="*/ 11 h 25"/>
                  <a:gd name="T2" fmla="*/ 3 w 10"/>
                  <a:gd name="T3" fmla="*/ 7 h 25"/>
                  <a:gd name="T4" fmla="*/ 5 w 10"/>
                  <a:gd name="T5" fmla="*/ 4 h 25"/>
                  <a:gd name="T6" fmla="*/ 10 w 10"/>
                  <a:gd name="T7" fmla="*/ 0 h 25"/>
                  <a:gd name="T8" fmla="*/ 10 w 10"/>
                  <a:gd name="T9" fmla="*/ 6 h 25"/>
                  <a:gd name="T10" fmla="*/ 7 w 10"/>
                  <a:gd name="T11" fmla="*/ 14 h 25"/>
                  <a:gd name="T12" fmla="*/ 6 w 10"/>
                  <a:gd name="T13" fmla="*/ 18 h 25"/>
                  <a:gd name="T14" fmla="*/ 4 w 10"/>
                  <a:gd name="T15" fmla="*/ 21 h 25"/>
                  <a:gd name="T16" fmla="*/ 4 w 10"/>
                  <a:gd name="T17" fmla="*/ 22 h 25"/>
                  <a:gd name="T18" fmla="*/ 3 w 10"/>
                  <a:gd name="T19" fmla="*/ 23 h 25"/>
                  <a:gd name="T20" fmla="*/ 1 w 10"/>
                  <a:gd name="T21" fmla="*/ 25 h 25"/>
                  <a:gd name="T22" fmla="*/ 0 w 10"/>
                  <a:gd name="T23" fmla="*/ 19 h 25"/>
                  <a:gd name="T24" fmla="*/ 0 w 10"/>
                  <a:gd name="T25" fmla="*/ 15 h 25"/>
                  <a:gd name="T26" fmla="*/ 1 w 10"/>
                  <a:gd name="T27" fmla="*/ 1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25">
                    <a:moveTo>
                      <a:pt x="1" y="11"/>
                    </a:moveTo>
                    <a:cubicBezTo>
                      <a:pt x="2" y="9"/>
                      <a:pt x="2" y="8"/>
                      <a:pt x="3" y="7"/>
                    </a:cubicBezTo>
                    <a:cubicBezTo>
                      <a:pt x="4" y="5"/>
                      <a:pt x="4" y="5"/>
                      <a:pt x="5" y="4"/>
                    </a:cubicBezTo>
                    <a:cubicBezTo>
                      <a:pt x="7" y="2"/>
                      <a:pt x="9" y="0"/>
                      <a:pt x="10" y="0"/>
                    </a:cubicBezTo>
                    <a:cubicBezTo>
                      <a:pt x="10" y="2"/>
                      <a:pt x="10" y="4"/>
                      <a:pt x="10" y="6"/>
                    </a:cubicBezTo>
                    <a:cubicBezTo>
                      <a:pt x="9" y="9"/>
                      <a:pt x="8" y="11"/>
                      <a:pt x="7" y="14"/>
                    </a:cubicBezTo>
                    <a:cubicBezTo>
                      <a:pt x="7" y="15"/>
                      <a:pt x="6" y="17"/>
                      <a:pt x="6" y="18"/>
                    </a:cubicBezTo>
                    <a:cubicBezTo>
                      <a:pt x="5" y="19"/>
                      <a:pt x="5" y="20"/>
                      <a:pt x="4" y="21"/>
                    </a:cubicBezTo>
                    <a:cubicBezTo>
                      <a:pt x="4" y="21"/>
                      <a:pt x="4" y="22"/>
                      <a:pt x="4" y="22"/>
                    </a:cubicBezTo>
                    <a:cubicBezTo>
                      <a:pt x="3" y="22"/>
                      <a:pt x="3" y="23"/>
                      <a:pt x="3" y="23"/>
                    </a:cubicBezTo>
                    <a:cubicBezTo>
                      <a:pt x="2" y="24"/>
                      <a:pt x="2" y="24"/>
                      <a:pt x="1" y="25"/>
                    </a:cubicBezTo>
                    <a:cubicBezTo>
                      <a:pt x="1" y="23"/>
                      <a:pt x="0" y="21"/>
                      <a:pt x="0" y="19"/>
                    </a:cubicBezTo>
                    <a:cubicBezTo>
                      <a:pt x="0" y="17"/>
                      <a:pt x="0" y="16"/>
                      <a:pt x="0" y="15"/>
                    </a:cubicBezTo>
                    <a:cubicBezTo>
                      <a:pt x="1" y="13"/>
                      <a:pt x="1" y="12"/>
                      <a:pt x="1" y="1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0" name="Freeform 738">
                <a:extLst>
                  <a:ext uri="{FF2B5EF4-FFF2-40B4-BE49-F238E27FC236}">
                    <a16:creationId xmlns:a16="http://schemas.microsoft.com/office/drawing/2014/main" id="{C5A0E006-BFD8-4D22-942D-FB553457C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1462"/>
                <a:ext cx="46" cy="21"/>
              </a:xfrm>
              <a:custGeom>
                <a:avLst/>
                <a:gdLst>
                  <a:gd name="T0" fmla="*/ 0 w 28"/>
                  <a:gd name="T1" fmla="*/ 1 h 13"/>
                  <a:gd name="T2" fmla="*/ 3 w 28"/>
                  <a:gd name="T3" fmla="*/ 0 h 13"/>
                  <a:gd name="T4" fmla="*/ 5 w 28"/>
                  <a:gd name="T5" fmla="*/ 0 h 13"/>
                  <a:gd name="T6" fmla="*/ 7 w 28"/>
                  <a:gd name="T7" fmla="*/ 0 h 13"/>
                  <a:gd name="T8" fmla="*/ 12 w 28"/>
                  <a:gd name="T9" fmla="*/ 1 h 13"/>
                  <a:gd name="T10" fmla="*/ 17 w 28"/>
                  <a:gd name="T11" fmla="*/ 2 h 13"/>
                  <a:gd name="T12" fmla="*/ 24 w 28"/>
                  <a:gd name="T13" fmla="*/ 7 h 13"/>
                  <a:gd name="T14" fmla="*/ 28 w 28"/>
                  <a:gd name="T15" fmla="*/ 13 h 13"/>
                  <a:gd name="T16" fmla="*/ 21 w 28"/>
                  <a:gd name="T17" fmla="*/ 12 h 13"/>
                  <a:gd name="T18" fmla="*/ 17 w 28"/>
                  <a:gd name="T19" fmla="*/ 11 h 13"/>
                  <a:gd name="T20" fmla="*/ 13 w 28"/>
                  <a:gd name="T21" fmla="*/ 9 h 13"/>
                  <a:gd name="T22" fmla="*/ 9 w 28"/>
                  <a:gd name="T23" fmla="*/ 7 h 13"/>
                  <a:gd name="T24" fmla="*/ 5 w 28"/>
                  <a:gd name="T25" fmla="*/ 6 h 13"/>
                  <a:gd name="T26" fmla="*/ 0 w 28"/>
                  <a:gd name="T27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13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7" y="0"/>
                    </a:cubicBezTo>
                    <a:cubicBezTo>
                      <a:pt x="9" y="0"/>
                      <a:pt x="10" y="1"/>
                      <a:pt x="12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4"/>
                      <a:pt x="22" y="5"/>
                      <a:pt x="24" y="7"/>
                    </a:cubicBezTo>
                    <a:cubicBezTo>
                      <a:pt x="26" y="9"/>
                      <a:pt x="27" y="11"/>
                      <a:pt x="28" y="13"/>
                    </a:cubicBezTo>
                    <a:cubicBezTo>
                      <a:pt x="26" y="13"/>
                      <a:pt x="24" y="12"/>
                      <a:pt x="21" y="12"/>
                    </a:cubicBezTo>
                    <a:cubicBezTo>
                      <a:pt x="20" y="12"/>
                      <a:pt x="19" y="11"/>
                      <a:pt x="17" y="11"/>
                    </a:cubicBezTo>
                    <a:cubicBezTo>
                      <a:pt x="16" y="10"/>
                      <a:pt x="15" y="10"/>
                      <a:pt x="13" y="9"/>
                    </a:cubicBezTo>
                    <a:cubicBezTo>
                      <a:pt x="12" y="9"/>
                      <a:pt x="10" y="8"/>
                      <a:pt x="9" y="7"/>
                    </a:cubicBezTo>
                    <a:cubicBezTo>
                      <a:pt x="7" y="7"/>
                      <a:pt x="6" y="6"/>
                      <a:pt x="5" y="6"/>
                    </a:cubicBezTo>
                    <a:cubicBezTo>
                      <a:pt x="3" y="4"/>
                      <a:pt x="1" y="3"/>
                      <a:pt x="0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1" name="Freeform 739">
                <a:extLst>
                  <a:ext uri="{FF2B5EF4-FFF2-40B4-BE49-F238E27FC236}">
                    <a16:creationId xmlns:a16="http://schemas.microsoft.com/office/drawing/2014/main" id="{190E8E73-DBA2-48C5-ACD6-2C72BEA9F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491"/>
                <a:ext cx="15" cy="43"/>
              </a:xfrm>
              <a:custGeom>
                <a:avLst/>
                <a:gdLst>
                  <a:gd name="T0" fmla="*/ 1 w 9"/>
                  <a:gd name="T1" fmla="*/ 12 h 26"/>
                  <a:gd name="T2" fmla="*/ 2 w 9"/>
                  <a:gd name="T3" fmla="*/ 8 h 26"/>
                  <a:gd name="T4" fmla="*/ 4 w 9"/>
                  <a:gd name="T5" fmla="*/ 4 h 26"/>
                  <a:gd name="T6" fmla="*/ 6 w 9"/>
                  <a:gd name="T7" fmla="*/ 1 h 26"/>
                  <a:gd name="T8" fmla="*/ 8 w 9"/>
                  <a:gd name="T9" fmla="*/ 0 h 26"/>
                  <a:gd name="T10" fmla="*/ 9 w 9"/>
                  <a:gd name="T11" fmla="*/ 6 h 26"/>
                  <a:gd name="T12" fmla="*/ 8 w 9"/>
                  <a:gd name="T13" fmla="*/ 14 h 26"/>
                  <a:gd name="T14" fmla="*/ 5 w 9"/>
                  <a:gd name="T15" fmla="*/ 21 h 26"/>
                  <a:gd name="T16" fmla="*/ 4 w 9"/>
                  <a:gd name="T17" fmla="*/ 24 h 26"/>
                  <a:gd name="T18" fmla="*/ 3 w 9"/>
                  <a:gd name="T19" fmla="*/ 26 h 26"/>
                  <a:gd name="T20" fmla="*/ 1 w 9"/>
                  <a:gd name="T21" fmla="*/ 20 h 26"/>
                  <a:gd name="T22" fmla="*/ 1 w 9"/>
                  <a:gd name="T23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26">
                    <a:moveTo>
                      <a:pt x="1" y="12"/>
                    </a:moveTo>
                    <a:cubicBezTo>
                      <a:pt x="1" y="10"/>
                      <a:pt x="2" y="9"/>
                      <a:pt x="2" y="8"/>
                    </a:cubicBezTo>
                    <a:cubicBezTo>
                      <a:pt x="3" y="6"/>
                      <a:pt x="3" y="5"/>
                      <a:pt x="4" y="4"/>
                    </a:cubicBezTo>
                    <a:cubicBezTo>
                      <a:pt x="5" y="3"/>
                      <a:pt x="5" y="2"/>
                      <a:pt x="6" y="1"/>
                    </a:cubicBezTo>
                    <a:cubicBezTo>
                      <a:pt x="7" y="1"/>
                      <a:pt x="7" y="0"/>
                      <a:pt x="8" y="0"/>
                    </a:cubicBezTo>
                    <a:cubicBezTo>
                      <a:pt x="9" y="1"/>
                      <a:pt x="9" y="4"/>
                      <a:pt x="9" y="6"/>
                    </a:cubicBezTo>
                    <a:cubicBezTo>
                      <a:pt x="9" y="9"/>
                      <a:pt x="8" y="11"/>
                      <a:pt x="8" y="14"/>
                    </a:cubicBezTo>
                    <a:cubicBezTo>
                      <a:pt x="7" y="17"/>
                      <a:pt x="6" y="19"/>
                      <a:pt x="5" y="21"/>
                    </a:cubicBezTo>
                    <a:cubicBezTo>
                      <a:pt x="5" y="22"/>
                      <a:pt x="5" y="23"/>
                      <a:pt x="4" y="24"/>
                    </a:cubicBezTo>
                    <a:cubicBezTo>
                      <a:pt x="4" y="25"/>
                      <a:pt x="3" y="26"/>
                      <a:pt x="3" y="26"/>
                    </a:cubicBezTo>
                    <a:cubicBezTo>
                      <a:pt x="2" y="24"/>
                      <a:pt x="1" y="22"/>
                      <a:pt x="1" y="20"/>
                    </a:cubicBezTo>
                    <a:cubicBezTo>
                      <a:pt x="0" y="17"/>
                      <a:pt x="1" y="15"/>
                      <a:pt x="1" y="1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2" name="Freeform 740">
                <a:extLst>
                  <a:ext uri="{FF2B5EF4-FFF2-40B4-BE49-F238E27FC236}">
                    <a16:creationId xmlns:a16="http://schemas.microsoft.com/office/drawing/2014/main" id="{2C4F1EC7-E6DA-4222-9144-9821BC86C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1473"/>
                <a:ext cx="47" cy="17"/>
              </a:xfrm>
              <a:custGeom>
                <a:avLst/>
                <a:gdLst>
                  <a:gd name="T0" fmla="*/ 0 w 29"/>
                  <a:gd name="T1" fmla="*/ 2 h 10"/>
                  <a:gd name="T2" fmla="*/ 3 w 29"/>
                  <a:gd name="T3" fmla="*/ 1 h 10"/>
                  <a:gd name="T4" fmla="*/ 7 w 29"/>
                  <a:gd name="T5" fmla="*/ 0 h 10"/>
                  <a:gd name="T6" fmla="*/ 16 w 29"/>
                  <a:gd name="T7" fmla="*/ 1 h 10"/>
                  <a:gd name="T8" fmla="*/ 24 w 29"/>
                  <a:gd name="T9" fmla="*/ 5 h 10"/>
                  <a:gd name="T10" fmla="*/ 29 w 29"/>
                  <a:gd name="T11" fmla="*/ 9 h 10"/>
                  <a:gd name="T12" fmla="*/ 26 w 29"/>
                  <a:gd name="T13" fmla="*/ 10 h 10"/>
                  <a:gd name="T14" fmla="*/ 22 w 29"/>
                  <a:gd name="T15" fmla="*/ 10 h 10"/>
                  <a:gd name="T16" fmla="*/ 18 w 29"/>
                  <a:gd name="T17" fmla="*/ 9 h 10"/>
                  <a:gd name="T18" fmla="*/ 14 w 29"/>
                  <a:gd name="T19" fmla="*/ 9 h 10"/>
                  <a:gd name="T20" fmla="*/ 5 w 29"/>
                  <a:gd name="T21" fmla="*/ 6 h 10"/>
                  <a:gd name="T22" fmla="*/ 0 w 29"/>
                  <a:gd name="T2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10">
                    <a:moveTo>
                      <a:pt x="0" y="2"/>
                    </a:moveTo>
                    <a:cubicBezTo>
                      <a:pt x="0" y="2"/>
                      <a:pt x="2" y="1"/>
                      <a:pt x="3" y="1"/>
                    </a:cubicBezTo>
                    <a:cubicBezTo>
                      <a:pt x="4" y="1"/>
                      <a:pt x="5" y="1"/>
                      <a:pt x="7" y="0"/>
                    </a:cubicBezTo>
                    <a:cubicBezTo>
                      <a:pt x="10" y="0"/>
                      <a:pt x="13" y="0"/>
                      <a:pt x="16" y="1"/>
                    </a:cubicBezTo>
                    <a:cubicBezTo>
                      <a:pt x="19" y="2"/>
                      <a:pt x="22" y="3"/>
                      <a:pt x="24" y="5"/>
                    </a:cubicBezTo>
                    <a:cubicBezTo>
                      <a:pt x="26" y="6"/>
                      <a:pt x="28" y="8"/>
                      <a:pt x="29" y="9"/>
                    </a:cubicBezTo>
                    <a:cubicBezTo>
                      <a:pt x="28" y="10"/>
                      <a:pt x="27" y="10"/>
                      <a:pt x="26" y="10"/>
                    </a:cubicBezTo>
                    <a:cubicBezTo>
                      <a:pt x="25" y="10"/>
                      <a:pt x="24" y="10"/>
                      <a:pt x="22" y="10"/>
                    </a:cubicBezTo>
                    <a:cubicBezTo>
                      <a:pt x="21" y="10"/>
                      <a:pt x="20" y="10"/>
                      <a:pt x="18" y="9"/>
                    </a:cubicBezTo>
                    <a:cubicBezTo>
                      <a:pt x="17" y="9"/>
                      <a:pt x="15" y="9"/>
                      <a:pt x="14" y="9"/>
                    </a:cubicBezTo>
                    <a:cubicBezTo>
                      <a:pt x="11" y="8"/>
                      <a:pt x="8" y="7"/>
                      <a:pt x="5" y="6"/>
                    </a:cubicBezTo>
                    <a:cubicBezTo>
                      <a:pt x="3" y="5"/>
                      <a:pt x="1" y="4"/>
                      <a:pt x="0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3" name="Freeform 741">
                <a:extLst>
                  <a:ext uri="{FF2B5EF4-FFF2-40B4-BE49-F238E27FC236}">
                    <a16:creationId xmlns:a16="http://schemas.microsoft.com/office/drawing/2014/main" id="{DEC55322-76F3-4E30-9D6B-1C77DE4AF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2" y="1500"/>
                <a:ext cx="12" cy="44"/>
              </a:xfrm>
              <a:custGeom>
                <a:avLst/>
                <a:gdLst>
                  <a:gd name="T0" fmla="*/ 0 w 7"/>
                  <a:gd name="T1" fmla="*/ 13 h 27"/>
                  <a:gd name="T2" fmla="*/ 2 w 7"/>
                  <a:gd name="T3" fmla="*/ 5 h 27"/>
                  <a:gd name="T4" fmla="*/ 3 w 7"/>
                  <a:gd name="T5" fmla="*/ 4 h 27"/>
                  <a:gd name="T6" fmla="*/ 4 w 7"/>
                  <a:gd name="T7" fmla="*/ 3 h 27"/>
                  <a:gd name="T8" fmla="*/ 6 w 7"/>
                  <a:gd name="T9" fmla="*/ 0 h 27"/>
                  <a:gd name="T10" fmla="*/ 7 w 7"/>
                  <a:gd name="T11" fmla="*/ 7 h 27"/>
                  <a:gd name="T12" fmla="*/ 7 w 7"/>
                  <a:gd name="T13" fmla="*/ 11 h 27"/>
                  <a:gd name="T14" fmla="*/ 7 w 7"/>
                  <a:gd name="T15" fmla="*/ 15 h 27"/>
                  <a:gd name="T16" fmla="*/ 7 w 7"/>
                  <a:gd name="T17" fmla="*/ 19 h 27"/>
                  <a:gd name="T18" fmla="*/ 6 w 7"/>
                  <a:gd name="T19" fmla="*/ 22 h 27"/>
                  <a:gd name="T20" fmla="*/ 4 w 7"/>
                  <a:gd name="T21" fmla="*/ 27 h 27"/>
                  <a:gd name="T22" fmla="*/ 0 w 7"/>
                  <a:gd name="T23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27">
                    <a:moveTo>
                      <a:pt x="0" y="13"/>
                    </a:moveTo>
                    <a:cubicBezTo>
                      <a:pt x="1" y="10"/>
                      <a:pt x="1" y="8"/>
                      <a:pt x="2" y="5"/>
                    </a:cubicBezTo>
                    <a:cubicBezTo>
                      <a:pt x="3" y="5"/>
                      <a:pt x="3" y="4"/>
                      <a:pt x="3" y="4"/>
                    </a:cubicBezTo>
                    <a:cubicBezTo>
                      <a:pt x="3" y="3"/>
                      <a:pt x="4" y="3"/>
                      <a:pt x="4" y="3"/>
                    </a:cubicBezTo>
                    <a:cubicBezTo>
                      <a:pt x="5" y="2"/>
                      <a:pt x="5" y="1"/>
                      <a:pt x="6" y="0"/>
                    </a:cubicBezTo>
                    <a:cubicBezTo>
                      <a:pt x="7" y="2"/>
                      <a:pt x="7" y="4"/>
                      <a:pt x="7" y="7"/>
                    </a:cubicBezTo>
                    <a:cubicBezTo>
                      <a:pt x="7" y="8"/>
                      <a:pt x="7" y="9"/>
                      <a:pt x="7" y="11"/>
                    </a:cubicBezTo>
                    <a:cubicBezTo>
                      <a:pt x="7" y="12"/>
                      <a:pt x="7" y="13"/>
                      <a:pt x="7" y="15"/>
                    </a:cubicBezTo>
                    <a:cubicBezTo>
                      <a:pt x="7" y="16"/>
                      <a:pt x="7" y="18"/>
                      <a:pt x="7" y="19"/>
                    </a:cubicBezTo>
                    <a:cubicBezTo>
                      <a:pt x="6" y="20"/>
                      <a:pt x="6" y="21"/>
                      <a:pt x="6" y="22"/>
                    </a:cubicBezTo>
                    <a:cubicBezTo>
                      <a:pt x="5" y="25"/>
                      <a:pt x="5" y="26"/>
                      <a:pt x="4" y="27"/>
                    </a:cubicBezTo>
                    <a:cubicBezTo>
                      <a:pt x="1" y="25"/>
                      <a:pt x="0" y="19"/>
                      <a:pt x="0" y="1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4" name="Freeform 742">
                <a:extLst>
                  <a:ext uri="{FF2B5EF4-FFF2-40B4-BE49-F238E27FC236}">
                    <a16:creationId xmlns:a16="http://schemas.microsoft.com/office/drawing/2014/main" id="{CD10E236-B3D3-4B05-AFC6-F49335AE7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1487"/>
                <a:ext cx="47" cy="14"/>
              </a:xfrm>
              <a:custGeom>
                <a:avLst/>
                <a:gdLst>
                  <a:gd name="T0" fmla="*/ 0 w 29"/>
                  <a:gd name="T1" fmla="*/ 4 h 9"/>
                  <a:gd name="T2" fmla="*/ 7 w 29"/>
                  <a:gd name="T3" fmla="*/ 1 h 9"/>
                  <a:gd name="T4" fmla="*/ 11 w 29"/>
                  <a:gd name="T5" fmla="*/ 1 h 9"/>
                  <a:gd name="T6" fmla="*/ 16 w 29"/>
                  <a:gd name="T7" fmla="*/ 1 h 9"/>
                  <a:gd name="T8" fmla="*/ 20 w 29"/>
                  <a:gd name="T9" fmla="*/ 2 h 9"/>
                  <a:gd name="T10" fmla="*/ 24 w 29"/>
                  <a:gd name="T11" fmla="*/ 3 h 9"/>
                  <a:gd name="T12" fmla="*/ 29 w 29"/>
                  <a:gd name="T13" fmla="*/ 7 h 9"/>
                  <a:gd name="T14" fmla="*/ 26 w 29"/>
                  <a:gd name="T15" fmla="*/ 8 h 9"/>
                  <a:gd name="T16" fmla="*/ 25 w 29"/>
                  <a:gd name="T17" fmla="*/ 8 h 9"/>
                  <a:gd name="T18" fmla="*/ 23 w 29"/>
                  <a:gd name="T19" fmla="*/ 9 h 9"/>
                  <a:gd name="T20" fmla="*/ 14 w 29"/>
                  <a:gd name="T21" fmla="*/ 8 h 9"/>
                  <a:gd name="T22" fmla="*/ 0 w 29"/>
                  <a:gd name="T2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" h="9">
                    <a:moveTo>
                      <a:pt x="0" y="4"/>
                    </a:moveTo>
                    <a:cubicBezTo>
                      <a:pt x="1" y="3"/>
                      <a:pt x="4" y="2"/>
                      <a:pt x="7" y="1"/>
                    </a:cubicBezTo>
                    <a:cubicBezTo>
                      <a:pt x="8" y="1"/>
                      <a:pt x="9" y="1"/>
                      <a:pt x="11" y="1"/>
                    </a:cubicBezTo>
                    <a:cubicBezTo>
                      <a:pt x="12" y="0"/>
                      <a:pt x="14" y="1"/>
                      <a:pt x="16" y="1"/>
                    </a:cubicBezTo>
                    <a:cubicBezTo>
                      <a:pt x="17" y="1"/>
                      <a:pt x="19" y="1"/>
                      <a:pt x="20" y="2"/>
                    </a:cubicBezTo>
                    <a:cubicBezTo>
                      <a:pt x="22" y="2"/>
                      <a:pt x="23" y="3"/>
                      <a:pt x="24" y="3"/>
                    </a:cubicBezTo>
                    <a:cubicBezTo>
                      <a:pt x="26" y="4"/>
                      <a:pt x="28" y="6"/>
                      <a:pt x="29" y="7"/>
                    </a:cubicBezTo>
                    <a:cubicBezTo>
                      <a:pt x="28" y="8"/>
                      <a:pt x="28" y="8"/>
                      <a:pt x="26" y="8"/>
                    </a:cubicBezTo>
                    <a:cubicBezTo>
                      <a:pt x="26" y="8"/>
                      <a:pt x="25" y="8"/>
                      <a:pt x="25" y="8"/>
                    </a:cubicBezTo>
                    <a:cubicBezTo>
                      <a:pt x="24" y="8"/>
                      <a:pt x="24" y="9"/>
                      <a:pt x="23" y="9"/>
                    </a:cubicBezTo>
                    <a:cubicBezTo>
                      <a:pt x="20" y="9"/>
                      <a:pt x="17" y="9"/>
                      <a:pt x="14" y="8"/>
                    </a:cubicBezTo>
                    <a:cubicBezTo>
                      <a:pt x="8" y="8"/>
                      <a:pt x="3" y="6"/>
                      <a:pt x="0" y="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5" name="Freeform 743">
                <a:extLst>
                  <a:ext uri="{FF2B5EF4-FFF2-40B4-BE49-F238E27FC236}">
                    <a16:creationId xmlns:a16="http://schemas.microsoft.com/office/drawing/2014/main" id="{44395D02-C044-424D-A867-165C55E99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1513"/>
                <a:ext cx="11" cy="44"/>
              </a:xfrm>
              <a:custGeom>
                <a:avLst/>
                <a:gdLst>
                  <a:gd name="T0" fmla="*/ 0 w 7"/>
                  <a:gd name="T1" fmla="*/ 13 h 27"/>
                  <a:gd name="T2" fmla="*/ 5 w 7"/>
                  <a:gd name="T3" fmla="*/ 0 h 27"/>
                  <a:gd name="T4" fmla="*/ 7 w 7"/>
                  <a:gd name="T5" fmla="*/ 14 h 27"/>
                  <a:gd name="T6" fmla="*/ 7 w 7"/>
                  <a:gd name="T7" fmla="*/ 18 h 27"/>
                  <a:gd name="T8" fmla="*/ 7 w 7"/>
                  <a:gd name="T9" fmla="*/ 22 h 27"/>
                  <a:gd name="T10" fmla="*/ 6 w 7"/>
                  <a:gd name="T11" fmla="*/ 25 h 27"/>
                  <a:gd name="T12" fmla="*/ 5 w 7"/>
                  <a:gd name="T13" fmla="*/ 27 h 27"/>
                  <a:gd name="T14" fmla="*/ 2 w 7"/>
                  <a:gd name="T15" fmla="*/ 21 h 27"/>
                  <a:gd name="T16" fmla="*/ 0 w 7"/>
                  <a:gd name="T17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27">
                    <a:moveTo>
                      <a:pt x="0" y="13"/>
                    </a:moveTo>
                    <a:cubicBezTo>
                      <a:pt x="0" y="7"/>
                      <a:pt x="2" y="2"/>
                      <a:pt x="5" y="0"/>
                    </a:cubicBezTo>
                    <a:cubicBezTo>
                      <a:pt x="6" y="3"/>
                      <a:pt x="7" y="8"/>
                      <a:pt x="7" y="14"/>
                    </a:cubicBezTo>
                    <a:cubicBezTo>
                      <a:pt x="7" y="15"/>
                      <a:pt x="7" y="17"/>
                      <a:pt x="7" y="18"/>
                    </a:cubicBezTo>
                    <a:cubicBezTo>
                      <a:pt x="7" y="19"/>
                      <a:pt x="7" y="21"/>
                      <a:pt x="7" y="22"/>
                    </a:cubicBezTo>
                    <a:cubicBezTo>
                      <a:pt x="7" y="23"/>
                      <a:pt x="6" y="24"/>
                      <a:pt x="6" y="25"/>
                    </a:cubicBezTo>
                    <a:cubicBezTo>
                      <a:pt x="6" y="26"/>
                      <a:pt x="5" y="26"/>
                      <a:pt x="5" y="27"/>
                    </a:cubicBezTo>
                    <a:cubicBezTo>
                      <a:pt x="4" y="26"/>
                      <a:pt x="3" y="24"/>
                      <a:pt x="2" y="21"/>
                    </a:cubicBezTo>
                    <a:cubicBezTo>
                      <a:pt x="1" y="19"/>
                      <a:pt x="0" y="16"/>
                      <a:pt x="0" y="1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6" name="Freeform 744">
                <a:extLst>
                  <a:ext uri="{FF2B5EF4-FFF2-40B4-BE49-F238E27FC236}">
                    <a16:creationId xmlns:a16="http://schemas.microsoft.com/office/drawing/2014/main" id="{80F2B33F-4A9D-4625-B35C-6E8270D20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5" y="1501"/>
                <a:ext cx="49" cy="13"/>
              </a:xfrm>
              <a:custGeom>
                <a:avLst/>
                <a:gdLst>
                  <a:gd name="T0" fmla="*/ 0 w 30"/>
                  <a:gd name="T1" fmla="*/ 5 h 8"/>
                  <a:gd name="T2" fmla="*/ 3 w 30"/>
                  <a:gd name="T3" fmla="*/ 3 h 8"/>
                  <a:gd name="T4" fmla="*/ 7 w 30"/>
                  <a:gd name="T5" fmla="*/ 2 h 8"/>
                  <a:gd name="T6" fmla="*/ 11 w 30"/>
                  <a:gd name="T7" fmla="*/ 1 h 8"/>
                  <a:gd name="T8" fmla="*/ 16 w 30"/>
                  <a:gd name="T9" fmla="*/ 1 h 8"/>
                  <a:gd name="T10" fmla="*/ 30 w 30"/>
                  <a:gd name="T11" fmla="*/ 5 h 8"/>
                  <a:gd name="T12" fmla="*/ 15 w 30"/>
                  <a:gd name="T13" fmla="*/ 8 h 8"/>
                  <a:gd name="T14" fmla="*/ 6 w 30"/>
                  <a:gd name="T15" fmla="*/ 7 h 8"/>
                  <a:gd name="T16" fmla="*/ 0 w 30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8">
                    <a:moveTo>
                      <a:pt x="0" y="5"/>
                    </a:moveTo>
                    <a:cubicBezTo>
                      <a:pt x="1" y="4"/>
                      <a:pt x="2" y="4"/>
                      <a:pt x="3" y="3"/>
                    </a:cubicBezTo>
                    <a:cubicBezTo>
                      <a:pt x="4" y="3"/>
                      <a:pt x="5" y="2"/>
                      <a:pt x="7" y="2"/>
                    </a:cubicBezTo>
                    <a:cubicBezTo>
                      <a:pt x="8" y="1"/>
                      <a:pt x="9" y="1"/>
                      <a:pt x="11" y="1"/>
                    </a:cubicBezTo>
                    <a:cubicBezTo>
                      <a:pt x="12" y="1"/>
                      <a:pt x="14" y="0"/>
                      <a:pt x="16" y="1"/>
                    </a:cubicBezTo>
                    <a:cubicBezTo>
                      <a:pt x="22" y="1"/>
                      <a:pt x="27" y="3"/>
                      <a:pt x="30" y="5"/>
                    </a:cubicBezTo>
                    <a:cubicBezTo>
                      <a:pt x="27" y="7"/>
                      <a:pt x="21" y="8"/>
                      <a:pt x="15" y="8"/>
                    </a:cubicBezTo>
                    <a:cubicBezTo>
                      <a:pt x="12" y="8"/>
                      <a:pt x="9" y="8"/>
                      <a:pt x="6" y="7"/>
                    </a:cubicBezTo>
                    <a:cubicBezTo>
                      <a:pt x="4" y="7"/>
                      <a:pt x="2" y="6"/>
                      <a:pt x="0" y="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7" name="Freeform 745">
                <a:extLst>
                  <a:ext uri="{FF2B5EF4-FFF2-40B4-BE49-F238E27FC236}">
                    <a16:creationId xmlns:a16="http://schemas.microsoft.com/office/drawing/2014/main" id="{58704D2E-FA17-41D0-89F6-869E651D5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1521"/>
                <a:ext cx="31" cy="34"/>
              </a:xfrm>
              <a:custGeom>
                <a:avLst/>
                <a:gdLst>
                  <a:gd name="T0" fmla="*/ 6 w 19"/>
                  <a:gd name="T1" fmla="*/ 8 h 21"/>
                  <a:gd name="T2" fmla="*/ 9 w 19"/>
                  <a:gd name="T3" fmla="*/ 5 h 21"/>
                  <a:gd name="T4" fmla="*/ 11 w 19"/>
                  <a:gd name="T5" fmla="*/ 4 h 21"/>
                  <a:gd name="T6" fmla="*/ 12 w 19"/>
                  <a:gd name="T7" fmla="*/ 3 h 21"/>
                  <a:gd name="T8" fmla="*/ 19 w 19"/>
                  <a:gd name="T9" fmla="*/ 0 h 21"/>
                  <a:gd name="T10" fmla="*/ 16 w 19"/>
                  <a:gd name="T11" fmla="*/ 6 h 21"/>
                  <a:gd name="T12" fmla="*/ 15 w 19"/>
                  <a:gd name="T13" fmla="*/ 8 h 21"/>
                  <a:gd name="T14" fmla="*/ 14 w 19"/>
                  <a:gd name="T15" fmla="*/ 10 h 21"/>
                  <a:gd name="T16" fmla="*/ 11 w 19"/>
                  <a:gd name="T17" fmla="*/ 13 h 21"/>
                  <a:gd name="T18" fmla="*/ 8 w 19"/>
                  <a:gd name="T19" fmla="*/ 16 h 21"/>
                  <a:gd name="T20" fmla="*/ 5 w 19"/>
                  <a:gd name="T21" fmla="*/ 18 h 21"/>
                  <a:gd name="T22" fmla="*/ 0 w 19"/>
                  <a:gd name="T23" fmla="*/ 21 h 21"/>
                  <a:gd name="T24" fmla="*/ 1 w 19"/>
                  <a:gd name="T25" fmla="*/ 15 h 21"/>
                  <a:gd name="T26" fmla="*/ 3 w 19"/>
                  <a:gd name="T27" fmla="*/ 11 h 21"/>
                  <a:gd name="T28" fmla="*/ 6 w 19"/>
                  <a:gd name="T29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21">
                    <a:moveTo>
                      <a:pt x="6" y="8"/>
                    </a:moveTo>
                    <a:cubicBezTo>
                      <a:pt x="7" y="7"/>
                      <a:pt x="8" y="6"/>
                      <a:pt x="9" y="5"/>
                    </a:cubicBezTo>
                    <a:cubicBezTo>
                      <a:pt x="10" y="4"/>
                      <a:pt x="10" y="4"/>
                      <a:pt x="11" y="4"/>
                    </a:cubicBezTo>
                    <a:cubicBezTo>
                      <a:pt x="11" y="3"/>
                      <a:pt x="12" y="3"/>
                      <a:pt x="12" y="3"/>
                    </a:cubicBezTo>
                    <a:cubicBezTo>
                      <a:pt x="15" y="1"/>
                      <a:pt x="17" y="1"/>
                      <a:pt x="19" y="0"/>
                    </a:cubicBezTo>
                    <a:cubicBezTo>
                      <a:pt x="18" y="2"/>
                      <a:pt x="17" y="4"/>
                      <a:pt x="16" y="6"/>
                    </a:cubicBezTo>
                    <a:cubicBezTo>
                      <a:pt x="16" y="7"/>
                      <a:pt x="16" y="7"/>
                      <a:pt x="15" y="8"/>
                    </a:cubicBezTo>
                    <a:cubicBezTo>
                      <a:pt x="15" y="9"/>
                      <a:pt x="15" y="9"/>
                      <a:pt x="14" y="10"/>
                    </a:cubicBezTo>
                    <a:cubicBezTo>
                      <a:pt x="13" y="11"/>
                      <a:pt x="12" y="12"/>
                      <a:pt x="11" y="13"/>
                    </a:cubicBezTo>
                    <a:cubicBezTo>
                      <a:pt x="10" y="14"/>
                      <a:pt x="9" y="15"/>
                      <a:pt x="8" y="16"/>
                    </a:cubicBezTo>
                    <a:cubicBezTo>
                      <a:pt x="7" y="17"/>
                      <a:pt x="6" y="18"/>
                      <a:pt x="5" y="18"/>
                    </a:cubicBezTo>
                    <a:cubicBezTo>
                      <a:pt x="3" y="20"/>
                      <a:pt x="1" y="21"/>
                      <a:pt x="0" y="21"/>
                    </a:cubicBezTo>
                    <a:cubicBezTo>
                      <a:pt x="0" y="19"/>
                      <a:pt x="0" y="17"/>
                      <a:pt x="1" y="15"/>
                    </a:cubicBezTo>
                    <a:cubicBezTo>
                      <a:pt x="2" y="14"/>
                      <a:pt x="2" y="13"/>
                      <a:pt x="3" y="11"/>
                    </a:cubicBezTo>
                    <a:cubicBezTo>
                      <a:pt x="4" y="10"/>
                      <a:pt x="5" y="9"/>
                      <a:pt x="6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8" name="Freeform 746">
                <a:extLst>
                  <a:ext uri="{FF2B5EF4-FFF2-40B4-BE49-F238E27FC236}">
                    <a16:creationId xmlns:a16="http://schemas.microsoft.com/office/drawing/2014/main" id="{82277D0D-D178-4D14-BC86-A3114D094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1478"/>
                <a:ext cx="221" cy="62"/>
              </a:xfrm>
              <a:custGeom>
                <a:avLst/>
                <a:gdLst>
                  <a:gd name="T0" fmla="*/ 2 w 135"/>
                  <a:gd name="T1" fmla="*/ 38 h 38"/>
                  <a:gd name="T2" fmla="*/ 69 w 135"/>
                  <a:gd name="T3" fmla="*/ 2 h 38"/>
                  <a:gd name="T4" fmla="*/ 70 w 135"/>
                  <a:gd name="T5" fmla="*/ 2 h 38"/>
                  <a:gd name="T6" fmla="*/ 133 w 135"/>
                  <a:gd name="T7" fmla="*/ 31 h 38"/>
                  <a:gd name="T8" fmla="*/ 135 w 135"/>
                  <a:gd name="T9" fmla="*/ 30 h 38"/>
                  <a:gd name="T10" fmla="*/ 70 w 135"/>
                  <a:gd name="T11" fmla="*/ 0 h 38"/>
                  <a:gd name="T12" fmla="*/ 69 w 135"/>
                  <a:gd name="T13" fmla="*/ 0 h 38"/>
                  <a:gd name="T14" fmla="*/ 0 w 135"/>
                  <a:gd name="T15" fmla="*/ 36 h 38"/>
                  <a:gd name="T16" fmla="*/ 2 w 135"/>
                  <a:gd name="T17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5" h="38">
                    <a:moveTo>
                      <a:pt x="2" y="38"/>
                    </a:moveTo>
                    <a:cubicBezTo>
                      <a:pt x="23" y="14"/>
                      <a:pt x="45" y="2"/>
                      <a:pt x="69" y="2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106" y="2"/>
                      <a:pt x="133" y="31"/>
                      <a:pt x="133" y="31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29"/>
                      <a:pt x="107" y="0"/>
                      <a:pt x="70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45" y="0"/>
                      <a:pt x="21" y="13"/>
                      <a:pt x="0" y="36"/>
                    </a:cubicBezTo>
                    <a:lnTo>
                      <a:pt x="2" y="38"/>
                    </a:ln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89" name="Freeform 747">
                <a:extLst>
                  <a:ext uri="{FF2B5EF4-FFF2-40B4-BE49-F238E27FC236}">
                    <a16:creationId xmlns:a16="http://schemas.microsoft.com/office/drawing/2014/main" id="{2AAA5646-C457-48A7-A0B8-490162CDA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491"/>
                <a:ext cx="24" cy="41"/>
              </a:xfrm>
              <a:custGeom>
                <a:avLst/>
                <a:gdLst>
                  <a:gd name="T0" fmla="*/ 10 w 15"/>
                  <a:gd name="T1" fmla="*/ 12 h 25"/>
                  <a:gd name="T2" fmla="*/ 15 w 15"/>
                  <a:gd name="T3" fmla="*/ 25 h 25"/>
                  <a:gd name="T4" fmla="*/ 4 w 15"/>
                  <a:gd name="T5" fmla="*/ 15 h 25"/>
                  <a:gd name="T6" fmla="*/ 0 w 15"/>
                  <a:gd name="T7" fmla="*/ 0 h 25"/>
                  <a:gd name="T8" fmla="*/ 10 w 15"/>
                  <a:gd name="T9" fmla="*/ 1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25">
                    <a:moveTo>
                      <a:pt x="10" y="12"/>
                    </a:moveTo>
                    <a:cubicBezTo>
                      <a:pt x="13" y="17"/>
                      <a:pt x="15" y="22"/>
                      <a:pt x="15" y="25"/>
                    </a:cubicBezTo>
                    <a:cubicBezTo>
                      <a:pt x="11" y="24"/>
                      <a:pt x="7" y="20"/>
                      <a:pt x="4" y="15"/>
                    </a:cubicBezTo>
                    <a:cubicBezTo>
                      <a:pt x="1" y="10"/>
                      <a:pt x="0" y="4"/>
                      <a:pt x="0" y="0"/>
                    </a:cubicBezTo>
                    <a:cubicBezTo>
                      <a:pt x="4" y="2"/>
                      <a:pt x="7" y="6"/>
                      <a:pt x="10" y="1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0" name="Freeform 748">
                <a:extLst>
                  <a:ext uri="{FF2B5EF4-FFF2-40B4-BE49-F238E27FC236}">
                    <a16:creationId xmlns:a16="http://schemas.microsoft.com/office/drawing/2014/main" id="{5198EB81-57F2-4669-98F5-48621E0A6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" y="1514"/>
                <a:ext cx="39" cy="20"/>
              </a:xfrm>
              <a:custGeom>
                <a:avLst/>
                <a:gdLst>
                  <a:gd name="T0" fmla="*/ 24 w 24"/>
                  <a:gd name="T1" fmla="*/ 0 h 12"/>
                  <a:gd name="T2" fmla="*/ 14 w 24"/>
                  <a:gd name="T3" fmla="*/ 8 h 12"/>
                  <a:gd name="T4" fmla="*/ 0 w 24"/>
                  <a:gd name="T5" fmla="*/ 12 h 12"/>
                  <a:gd name="T6" fmla="*/ 10 w 24"/>
                  <a:gd name="T7" fmla="*/ 2 h 12"/>
                  <a:gd name="T8" fmla="*/ 24 w 24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2">
                    <a:moveTo>
                      <a:pt x="24" y="0"/>
                    </a:moveTo>
                    <a:cubicBezTo>
                      <a:pt x="23" y="3"/>
                      <a:pt x="19" y="6"/>
                      <a:pt x="14" y="8"/>
                    </a:cubicBezTo>
                    <a:cubicBezTo>
                      <a:pt x="9" y="11"/>
                      <a:pt x="3" y="12"/>
                      <a:pt x="0" y="12"/>
                    </a:cubicBezTo>
                    <a:cubicBezTo>
                      <a:pt x="1" y="8"/>
                      <a:pt x="5" y="5"/>
                      <a:pt x="10" y="2"/>
                    </a:cubicBezTo>
                    <a:cubicBezTo>
                      <a:pt x="15" y="0"/>
                      <a:pt x="21" y="0"/>
                      <a:pt x="24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1" name="Freeform 749">
                <a:extLst>
                  <a:ext uri="{FF2B5EF4-FFF2-40B4-BE49-F238E27FC236}">
                    <a16:creationId xmlns:a16="http://schemas.microsoft.com/office/drawing/2014/main" id="{E9938F2C-EB87-4734-96A5-BCBA8D1A8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1472"/>
                <a:ext cx="23" cy="42"/>
              </a:xfrm>
              <a:custGeom>
                <a:avLst/>
                <a:gdLst>
                  <a:gd name="T0" fmla="*/ 10 w 14"/>
                  <a:gd name="T1" fmla="*/ 12 h 26"/>
                  <a:gd name="T2" fmla="*/ 14 w 14"/>
                  <a:gd name="T3" fmla="*/ 26 h 26"/>
                  <a:gd name="T4" fmla="*/ 4 w 14"/>
                  <a:gd name="T5" fmla="*/ 15 h 26"/>
                  <a:gd name="T6" fmla="*/ 1 w 14"/>
                  <a:gd name="T7" fmla="*/ 0 h 26"/>
                  <a:gd name="T8" fmla="*/ 10 w 14"/>
                  <a:gd name="T9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6">
                    <a:moveTo>
                      <a:pt x="10" y="12"/>
                    </a:moveTo>
                    <a:cubicBezTo>
                      <a:pt x="13" y="17"/>
                      <a:pt x="14" y="22"/>
                      <a:pt x="14" y="26"/>
                    </a:cubicBezTo>
                    <a:cubicBezTo>
                      <a:pt x="10" y="24"/>
                      <a:pt x="6" y="20"/>
                      <a:pt x="4" y="15"/>
                    </a:cubicBezTo>
                    <a:cubicBezTo>
                      <a:pt x="1" y="9"/>
                      <a:pt x="0" y="3"/>
                      <a:pt x="1" y="0"/>
                    </a:cubicBezTo>
                    <a:cubicBezTo>
                      <a:pt x="5" y="2"/>
                      <a:pt x="8" y="6"/>
                      <a:pt x="10" y="1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2" name="Freeform 750">
                <a:extLst>
                  <a:ext uri="{FF2B5EF4-FFF2-40B4-BE49-F238E27FC236}">
                    <a16:creationId xmlns:a16="http://schemas.microsoft.com/office/drawing/2014/main" id="{753E9EE0-A3CF-4D5E-948A-565728E21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1496"/>
                <a:ext cx="41" cy="20"/>
              </a:xfrm>
              <a:custGeom>
                <a:avLst/>
                <a:gdLst>
                  <a:gd name="T0" fmla="*/ 25 w 25"/>
                  <a:gd name="T1" fmla="*/ 1 h 12"/>
                  <a:gd name="T2" fmla="*/ 14 w 25"/>
                  <a:gd name="T3" fmla="*/ 9 h 12"/>
                  <a:gd name="T4" fmla="*/ 0 w 25"/>
                  <a:gd name="T5" fmla="*/ 11 h 12"/>
                  <a:gd name="T6" fmla="*/ 11 w 25"/>
                  <a:gd name="T7" fmla="*/ 3 h 12"/>
                  <a:gd name="T8" fmla="*/ 25 w 25"/>
                  <a:gd name="T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2">
                    <a:moveTo>
                      <a:pt x="25" y="1"/>
                    </a:moveTo>
                    <a:cubicBezTo>
                      <a:pt x="24" y="4"/>
                      <a:pt x="20" y="7"/>
                      <a:pt x="14" y="9"/>
                    </a:cubicBezTo>
                    <a:cubicBezTo>
                      <a:pt x="9" y="11"/>
                      <a:pt x="4" y="12"/>
                      <a:pt x="0" y="11"/>
                    </a:cubicBezTo>
                    <a:cubicBezTo>
                      <a:pt x="1" y="8"/>
                      <a:pt x="5" y="5"/>
                      <a:pt x="11" y="3"/>
                    </a:cubicBezTo>
                    <a:cubicBezTo>
                      <a:pt x="16" y="0"/>
                      <a:pt x="22" y="0"/>
                      <a:pt x="25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3" name="Freeform 751">
                <a:extLst>
                  <a:ext uri="{FF2B5EF4-FFF2-40B4-BE49-F238E27FC236}">
                    <a16:creationId xmlns:a16="http://schemas.microsoft.com/office/drawing/2014/main" id="{F5653A11-3FA4-43CA-A22B-49897FFBB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452"/>
                <a:ext cx="20" cy="43"/>
              </a:xfrm>
              <a:custGeom>
                <a:avLst/>
                <a:gdLst>
                  <a:gd name="T0" fmla="*/ 9 w 12"/>
                  <a:gd name="T1" fmla="*/ 12 h 26"/>
                  <a:gd name="T2" fmla="*/ 12 w 12"/>
                  <a:gd name="T3" fmla="*/ 26 h 26"/>
                  <a:gd name="T4" fmla="*/ 2 w 12"/>
                  <a:gd name="T5" fmla="*/ 15 h 26"/>
                  <a:gd name="T6" fmla="*/ 0 w 12"/>
                  <a:gd name="T7" fmla="*/ 6 h 26"/>
                  <a:gd name="T8" fmla="*/ 1 w 12"/>
                  <a:gd name="T9" fmla="*/ 0 h 26"/>
                  <a:gd name="T10" fmla="*/ 9 w 12"/>
                  <a:gd name="T11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">
                    <a:moveTo>
                      <a:pt x="9" y="12"/>
                    </a:moveTo>
                    <a:cubicBezTo>
                      <a:pt x="12" y="18"/>
                      <a:pt x="12" y="23"/>
                      <a:pt x="12" y="26"/>
                    </a:cubicBezTo>
                    <a:cubicBezTo>
                      <a:pt x="8" y="24"/>
                      <a:pt x="5" y="20"/>
                      <a:pt x="2" y="15"/>
                    </a:cubicBezTo>
                    <a:cubicBezTo>
                      <a:pt x="1" y="12"/>
                      <a:pt x="1" y="9"/>
                      <a:pt x="0" y="6"/>
                    </a:cubicBezTo>
                    <a:cubicBezTo>
                      <a:pt x="0" y="4"/>
                      <a:pt x="0" y="1"/>
                      <a:pt x="1" y="0"/>
                    </a:cubicBezTo>
                    <a:cubicBezTo>
                      <a:pt x="4" y="2"/>
                      <a:pt x="7" y="6"/>
                      <a:pt x="9" y="1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4" name="Freeform 752">
                <a:extLst>
                  <a:ext uri="{FF2B5EF4-FFF2-40B4-BE49-F238E27FC236}">
                    <a16:creationId xmlns:a16="http://schemas.microsoft.com/office/drawing/2014/main" id="{E5025A48-99CC-4A45-9D09-058327CE0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4" y="1480"/>
                <a:ext cx="43" cy="18"/>
              </a:xfrm>
              <a:custGeom>
                <a:avLst/>
                <a:gdLst>
                  <a:gd name="T0" fmla="*/ 26 w 26"/>
                  <a:gd name="T1" fmla="*/ 2 h 11"/>
                  <a:gd name="T2" fmla="*/ 21 w 26"/>
                  <a:gd name="T3" fmla="*/ 5 h 11"/>
                  <a:gd name="T4" fmla="*/ 14 w 26"/>
                  <a:gd name="T5" fmla="*/ 8 h 11"/>
                  <a:gd name="T6" fmla="*/ 0 w 26"/>
                  <a:gd name="T7" fmla="*/ 10 h 11"/>
                  <a:gd name="T8" fmla="*/ 11 w 26"/>
                  <a:gd name="T9" fmla="*/ 2 h 11"/>
                  <a:gd name="T10" fmla="*/ 26 w 26"/>
                  <a:gd name="T11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11">
                    <a:moveTo>
                      <a:pt x="26" y="2"/>
                    </a:moveTo>
                    <a:cubicBezTo>
                      <a:pt x="25" y="3"/>
                      <a:pt x="23" y="4"/>
                      <a:pt x="21" y="5"/>
                    </a:cubicBezTo>
                    <a:cubicBezTo>
                      <a:pt x="20" y="6"/>
                      <a:pt x="17" y="7"/>
                      <a:pt x="14" y="8"/>
                    </a:cubicBezTo>
                    <a:cubicBezTo>
                      <a:pt x="9" y="10"/>
                      <a:pt x="3" y="11"/>
                      <a:pt x="0" y="10"/>
                    </a:cubicBezTo>
                    <a:cubicBezTo>
                      <a:pt x="2" y="7"/>
                      <a:pt x="6" y="4"/>
                      <a:pt x="11" y="2"/>
                    </a:cubicBezTo>
                    <a:cubicBezTo>
                      <a:pt x="17" y="0"/>
                      <a:pt x="22" y="0"/>
                      <a:pt x="26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5" name="Freeform 753">
                <a:extLst>
                  <a:ext uri="{FF2B5EF4-FFF2-40B4-BE49-F238E27FC236}">
                    <a16:creationId xmlns:a16="http://schemas.microsoft.com/office/drawing/2014/main" id="{25CFDCD3-486B-4B0F-9E13-1ED818EFBC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" y="1433"/>
                <a:ext cx="18" cy="44"/>
              </a:xfrm>
              <a:custGeom>
                <a:avLst/>
                <a:gdLst>
                  <a:gd name="T0" fmla="*/ 9 w 11"/>
                  <a:gd name="T1" fmla="*/ 13 h 27"/>
                  <a:gd name="T2" fmla="*/ 10 w 11"/>
                  <a:gd name="T3" fmla="*/ 27 h 27"/>
                  <a:gd name="T4" fmla="*/ 2 w 11"/>
                  <a:gd name="T5" fmla="*/ 15 h 27"/>
                  <a:gd name="T6" fmla="*/ 2 w 11"/>
                  <a:gd name="T7" fmla="*/ 0 h 27"/>
                  <a:gd name="T8" fmla="*/ 9 w 11"/>
                  <a:gd name="T9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7">
                    <a:moveTo>
                      <a:pt x="9" y="13"/>
                    </a:moveTo>
                    <a:cubicBezTo>
                      <a:pt x="11" y="18"/>
                      <a:pt x="11" y="24"/>
                      <a:pt x="10" y="27"/>
                    </a:cubicBezTo>
                    <a:cubicBezTo>
                      <a:pt x="7" y="25"/>
                      <a:pt x="4" y="21"/>
                      <a:pt x="2" y="15"/>
                    </a:cubicBezTo>
                    <a:cubicBezTo>
                      <a:pt x="0" y="9"/>
                      <a:pt x="0" y="3"/>
                      <a:pt x="2" y="0"/>
                    </a:cubicBezTo>
                    <a:cubicBezTo>
                      <a:pt x="5" y="2"/>
                      <a:pt x="7" y="7"/>
                      <a:pt x="9" y="1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6" name="Freeform 754">
                <a:extLst>
                  <a:ext uri="{FF2B5EF4-FFF2-40B4-BE49-F238E27FC236}">
                    <a16:creationId xmlns:a16="http://schemas.microsoft.com/office/drawing/2014/main" id="{FCB80993-CD3A-4824-A3A6-DECDEECC5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1464"/>
                <a:ext cx="42" cy="16"/>
              </a:xfrm>
              <a:custGeom>
                <a:avLst/>
                <a:gdLst>
                  <a:gd name="T0" fmla="*/ 26 w 26"/>
                  <a:gd name="T1" fmla="*/ 2 h 10"/>
                  <a:gd name="T2" fmla="*/ 14 w 26"/>
                  <a:gd name="T3" fmla="*/ 8 h 10"/>
                  <a:gd name="T4" fmla="*/ 0 w 26"/>
                  <a:gd name="T5" fmla="*/ 8 h 10"/>
                  <a:gd name="T6" fmla="*/ 12 w 26"/>
                  <a:gd name="T7" fmla="*/ 2 h 10"/>
                  <a:gd name="T8" fmla="*/ 26 w 26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0">
                    <a:moveTo>
                      <a:pt x="26" y="2"/>
                    </a:moveTo>
                    <a:cubicBezTo>
                      <a:pt x="24" y="5"/>
                      <a:pt x="20" y="7"/>
                      <a:pt x="14" y="8"/>
                    </a:cubicBezTo>
                    <a:cubicBezTo>
                      <a:pt x="9" y="9"/>
                      <a:pt x="3" y="10"/>
                      <a:pt x="0" y="8"/>
                    </a:cubicBezTo>
                    <a:cubicBezTo>
                      <a:pt x="1" y="6"/>
                      <a:pt x="6" y="3"/>
                      <a:pt x="12" y="2"/>
                    </a:cubicBezTo>
                    <a:cubicBezTo>
                      <a:pt x="17" y="0"/>
                      <a:pt x="23" y="1"/>
                      <a:pt x="26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7" name="Freeform 755">
                <a:extLst>
                  <a:ext uri="{FF2B5EF4-FFF2-40B4-BE49-F238E27FC236}">
                    <a16:creationId xmlns:a16="http://schemas.microsoft.com/office/drawing/2014/main" id="{692F496F-ADF4-4776-A05C-A2C1BF108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4" y="1413"/>
                <a:ext cx="17" cy="46"/>
              </a:xfrm>
              <a:custGeom>
                <a:avLst/>
                <a:gdLst>
                  <a:gd name="T0" fmla="*/ 9 w 10"/>
                  <a:gd name="T1" fmla="*/ 14 h 28"/>
                  <a:gd name="T2" fmla="*/ 10 w 10"/>
                  <a:gd name="T3" fmla="*/ 22 h 28"/>
                  <a:gd name="T4" fmla="*/ 9 w 10"/>
                  <a:gd name="T5" fmla="*/ 28 h 28"/>
                  <a:gd name="T6" fmla="*/ 1 w 10"/>
                  <a:gd name="T7" fmla="*/ 15 h 28"/>
                  <a:gd name="T8" fmla="*/ 1 w 10"/>
                  <a:gd name="T9" fmla="*/ 7 h 28"/>
                  <a:gd name="T10" fmla="*/ 2 w 10"/>
                  <a:gd name="T11" fmla="*/ 0 h 28"/>
                  <a:gd name="T12" fmla="*/ 6 w 10"/>
                  <a:gd name="T13" fmla="*/ 6 h 28"/>
                  <a:gd name="T14" fmla="*/ 9 w 10"/>
                  <a:gd name="T15" fmla="*/ 1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8">
                    <a:moveTo>
                      <a:pt x="9" y="14"/>
                    </a:moveTo>
                    <a:cubicBezTo>
                      <a:pt x="9" y="17"/>
                      <a:pt x="10" y="20"/>
                      <a:pt x="10" y="22"/>
                    </a:cubicBezTo>
                    <a:cubicBezTo>
                      <a:pt x="10" y="24"/>
                      <a:pt x="9" y="27"/>
                      <a:pt x="9" y="28"/>
                    </a:cubicBezTo>
                    <a:cubicBezTo>
                      <a:pt x="6" y="26"/>
                      <a:pt x="3" y="21"/>
                      <a:pt x="1" y="15"/>
                    </a:cubicBezTo>
                    <a:cubicBezTo>
                      <a:pt x="1" y="12"/>
                      <a:pt x="0" y="9"/>
                      <a:pt x="1" y="7"/>
                    </a:cubicBezTo>
                    <a:cubicBezTo>
                      <a:pt x="1" y="4"/>
                      <a:pt x="1" y="2"/>
                      <a:pt x="2" y="0"/>
                    </a:cubicBezTo>
                    <a:cubicBezTo>
                      <a:pt x="4" y="1"/>
                      <a:pt x="5" y="3"/>
                      <a:pt x="6" y="6"/>
                    </a:cubicBezTo>
                    <a:cubicBezTo>
                      <a:pt x="7" y="8"/>
                      <a:pt x="8" y="11"/>
                      <a:pt x="9" y="1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8" name="Freeform 756">
                <a:extLst>
                  <a:ext uri="{FF2B5EF4-FFF2-40B4-BE49-F238E27FC236}">
                    <a16:creationId xmlns:a16="http://schemas.microsoft.com/office/drawing/2014/main" id="{892A8599-795E-42BE-B2D5-4ECF1CC96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1449"/>
                <a:ext cx="44" cy="13"/>
              </a:xfrm>
              <a:custGeom>
                <a:avLst/>
                <a:gdLst>
                  <a:gd name="T0" fmla="*/ 27 w 27"/>
                  <a:gd name="T1" fmla="*/ 3 h 8"/>
                  <a:gd name="T2" fmla="*/ 22 w 27"/>
                  <a:gd name="T3" fmla="*/ 5 h 8"/>
                  <a:gd name="T4" fmla="*/ 15 w 27"/>
                  <a:gd name="T5" fmla="*/ 7 h 8"/>
                  <a:gd name="T6" fmla="*/ 0 w 27"/>
                  <a:gd name="T7" fmla="*/ 7 h 8"/>
                  <a:gd name="T8" fmla="*/ 5 w 27"/>
                  <a:gd name="T9" fmla="*/ 3 h 8"/>
                  <a:gd name="T10" fmla="*/ 12 w 27"/>
                  <a:gd name="T11" fmla="*/ 1 h 8"/>
                  <a:gd name="T12" fmla="*/ 21 w 27"/>
                  <a:gd name="T13" fmla="*/ 1 h 8"/>
                  <a:gd name="T14" fmla="*/ 27 w 27"/>
                  <a:gd name="T15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8">
                    <a:moveTo>
                      <a:pt x="27" y="3"/>
                    </a:moveTo>
                    <a:cubicBezTo>
                      <a:pt x="26" y="4"/>
                      <a:pt x="24" y="5"/>
                      <a:pt x="22" y="5"/>
                    </a:cubicBezTo>
                    <a:cubicBezTo>
                      <a:pt x="20" y="6"/>
                      <a:pt x="17" y="7"/>
                      <a:pt x="15" y="7"/>
                    </a:cubicBezTo>
                    <a:cubicBezTo>
                      <a:pt x="9" y="8"/>
                      <a:pt x="3" y="8"/>
                      <a:pt x="0" y="7"/>
                    </a:cubicBezTo>
                    <a:cubicBezTo>
                      <a:pt x="1" y="5"/>
                      <a:pt x="3" y="4"/>
                      <a:pt x="5" y="3"/>
                    </a:cubicBezTo>
                    <a:cubicBezTo>
                      <a:pt x="7" y="2"/>
                      <a:pt x="10" y="1"/>
                      <a:pt x="12" y="1"/>
                    </a:cubicBezTo>
                    <a:cubicBezTo>
                      <a:pt x="15" y="0"/>
                      <a:pt x="18" y="0"/>
                      <a:pt x="21" y="1"/>
                    </a:cubicBezTo>
                    <a:cubicBezTo>
                      <a:pt x="23" y="1"/>
                      <a:pt x="25" y="2"/>
                      <a:pt x="27" y="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199" name="Freeform 757">
                <a:extLst>
                  <a:ext uri="{FF2B5EF4-FFF2-40B4-BE49-F238E27FC236}">
                    <a16:creationId xmlns:a16="http://schemas.microsoft.com/office/drawing/2014/main" id="{06ACE3AB-151F-40CC-8A38-06827EE8C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8" y="1395"/>
                <a:ext cx="14" cy="47"/>
              </a:xfrm>
              <a:custGeom>
                <a:avLst/>
                <a:gdLst>
                  <a:gd name="T0" fmla="*/ 8 w 9"/>
                  <a:gd name="T1" fmla="*/ 14 h 29"/>
                  <a:gd name="T2" fmla="*/ 7 w 9"/>
                  <a:gd name="T3" fmla="*/ 29 h 29"/>
                  <a:gd name="T4" fmla="*/ 3 w 9"/>
                  <a:gd name="T5" fmla="*/ 23 h 29"/>
                  <a:gd name="T6" fmla="*/ 1 w 9"/>
                  <a:gd name="T7" fmla="*/ 15 h 29"/>
                  <a:gd name="T8" fmla="*/ 0 w 9"/>
                  <a:gd name="T9" fmla="*/ 11 h 29"/>
                  <a:gd name="T10" fmla="*/ 1 w 9"/>
                  <a:gd name="T11" fmla="*/ 7 h 29"/>
                  <a:gd name="T12" fmla="*/ 1 w 9"/>
                  <a:gd name="T13" fmla="*/ 3 h 29"/>
                  <a:gd name="T14" fmla="*/ 3 w 9"/>
                  <a:gd name="T15" fmla="*/ 0 h 29"/>
                  <a:gd name="T16" fmla="*/ 6 w 9"/>
                  <a:gd name="T17" fmla="*/ 6 h 29"/>
                  <a:gd name="T18" fmla="*/ 8 w 9"/>
                  <a:gd name="T19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29">
                    <a:moveTo>
                      <a:pt x="8" y="14"/>
                    </a:moveTo>
                    <a:cubicBezTo>
                      <a:pt x="9" y="20"/>
                      <a:pt x="9" y="26"/>
                      <a:pt x="7" y="29"/>
                    </a:cubicBezTo>
                    <a:cubicBezTo>
                      <a:pt x="6" y="27"/>
                      <a:pt x="4" y="26"/>
                      <a:pt x="3" y="23"/>
                    </a:cubicBezTo>
                    <a:cubicBezTo>
                      <a:pt x="2" y="21"/>
                      <a:pt x="1" y="18"/>
                      <a:pt x="1" y="15"/>
                    </a:cubicBezTo>
                    <a:cubicBezTo>
                      <a:pt x="0" y="14"/>
                      <a:pt x="0" y="12"/>
                      <a:pt x="0" y="11"/>
                    </a:cubicBezTo>
                    <a:cubicBezTo>
                      <a:pt x="0" y="9"/>
                      <a:pt x="0" y="8"/>
                      <a:pt x="1" y="7"/>
                    </a:cubicBezTo>
                    <a:cubicBezTo>
                      <a:pt x="1" y="5"/>
                      <a:pt x="1" y="4"/>
                      <a:pt x="1" y="3"/>
                    </a:cubicBezTo>
                    <a:cubicBezTo>
                      <a:pt x="2" y="2"/>
                      <a:pt x="2" y="1"/>
                      <a:pt x="3" y="0"/>
                    </a:cubicBezTo>
                    <a:cubicBezTo>
                      <a:pt x="4" y="1"/>
                      <a:pt x="5" y="3"/>
                      <a:pt x="6" y="6"/>
                    </a:cubicBezTo>
                    <a:cubicBezTo>
                      <a:pt x="7" y="8"/>
                      <a:pt x="8" y="11"/>
                      <a:pt x="8" y="1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0" name="Freeform 758">
                <a:extLst>
                  <a:ext uri="{FF2B5EF4-FFF2-40B4-BE49-F238E27FC236}">
                    <a16:creationId xmlns:a16="http://schemas.microsoft.com/office/drawing/2014/main" id="{F3464408-1401-4722-9DDC-8F9B008F7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1434"/>
                <a:ext cx="44" cy="12"/>
              </a:xfrm>
              <a:custGeom>
                <a:avLst/>
                <a:gdLst>
                  <a:gd name="T0" fmla="*/ 27 w 27"/>
                  <a:gd name="T1" fmla="*/ 4 h 7"/>
                  <a:gd name="T2" fmla="*/ 25 w 27"/>
                  <a:gd name="T3" fmla="*/ 5 h 7"/>
                  <a:gd name="T4" fmla="*/ 22 w 27"/>
                  <a:gd name="T5" fmla="*/ 6 h 7"/>
                  <a:gd name="T6" fmla="*/ 19 w 27"/>
                  <a:gd name="T7" fmla="*/ 7 h 7"/>
                  <a:gd name="T8" fmla="*/ 15 w 27"/>
                  <a:gd name="T9" fmla="*/ 7 h 7"/>
                  <a:gd name="T10" fmla="*/ 6 w 27"/>
                  <a:gd name="T11" fmla="*/ 7 h 7"/>
                  <a:gd name="T12" fmla="*/ 0 w 27"/>
                  <a:gd name="T13" fmla="*/ 5 h 7"/>
                  <a:gd name="T14" fmla="*/ 5 w 27"/>
                  <a:gd name="T15" fmla="*/ 2 h 7"/>
                  <a:gd name="T16" fmla="*/ 13 w 27"/>
                  <a:gd name="T17" fmla="*/ 0 h 7"/>
                  <a:gd name="T18" fmla="*/ 21 w 27"/>
                  <a:gd name="T19" fmla="*/ 1 h 7"/>
                  <a:gd name="T20" fmla="*/ 27 w 27"/>
                  <a:gd name="T21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7">
                    <a:moveTo>
                      <a:pt x="27" y="4"/>
                    </a:moveTo>
                    <a:cubicBezTo>
                      <a:pt x="26" y="4"/>
                      <a:pt x="26" y="5"/>
                      <a:pt x="25" y="5"/>
                    </a:cubicBezTo>
                    <a:cubicBezTo>
                      <a:pt x="24" y="5"/>
                      <a:pt x="23" y="6"/>
                      <a:pt x="22" y="6"/>
                    </a:cubicBezTo>
                    <a:cubicBezTo>
                      <a:pt x="21" y="6"/>
                      <a:pt x="20" y="6"/>
                      <a:pt x="19" y="7"/>
                    </a:cubicBezTo>
                    <a:cubicBezTo>
                      <a:pt x="17" y="7"/>
                      <a:pt x="16" y="7"/>
                      <a:pt x="15" y="7"/>
                    </a:cubicBezTo>
                    <a:cubicBezTo>
                      <a:pt x="12" y="7"/>
                      <a:pt x="9" y="7"/>
                      <a:pt x="6" y="7"/>
                    </a:cubicBezTo>
                    <a:cubicBezTo>
                      <a:pt x="4" y="7"/>
                      <a:pt x="2" y="6"/>
                      <a:pt x="0" y="5"/>
                    </a:cubicBezTo>
                    <a:cubicBezTo>
                      <a:pt x="1" y="4"/>
                      <a:pt x="3" y="3"/>
                      <a:pt x="5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6" y="0"/>
                      <a:pt x="19" y="0"/>
                      <a:pt x="21" y="1"/>
                    </a:cubicBezTo>
                    <a:cubicBezTo>
                      <a:pt x="23" y="2"/>
                      <a:pt x="25" y="3"/>
                      <a:pt x="27" y="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1" name="Freeform 759">
                <a:extLst>
                  <a:ext uri="{FF2B5EF4-FFF2-40B4-BE49-F238E27FC236}">
                    <a16:creationId xmlns:a16="http://schemas.microsoft.com/office/drawing/2014/main" id="{A48C0D67-C72B-4342-B768-B84DA64BA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379"/>
                <a:ext cx="13" cy="47"/>
              </a:xfrm>
              <a:custGeom>
                <a:avLst/>
                <a:gdLst>
                  <a:gd name="T0" fmla="*/ 7 w 8"/>
                  <a:gd name="T1" fmla="*/ 14 h 29"/>
                  <a:gd name="T2" fmla="*/ 5 w 8"/>
                  <a:gd name="T3" fmla="*/ 29 h 29"/>
                  <a:gd name="T4" fmla="*/ 2 w 8"/>
                  <a:gd name="T5" fmla="*/ 23 h 29"/>
                  <a:gd name="T6" fmla="*/ 0 w 8"/>
                  <a:gd name="T7" fmla="*/ 19 h 29"/>
                  <a:gd name="T8" fmla="*/ 0 w 8"/>
                  <a:gd name="T9" fmla="*/ 15 h 29"/>
                  <a:gd name="T10" fmla="*/ 0 w 8"/>
                  <a:gd name="T11" fmla="*/ 10 h 29"/>
                  <a:gd name="T12" fmla="*/ 1 w 8"/>
                  <a:gd name="T13" fmla="*/ 6 h 29"/>
                  <a:gd name="T14" fmla="*/ 2 w 8"/>
                  <a:gd name="T15" fmla="*/ 3 h 29"/>
                  <a:gd name="T16" fmla="*/ 4 w 8"/>
                  <a:gd name="T17" fmla="*/ 0 h 29"/>
                  <a:gd name="T18" fmla="*/ 6 w 8"/>
                  <a:gd name="T19" fmla="*/ 6 h 29"/>
                  <a:gd name="T20" fmla="*/ 7 w 8"/>
                  <a:gd name="T21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29">
                    <a:moveTo>
                      <a:pt x="7" y="14"/>
                    </a:moveTo>
                    <a:cubicBezTo>
                      <a:pt x="8" y="21"/>
                      <a:pt x="7" y="26"/>
                      <a:pt x="5" y="29"/>
                    </a:cubicBezTo>
                    <a:cubicBezTo>
                      <a:pt x="4" y="27"/>
                      <a:pt x="3" y="26"/>
                      <a:pt x="2" y="23"/>
                    </a:cubicBezTo>
                    <a:cubicBezTo>
                      <a:pt x="1" y="22"/>
                      <a:pt x="1" y="21"/>
                      <a:pt x="0" y="19"/>
                    </a:cubicBezTo>
                    <a:cubicBezTo>
                      <a:pt x="0" y="18"/>
                      <a:pt x="0" y="16"/>
                      <a:pt x="0" y="15"/>
                    </a:cubicBezTo>
                    <a:cubicBezTo>
                      <a:pt x="0" y="13"/>
                      <a:pt x="0" y="12"/>
                      <a:pt x="0" y="10"/>
                    </a:cubicBezTo>
                    <a:cubicBezTo>
                      <a:pt x="0" y="9"/>
                      <a:pt x="0" y="7"/>
                      <a:pt x="1" y="6"/>
                    </a:cubicBezTo>
                    <a:cubicBezTo>
                      <a:pt x="1" y="5"/>
                      <a:pt x="1" y="4"/>
                      <a:pt x="2" y="3"/>
                    </a:cubicBezTo>
                    <a:cubicBezTo>
                      <a:pt x="2" y="1"/>
                      <a:pt x="3" y="1"/>
                      <a:pt x="4" y="0"/>
                    </a:cubicBezTo>
                    <a:cubicBezTo>
                      <a:pt x="5" y="1"/>
                      <a:pt x="6" y="3"/>
                      <a:pt x="6" y="6"/>
                    </a:cubicBezTo>
                    <a:cubicBezTo>
                      <a:pt x="7" y="8"/>
                      <a:pt x="7" y="11"/>
                      <a:pt x="7" y="14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2" name="Freeform 760">
                <a:extLst>
                  <a:ext uri="{FF2B5EF4-FFF2-40B4-BE49-F238E27FC236}">
                    <a16:creationId xmlns:a16="http://schemas.microsoft.com/office/drawing/2014/main" id="{60D50CD5-5621-4FE4-96B8-AF696549A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2" y="1420"/>
                <a:ext cx="44" cy="13"/>
              </a:xfrm>
              <a:custGeom>
                <a:avLst/>
                <a:gdLst>
                  <a:gd name="T0" fmla="*/ 27 w 27"/>
                  <a:gd name="T1" fmla="*/ 5 h 8"/>
                  <a:gd name="T2" fmla="*/ 25 w 27"/>
                  <a:gd name="T3" fmla="*/ 6 h 8"/>
                  <a:gd name="T4" fmla="*/ 22 w 27"/>
                  <a:gd name="T5" fmla="*/ 7 h 8"/>
                  <a:gd name="T6" fmla="*/ 18 w 27"/>
                  <a:gd name="T7" fmla="*/ 7 h 8"/>
                  <a:gd name="T8" fmla="*/ 14 w 27"/>
                  <a:gd name="T9" fmla="*/ 8 h 8"/>
                  <a:gd name="T10" fmla="*/ 10 w 27"/>
                  <a:gd name="T11" fmla="*/ 7 h 8"/>
                  <a:gd name="T12" fmla="*/ 6 w 27"/>
                  <a:gd name="T13" fmla="*/ 7 h 8"/>
                  <a:gd name="T14" fmla="*/ 0 w 27"/>
                  <a:gd name="T15" fmla="*/ 5 h 8"/>
                  <a:gd name="T16" fmla="*/ 13 w 27"/>
                  <a:gd name="T17" fmla="*/ 1 h 8"/>
                  <a:gd name="T18" fmla="*/ 21 w 27"/>
                  <a:gd name="T19" fmla="*/ 2 h 8"/>
                  <a:gd name="T20" fmla="*/ 27 w 27"/>
                  <a:gd name="T21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8">
                    <a:moveTo>
                      <a:pt x="27" y="5"/>
                    </a:moveTo>
                    <a:cubicBezTo>
                      <a:pt x="26" y="6"/>
                      <a:pt x="26" y="6"/>
                      <a:pt x="25" y="6"/>
                    </a:cubicBezTo>
                    <a:cubicBezTo>
                      <a:pt x="24" y="7"/>
                      <a:pt x="23" y="7"/>
                      <a:pt x="22" y="7"/>
                    </a:cubicBezTo>
                    <a:cubicBezTo>
                      <a:pt x="21" y="7"/>
                      <a:pt x="20" y="7"/>
                      <a:pt x="18" y="7"/>
                    </a:cubicBezTo>
                    <a:cubicBezTo>
                      <a:pt x="17" y="8"/>
                      <a:pt x="16" y="8"/>
                      <a:pt x="14" y="8"/>
                    </a:cubicBezTo>
                    <a:cubicBezTo>
                      <a:pt x="13" y="8"/>
                      <a:pt x="12" y="7"/>
                      <a:pt x="10" y="7"/>
                    </a:cubicBezTo>
                    <a:cubicBezTo>
                      <a:pt x="9" y="7"/>
                      <a:pt x="8" y="7"/>
                      <a:pt x="6" y="7"/>
                    </a:cubicBezTo>
                    <a:cubicBezTo>
                      <a:pt x="4" y="6"/>
                      <a:pt x="2" y="5"/>
                      <a:pt x="0" y="5"/>
                    </a:cubicBezTo>
                    <a:cubicBezTo>
                      <a:pt x="3" y="2"/>
                      <a:pt x="8" y="0"/>
                      <a:pt x="13" y="1"/>
                    </a:cubicBezTo>
                    <a:cubicBezTo>
                      <a:pt x="16" y="1"/>
                      <a:pt x="19" y="1"/>
                      <a:pt x="21" y="2"/>
                    </a:cubicBezTo>
                    <a:cubicBezTo>
                      <a:pt x="24" y="3"/>
                      <a:pt x="25" y="4"/>
                      <a:pt x="27" y="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3" name="Freeform 761">
                <a:extLst>
                  <a:ext uri="{FF2B5EF4-FFF2-40B4-BE49-F238E27FC236}">
                    <a16:creationId xmlns:a16="http://schemas.microsoft.com/office/drawing/2014/main" id="{54B5184B-060A-46FB-8B78-7596E7726D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" y="1362"/>
                <a:ext cx="13" cy="48"/>
              </a:xfrm>
              <a:custGeom>
                <a:avLst/>
                <a:gdLst>
                  <a:gd name="T0" fmla="*/ 8 w 8"/>
                  <a:gd name="T1" fmla="*/ 15 h 29"/>
                  <a:gd name="T2" fmla="*/ 6 w 8"/>
                  <a:gd name="T3" fmla="*/ 24 h 29"/>
                  <a:gd name="T4" fmla="*/ 4 w 8"/>
                  <a:gd name="T5" fmla="*/ 29 h 29"/>
                  <a:gd name="T6" fmla="*/ 1 w 8"/>
                  <a:gd name="T7" fmla="*/ 24 h 29"/>
                  <a:gd name="T8" fmla="*/ 0 w 8"/>
                  <a:gd name="T9" fmla="*/ 20 h 29"/>
                  <a:gd name="T10" fmla="*/ 0 w 8"/>
                  <a:gd name="T11" fmla="*/ 15 h 29"/>
                  <a:gd name="T12" fmla="*/ 1 w 8"/>
                  <a:gd name="T13" fmla="*/ 11 h 29"/>
                  <a:gd name="T14" fmla="*/ 2 w 8"/>
                  <a:gd name="T15" fmla="*/ 6 h 29"/>
                  <a:gd name="T16" fmla="*/ 6 w 8"/>
                  <a:gd name="T17" fmla="*/ 0 h 29"/>
                  <a:gd name="T18" fmla="*/ 7 w 8"/>
                  <a:gd name="T19" fmla="*/ 7 h 29"/>
                  <a:gd name="T20" fmla="*/ 8 w 8"/>
                  <a:gd name="T21" fmla="*/ 15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29">
                    <a:moveTo>
                      <a:pt x="8" y="15"/>
                    </a:moveTo>
                    <a:cubicBezTo>
                      <a:pt x="7" y="18"/>
                      <a:pt x="7" y="21"/>
                      <a:pt x="6" y="24"/>
                    </a:cubicBezTo>
                    <a:cubicBezTo>
                      <a:pt x="6" y="26"/>
                      <a:pt x="5" y="28"/>
                      <a:pt x="4" y="29"/>
                    </a:cubicBezTo>
                    <a:cubicBezTo>
                      <a:pt x="3" y="28"/>
                      <a:pt x="2" y="26"/>
                      <a:pt x="1" y="24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8"/>
                      <a:pt x="0" y="17"/>
                      <a:pt x="0" y="15"/>
                    </a:cubicBezTo>
                    <a:cubicBezTo>
                      <a:pt x="0" y="14"/>
                      <a:pt x="0" y="12"/>
                      <a:pt x="1" y="11"/>
                    </a:cubicBezTo>
                    <a:cubicBezTo>
                      <a:pt x="1" y="9"/>
                      <a:pt x="1" y="8"/>
                      <a:pt x="2" y="6"/>
                    </a:cubicBezTo>
                    <a:cubicBezTo>
                      <a:pt x="3" y="4"/>
                      <a:pt x="4" y="2"/>
                      <a:pt x="6" y="0"/>
                    </a:cubicBezTo>
                    <a:cubicBezTo>
                      <a:pt x="7" y="2"/>
                      <a:pt x="7" y="4"/>
                      <a:pt x="7" y="7"/>
                    </a:cubicBezTo>
                    <a:cubicBezTo>
                      <a:pt x="8" y="9"/>
                      <a:pt x="8" y="12"/>
                      <a:pt x="8" y="1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4" name="Freeform 762">
                <a:extLst>
                  <a:ext uri="{FF2B5EF4-FFF2-40B4-BE49-F238E27FC236}">
                    <a16:creationId xmlns:a16="http://schemas.microsoft.com/office/drawing/2014/main" id="{89B1A148-B437-417C-A89C-AE5FDC3CB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1406"/>
                <a:ext cx="43" cy="14"/>
              </a:xfrm>
              <a:custGeom>
                <a:avLst/>
                <a:gdLst>
                  <a:gd name="T0" fmla="*/ 26 w 26"/>
                  <a:gd name="T1" fmla="*/ 7 h 8"/>
                  <a:gd name="T2" fmla="*/ 21 w 26"/>
                  <a:gd name="T3" fmla="*/ 8 h 8"/>
                  <a:gd name="T4" fmla="*/ 18 w 26"/>
                  <a:gd name="T5" fmla="*/ 8 h 8"/>
                  <a:gd name="T6" fmla="*/ 14 w 26"/>
                  <a:gd name="T7" fmla="*/ 8 h 8"/>
                  <a:gd name="T8" fmla="*/ 10 w 26"/>
                  <a:gd name="T9" fmla="*/ 7 h 8"/>
                  <a:gd name="T10" fmla="*/ 6 w 26"/>
                  <a:gd name="T11" fmla="*/ 6 h 8"/>
                  <a:gd name="T12" fmla="*/ 0 w 26"/>
                  <a:gd name="T13" fmla="*/ 3 h 8"/>
                  <a:gd name="T14" fmla="*/ 6 w 26"/>
                  <a:gd name="T15" fmla="*/ 1 h 8"/>
                  <a:gd name="T16" fmla="*/ 13 w 26"/>
                  <a:gd name="T17" fmla="*/ 1 h 8"/>
                  <a:gd name="T18" fmla="*/ 21 w 26"/>
                  <a:gd name="T19" fmla="*/ 3 h 8"/>
                  <a:gd name="T20" fmla="*/ 26 w 26"/>
                  <a:gd name="T21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8">
                    <a:moveTo>
                      <a:pt x="26" y="7"/>
                    </a:moveTo>
                    <a:cubicBezTo>
                      <a:pt x="25" y="8"/>
                      <a:pt x="23" y="8"/>
                      <a:pt x="21" y="8"/>
                    </a:cubicBezTo>
                    <a:cubicBezTo>
                      <a:pt x="20" y="8"/>
                      <a:pt x="19" y="8"/>
                      <a:pt x="18" y="8"/>
                    </a:cubicBezTo>
                    <a:cubicBezTo>
                      <a:pt x="16" y="8"/>
                      <a:pt x="15" y="8"/>
                      <a:pt x="14" y="8"/>
                    </a:cubicBezTo>
                    <a:cubicBezTo>
                      <a:pt x="12" y="8"/>
                      <a:pt x="11" y="7"/>
                      <a:pt x="10" y="7"/>
                    </a:cubicBezTo>
                    <a:cubicBezTo>
                      <a:pt x="8" y="7"/>
                      <a:pt x="7" y="6"/>
                      <a:pt x="6" y="6"/>
                    </a:cubicBezTo>
                    <a:cubicBezTo>
                      <a:pt x="4" y="5"/>
                      <a:pt x="1" y="4"/>
                      <a:pt x="0" y="3"/>
                    </a:cubicBezTo>
                    <a:cubicBezTo>
                      <a:pt x="1" y="2"/>
                      <a:pt x="3" y="1"/>
                      <a:pt x="6" y="1"/>
                    </a:cubicBezTo>
                    <a:cubicBezTo>
                      <a:pt x="8" y="1"/>
                      <a:pt x="11" y="0"/>
                      <a:pt x="13" y="1"/>
                    </a:cubicBezTo>
                    <a:cubicBezTo>
                      <a:pt x="16" y="1"/>
                      <a:pt x="19" y="2"/>
                      <a:pt x="21" y="3"/>
                    </a:cubicBezTo>
                    <a:cubicBezTo>
                      <a:pt x="23" y="4"/>
                      <a:pt x="25" y="6"/>
                      <a:pt x="26" y="7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5" name="Freeform 763">
                <a:extLst>
                  <a:ext uri="{FF2B5EF4-FFF2-40B4-BE49-F238E27FC236}">
                    <a16:creationId xmlns:a16="http://schemas.microsoft.com/office/drawing/2014/main" id="{622245EC-0276-4105-ACC6-F63DF5D00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1349"/>
                <a:ext cx="15" cy="48"/>
              </a:xfrm>
              <a:custGeom>
                <a:avLst/>
                <a:gdLst>
                  <a:gd name="T0" fmla="*/ 8 w 9"/>
                  <a:gd name="T1" fmla="*/ 15 h 29"/>
                  <a:gd name="T2" fmla="*/ 6 w 9"/>
                  <a:gd name="T3" fmla="*/ 24 h 29"/>
                  <a:gd name="T4" fmla="*/ 3 w 9"/>
                  <a:gd name="T5" fmla="*/ 29 h 29"/>
                  <a:gd name="T6" fmla="*/ 1 w 9"/>
                  <a:gd name="T7" fmla="*/ 23 h 29"/>
                  <a:gd name="T8" fmla="*/ 0 w 9"/>
                  <a:gd name="T9" fmla="*/ 14 h 29"/>
                  <a:gd name="T10" fmla="*/ 8 w 9"/>
                  <a:gd name="T11" fmla="*/ 0 h 29"/>
                  <a:gd name="T12" fmla="*/ 8 w 9"/>
                  <a:gd name="T13" fmla="*/ 15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9">
                    <a:moveTo>
                      <a:pt x="8" y="15"/>
                    </a:moveTo>
                    <a:cubicBezTo>
                      <a:pt x="7" y="18"/>
                      <a:pt x="7" y="21"/>
                      <a:pt x="6" y="24"/>
                    </a:cubicBezTo>
                    <a:cubicBezTo>
                      <a:pt x="5" y="26"/>
                      <a:pt x="4" y="28"/>
                      <a:pt x="3" y="29"/>
                    </a:cubicBezTo>
                    <a:cubicBezTo>
                      <a:pt x="2" y="28"/>
                      <a:pt x="1" y="25"/>
                      <a:pt x="1" y="23"/>
                    </a:cubicBezTo>
                    <a:cubicBezTo>
                      <a:pt x="0" y="20"/>
                      <a:pt x="0" y="17"/>
                      <a:pt x="0" y="14"/>
                    </a:cubicBezTo>
                    <a:cubicBezTo>
                      <a:pt x="1" y="8"/>
                      <a:pt x="4" y="3"/>
                      <a:pt x="8" y="0"/>
                    </a:cubicBezTo>
                    <a:cubicBezTo>
                      <a:pt x="9" y="4"/>
                      <a:pt x="9" y="9"/>
                      <a:pt x="8" y="1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6" name="Freeform 764">
                <a:extLst>
                  <a:ext uri="{FF2B5EF4-FFF2-40B4-BE49-F238E27FC236}">
                    <a16:creationId xmlns:a16="http://schemas.microsoft.com/office/drawing/2014/main" id="{3B5F897E-F961-4903-ACB1-0F864E5AB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1395"/>
                <a:ext cx="41" cy="16"/>
              </a:xfrm>
              <a:custGeom>
                <a:avLst/>
                <a:gdLst>
                  <a:gd name="T0" fmla="*/ 25 w 25"/>
                  <a:gd name="T1" fmla="*/ 9 h 10"/>
                  <a:gd name="T2" fmla="*/ 13 w 25"/>
                  <a:gd name="T3" fmla="*/ 8 h 10"/>
                  <a:gd name="T4" fmla="*/ 5 w 25"/>
                  <a:gd name="T5" fmla="*/ 5 h 10"/>
                  <a:gd name="T6" fmla="*/ 0 w 25"/>
                  <a:gd name="T7" fmla="*/ 2 h 10"/>
                  <a:gd name="T8" fmla="*/ 5 w 25"/>
                  <a:gd name="T9" fmla="*/ 0 h 10"/>
                  <a:gd name="T10" fmla="*/ 13 w 25"/>
                  <a:gd name="T11" fmla="*/ 1 h 10"/>
                  <a:gd name="T12" fmla="*/ 25 w 25"/>
                  <a:gd name="T13" fmla="*/ 9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10">
                    <a:moveTo>
                      <a:pt x="25" y="9"/>
                    </a:moveTo>
                    <a:cubicBezTo>
                      <a:pt x="23" y="10"/>
                      <a:pt x="18" y="9"/>
                      <a:pt x="13" y="8"/>
                    </a:cubicBezTo>
                    <a:cubicBezTo>
                      <a:pt x="10" y="7"/>
                      <a:pt x="8" y="6"/>
                      <a:pt x="5" y="5"/>
                    </a:cubicBezTo>
                    <a:cubicBezTo>
                      <a:pt x="3" y="4"/>
                      <a:pt x="1" y="3"/>
                      <a:pt x="0" y="2"/>
                    </a:cubicBezTo>
                    <a:cubicBezTo>
                      <a:pt x="1" y="1"/>
                      <a:pt x="3" y="0"/>
                      <a:pt x="5" y="0"/>
                    </a:cubicBezTo>
                    <a:cubicBezTo>
                      <a:pt x="8" y="0"/>
                      <a:pt x="11" y="0"/>
                      <a:pt x="13" y="1"/>
                    </a:cubicBezTo>
                    <a:cubicBezTo>
                      <a:pt x="19" y="3"/>
                      <a:pt x="23" y="6"/>
                      <a:pt x="25" y="9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7" name="Freeform 765">
                <a:extLst>
                  <a:ext uri="{FF2B5EF4-FFF2-40B4-BE49-F238E27FC236}">
                    <a16:creationId xmlns:a16="http://schemas.microsoft.com/office/drawing/2014/main" id="{BC2B876A-4686-4472-ADC4-29AAE428A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1339"/>
                <a:ext cx="18" cy="46"/>
              </a:xfrm>
              <a:custGeom>
                <a:avLst/>
                <a:gdLst>
                  <a:gd name="T0" fmla="*/ 8 w 11"/>
                  <a:gd name="T1" fmla="*/ 15 h 28"/>
                  <a:gd name="T2" fmla="*/ 5 w 11"/>
                  <a:gd name="T3" fmla="*/ 22 h 28"/>
                  <a:gd name="T4" fmla="*/ 1 w 11"/>
                  <a:gd name="T5" fmla="*/ 28 h 28"/>
                  <a:gd name="T6" fmla="*/ 0 w 11"/>
                  <a:gd name="T7" fmla="*/ 21 h 28"/>
                  <a:gd name="T8" fmla="*/ 0 w 11"/>
                  <a:gd name="T9" fmla="*/ 17 h 28"/>
                  <a:gd name="T10" fmla="*/ 1 w 11"/>
                  <a:gd name="T11" fmla="*/ 13 h 28"/>
                  <a:gd name="T12" fmla="*/ 5 w 11"/>
                  <a:gd name="T13" fmla="*/ 5 h 28"/>
                  <a:gd name="T14" fmla="*/ 10 w 11"/>
                  <a:gd name="T15" fmla="*/ 0 h 28"/>
                  <a:gd name="T16" fmla="*/ 8 w 11"/>
                  <a:gd name="T17" fmla="*/ 1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28">
                    <a:moveTo>
                      <a:pt x="8" y="15"/>
                    </a:moveTo>
                    <a:cubicBezTo>
                      <a:pt x="7" y="18"/>
                      <a:pt x="6" y="20"/>
                      <a:pt x="5" y="22"/>
                    </a:cubicBezTo>
                    <a:cubicBezTo>
                      <a:pt x="4" y="25"/>
                      <a:pt x="3" y="26"/>
                      <a:pt x="1" y="28"/>
                    </a:cubicBezTo>
                    <a:cubicBezTo>
                      <a:pt x="1" y="26"/>
                      <a:pt x="0" y="24"/>
                      <a:pt x="0" y="21"/>
                    </a:cubicBezTo>
                    <a:cubicBezTo>
                      <a:pt x="0" y="20"/>
                      <a:pt x="0" y="19"/>
                      <a:pt x="0" y="17"/>
                    </a:cubicBezTo>
                    <a:cubicBezTo>
                      <a:pt x="0" y="16"/>
                      <a:pt x="0" y="14"/>
                      <a:pt x="1" y="13"/>
                    </a:cubicBezTo>
                    <a:cubicBezTo>
                      <a:pt x="2" y="10"/>
                      <a:pt x="3" y="7"/>
                      <a:pt x="5" y="5"/>
                    </a:cubicBezTo>
                    <a:cubicBezTo>
                      <a:pt x="6" y="2"/>
                      <a:pt x="8" y="1"/>
                      <a:pt x="10" y="0"/>
                    </a:cubicBezTo>
                    <a:cubicBezTo>
                      <a:pt x="11" y="3"/>
                      <a:pt x="10" y="9"/>
                      <a:pt x="8" y="1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8" name="Freeform 766">
                <a:extLst>
                  <a:ext uri="{FF2B5EF4-FFF2-40B4-BE49-F238E27FC236}">
                    <a16:creationId xmlns:a16="http://schemas.microsoft.com/office/drawing/2014/main" id="{E74C7A81-0061-4D4E-AC02-9946BF1C4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385"/>
                <a:ext cx="40" cy="18"/>
              </a:xfrm>
              <a:custGeom>
                <a:avLst/>
                <a:gdLst>
                  <a:gd name="T0" fmla="*/ 25 w 25"/>
                  <a:gd name="T1" fmla="*/ 10 h 11"/>
                  <a:gd name="T2" fmla="*/ 20 w 25"/>
                  <a:gd name="T3" fmla="*/ 10 h 11"/>
                  <a:gd name="T4" fmla="*/ 13 w 25"/>
                  <a:gd name="T5" fmla="*/ 8 h 11"/>
                  <a:gd name="T6" fmla="*/ 9 w 25"/>
                  <a:gd name="T7" fmla="*/ 6 h 11"/>
                  <a:gd name="T8" fmla="*/ 5 w 25"/>
                  <a:gd name="T9" fmla="*/ 5 h 11"/>
                  <a:gd name="T10" fmla="*/ 0 w 25"/>
                  <a:gd name="T11" fmla="*/ 1 h 11"/>
                  <a:gd name="T12" fmla="*/ 6 w 25"/>
                  <a:gd name="T13" fmla="*/ 0 h 11"/>
                  <a:gd name="T14" fmla="*/ 14 w 25"/>
                  <a:gd name="T15" fmla="*/ 1 h 11"/>
                  <a:gd name="T16" fmla="*/ 25 w 25"/>
                  <a:gd name="T17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11">
                    <a:moveTo>
                      <a:pt x="25" y="10"/>
                    </a:moveTo>
                    <a:cubicBezTo>
                      <a:pt x="23" y="11"/>
                      <a:pt x="22" y="11"/>
                      <a:pt x="20" y="10"/>
                    </a:cubicBezTo>
                    <a:cubicBezTo>
                      <a:pt x="18" y="10"/>
                      <a:pt x="15" y="9"/>
                      <a:pt x="13" y="8"/>
                    </a:cubicBezTo>
                    <a:cubicBezTo>
                      <a:pt x="11" y="7"/>
                      <a:pt x="10" y="7"/>
                      <a:pt x="9" y="6"/>
                    </a:cubicBezTo>
                    <a:cubicBezTo>
                      <a:pt x="8" y="6"/>
                      <a:pt x="6" y="5"/>
                      <a:pt x="5" y="5"/>
                    </a:cubicBezTo>
                    <a:cubicBezTo>
                      <a:pt x="3" y="3"/>
                      <a:pt x="1" y="2"/>
                      <a:pt x="0" y="1"/>
                    </a:cubicBezTo>
                    <a:cubicBezTo>
                      <a:pt x="2" y="0"/>
                      <a:pt x="4" y="0"/>
                      <a:pt x="6" y="0"/>
                    </a:cubicBezTo>
                    <a:cubicBezTo>
                      <a:pt x="8" y="0"/>
                      <a:pt x="11" y="0"/>
                      <a:pt x="14" y="1"/>
                    </a:cubicBezTo>
                    <a:cubicBezTo>
                      <a:pt x="19" y="3"/>
                      <a:pt x="23" y="7"/>
                      <a:pt x="25" y="1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09" name="Freeform 767">
                <a:extLst>
                  <a:ext uri="{FF2B5EF4-FFF2-40B4-BE49-F238E27FC236}">
                    <a16:creationId xmlns:a16="http://schemas.microsoft.com/office/drawing/2014/main" id="{3092BBBD-FBC7-40B9-86DA-2DBC60741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1330"/>
                <a:ext cx="22" cy="44"/>
              </a:xfrm>
              <a:custGeom>
                <a:avLst/>
                <a:gdLst>
                  <a:gd name="T0" fmla="*/ 9 w 13"/>
                  <a:gd name="T1" fmla="*/ 15 h 27"/>
                  <a:gd name="T2" fmla="*/ 7 w 13"/>
                  <a:gd name="T3" fmla="*/ 19 h 27"/>
                  <a:gd name="T4" fmla="*/ 6 w 13"/>
                  <a:gd name="T5" fmla="*/ 21 h 27"/>
                  <a:gd name="T6" fmla="*/ 5 w 13"/>
                  <a:gd name="T7" fmla="*/ 23 h 27"/>
                  <a:gd name="T8" fmla="*/ 1 w 13"/>
                  <a:gd name="T9" fmla="*/ 27 h 27"/>
                  <a:gd name="T10" fmla="*/ 2 w 13"/>
                  <a:gd name="T11" fmla="*/ 12 h 27"/>
                  <a:gd name="T12" fmla="*/ 7 w 13"/>
                  <a:gd name="T13" fmla="*/ 5 h 27"/>
                  <a:gd name="T14" fmla="*/ 12 w 13"/>
                  <a:gd name="T15" fmla="*/ 0 h 27"/>
                  <a:gd name="T16" fmla="*/ 12 w 13"/>
                  <a:gd name="T17" fmla="*/ 7 h 27"/>
                  <a:gd name="T18" fmla="*/ 9 w 13"/>
                  <a:gd name="T19" fmla="*/ 1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27">
                    <a:moveTo>
                      <a:pt x="9" y="15"/>
                    </a:moveTo>
                    <a:cubicBezTo>
                      <a:pt x="8" y="17"/>
                      <a:pt x="8" y="18"/>
                      <a:pt x="7" y="19"/>
                    </a:cubicBezTo>
                    <a:cubicBezTo>
                      <a:pt x="7" y="20"/>
                      <a:pt x="6" y="20"/>
                      <a:pt x="6" y="21"/>
                    </a:cubicBezTo>
                    <a:cubicBezTo>
                      <a:pt x="6" y="22"/>
                      <a:pt x="5" y="22"/>
                      <a:pt x="5" y="23"/>
                    </a:cubicBezTo>
                    <a:cubicBezTo>
                      <a:pt x="4" y="25"/>
                      <a:pt x="2" y="26"/>
                      <a:pt x="1" y="27"/>
                    </a:cubicBezTo>
                    <a:cubicBezTo>
                      <a:pt x="0" y="24"/>
                      <a:pt x="0" y="18"/>
                      <a:pt x="2" y="12"/>
                    </a:cubicBezTo>
                    <a:cubicBezTo>
                      <a:pt x="3" y="10"/>
                      <a:pt x="5" y="7"/>
                      <a:pt x="7" y="5"/>
                    </a:cubicBezTo>
                    <a:cubicBezTo>
                      <a:pt x="9" y="3"/>
                      <a:pt x="11" y="1"/>
                      <a:pt x="12" y="0"/>
                    </a:cubicBezTo>
                    <a:cubicBezTo>
                      <a:pt x="13" y="2"/>
                      <a:pt x="13" y="5"/>
                      <a:pt x="12" y="7"/>
                    </a:cubicBezTo>
                    <a:cubicBezTo>
                      <a:pt x="11" y="10"/>
                      <a:pt x="10" y="12"/>
                      <a:pt x="9" y="15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0" name="Freeform 768">
                <a:extLst>
                  <a:ext uri="{FF2B5EF4-FFF2-40B4-BE49-F238E27FC236}">
                    <a16:creationId xmlns:a16="http://schemas.microsoft.com/office/drawing/2014/main" id="{7BE149F5-0260-4493-8F16-F2E0D48DA2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1" y="1375"/>
                <a:ext cx="39" cy="22"/>
              </a:xfrm>
              <a:custGeom>
                <a:avLst/>
                <a:gdLst>
                  <a:gd name="T0" fmla="*/ 24 w 24"/>
                  <a:gd name="T1" fmla="*/ 13 h 13"/>
                  <a:gd name="T2" fmla="*/ 19 w 24"/>
                  <a:gd name="T3" fmla="*/ 12 h 13"/>
                  <a:gd name="T4" fmla="*/ 12 w 24"/>
                  <a:gd name="T5" fmla="*/ 9 h 13"/>
                  <a:gd name="T6" fmla="*/ 0 w 24"/>
                  <a:gd name="T7" fmla="*/ 0 h 13"/>
                  <a:gd name="T8" fmla="*/ 6 w 24"/>
                  <a:gd name="T9" fmla="*/ 0 h 13"/>
                  <a:gd name="T10" fmla="*/ 8 w 24"/>
                  <a:gd name="T11" fmla="*/ 0 h 13"/>
                  <a:gd name="T12" fmla="*/ 10 w 24"/>
                  <a:gd name="T13" fmla="*/ 1 h 13"/>
                  <a:gd name="T14" fmla="*/ 14 w 24"/>
                  <a:gd name="T15" fmla="*/ 3 h 13"/>
                  <a:gd name="T16" fmla="*/ 20 w 24"/>
                  <a:gd name="T17" fmla="*/ 8 h 13"/>
                  <a:gd name="T18" fmla="*/ 24 w 24"/>
                  <a:gd name="T1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13">
                    <a:moveTo>
                      <a:pt x="24" y="13"/>
                    </a:moveTo>
                    <a:cubicBezTo>
                      <a:pt x="22" y="13"/>
                      <a:pt x="21" y="13"/>
                      <a:pt x="19" y="12"/>
                    </a:cubicBezTo>
                    <a:cubicBezTo>
                      <a:pt x="17" y="12"/>
                      <a:pt x="14" y="11"/>
                      <a:pt x="12" y="9"/>
                    </a:cubicBezTo>
                    <a:cubicBezTo>
                      <a:pt x="7" y="7"/>
                      <a:pt x="2" y="3"/>
                      <a:pt x="0" y="0"/>
                    </a:cubicBezTo>
                    <a:cubicBezTo>
                      <a:pt x="2" y="0"/>
                      <a:pt x="4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1"/>
                      <a:pt x="9" y="1"/>
                      <a:pt x="10" y="1"/>
                    </a:cubicBezTo>
                    <a:cubicBezTo>
                      <a:pt x="11" y="1"/>
                      <a:pt x="13" y="2"/>
                      <a:pt x="14" y="3"/>
                    </a:cubicBezTo>
                    <a:cubicBezTo>
                      <a:pt x="16" y="4"/>
                      <a:pt x="19" y="6"/>
                      <a:pt x="20" y="8"/>
                    </a:cubicBezTo>
                    <a:cubicBezTo>
                      <a:pt x="22" y="9"/>
                      <a:pt x="23" y="11"/>
                      <a:pt x="24" y="1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1" name="Freeform 769">
                <a:extLst>
                  <a:ext uri="{FF2B5EF4-FFF2-40B4-BE49-F238E27FC236}">
                    <a16:creationId xmlns:a16="http://schemas.microsoft.com/office/drawing/2014/main" id="{F8230C5C-5701-45F6-8183-F040CF4DB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6" y="1354"/>
                <a:ext cx="40" cy="16"/>
              </a:xfrm>
              <a:custGeom>
                <a:avLst/>
                <a:gdLst>
                  <a:gd name="T0" fmla="*/ 13 w 25"/>
                  <a:gd name="T1" fmla="*/ 8 h 10"/>
                  <a:gd name="T2" fmla="*/ 9 w 25"/>
                  <a:gd name="T3" fmla="*/ 9 h 10"/>
                  <a:gd name="T4" fmla="*/ 6 w 25"/>
                  <a:gd name="T5" fmla="*/ 9 h 10"/>
                  <a:gd name="T6" fmla="*/ 0 w 25"/>
                  <a:gd name="T7" fmla="*/ 9 h 10"/>
                  <a:gd name="T8" fmla="*/ 4 w 25"/>
                  <a:gd name="T9" fmla="*/ 4 h 10"/>
                  <a:gd name="T10" fmla="*/ 7 w 25"/>
                  <a:gd name="T11" fmla="*/ 2 h 10"/>
                  <a:gd name="T12" fmla="*/ 11 w 25"/>
                  <a:gd name="T13" fmla="*/ 1 h 10"/>
                  <a:gd name="T14" fmla="*/ 25 w 25"/>
                  <a:gd name="T15" fmla="*/ 2 h 10"/>
                  <a:gd name="T16" fmla="*/ 13 w 25"/>
                  <a:gd name="T17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10">
                    <a:moveTo>
                      <a:pt x="13" y="8"/>
                    </a:moveTo>
                    <a:cubicBezTo>
                      <a:pt x="12" y="9"/>
                      <a:pt x="11" y="9"/>
                      <a:pt x="9" y="9"/>
                    </a:cubicBezTo>
                    <a:cubicBezTo>
                      <a:pt x="8" y="9"/>
                      <a:pt x="7" y="9"/>
                      <a:pt x="6" y="9"/>
                    </a:cubicBezTo>
                    <a:cubicBezTo>
                      <a:pt x="3" y="10"/>
                      <a:pt x="1" y="9"/>
                      <a:pt x="0" y="9"/>
                    </a:cubicBezTo>
                    <a:cubicBezTo>
                      <a:pt x="1" y="7"/>
                      <a:pt x="2" y="6"/>
                      <a:pt x="4" y="4"/>
                    </a:cubicBezTo>
                    <a:cubicBezTo>
                      <a:pt x="5" y="4"/>
                      <a:pt x="6" y="3"/>
                      <a:pt x="7" y="2"/>
                    </a:cubicBezTo>
                    <a:cubicBezTo>
                      <a:pt x="9" y="2"/>
                      <a:pt x="10" y="1"/>
                      <a:pt x="11" y="1"/>
                    </a:cubicBezTo>
                    <a:cubicBezTo>
                      <a:pt x="17" y="0"/>
                      <a:pt x="23" y="0"/>
                      <a:pt x="25" y="2"/>
                    </a:cubicBezTo>
                    <a:cubicBezTo>
                      <a:pt x="23" y="5"/>
                      <a:pt x="19" y="7"/>
                      <a:pt x="13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2" name="Freeform 770">
                <a:extLst>
                  <a:ext uri="{FF2B5EF4-FFF2-40B4-BE49-F238E27FC236}">
                    <a16:creationId xmlns:a16="http://schemas.microsoft.com/office/drawing/2014/main" id="{8909CB5D-A392-4F76-BC0D-48D7FB12D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1361"/>
                <a:ext cx="145" cy="173"/>
              </a:xfrm>
              <a:custGeom>
                <a:avLst/>
                <a:gdLst>
                  <a:gd name="T0" fmla="*/ 2 w 89"/>
                  <a:gd name="T1" fmla="*/ 106 h 106"/>
                  <a:gd name="T2" fmla="*/ 19 w 89"/>
                  <a:gd name="T3" fmla="*/ 61 h 106"/>
                  <a:gd name="T4" fmla="*/ 89 w 89"/>
                  <a:gd name="T5" fmla="*/ 2 h 106"/>
                  <a:gd name="T6" fmla="*/ 88 w 89"/>
                  <a:gd name="T7" fmla="*/ 0 h 106"/>
                  <a:gd name="T8" fmla="*/ 18 w 89"/>
                  <a:gd name="T9" fmla="*/ 60 h 106"/>
                  <a:gd name="T10" fmla="*/ 0 w 89"/>
                  <a:gd name="T11" fmla="*/ 105 h 106"/>
                  <a:gd name="T12" fmla="*/ 2 w 89"/>
                  <a:gd name="T13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106">
                    <a:moveTo>
                      <a:pt x="2" y="106"/>
                    </a:moveTo>
                    <a:cubicBezTo>
                      <a:pt x="2" y="105"/>
                      <a:pt x="7" y="84"/>
                      <a:pt x="19" y="61"/>
                    </a:cubicBezTo>
                    <a:cubicBezTo>
                      <a:pt x="31" y="39"/>
                      <a:pt x="53" y="11"/>
                      <a:pt x="89" y="2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52" y="10"/>
                      <a:pt x="30" y="38"/>
                      <a:pt x="18" y="60"/>
                    </a:cubicBezTo>
                    <a:cubicBezTo>
                      <a:pt x="5" y="83"/>
                      <a:pt x="0" y="105"/>
                      <a:pt x="0" y="105"/>
                    </a:cubicBezTo>
                    <a:lnTo>
                      <a:pt x="2" y="106"/>
                    </a:ln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3" name="Freeform 771">
                <a:extLst>
                  <a:ext uri="{FF2B5EF4-FFF2-40B4-BE49-F238E27FC236}">
                    <a16:creationId xmlns:a16="http://schemas.microsoft.com/office/drawing/2014/main" id="{4B9992B1-E8C9-4052-8CF3-E5578034B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514"/>
                <a:ext cx="40" cy="20"/>
              </a:xfrm>
              <a:custGeom>
                <a:avLst/>
                <a:gdLst>
                  <a:gd name="T0" fmla="*/ 14 w 24"/>
                  <a:gd name="T1" fmla="*/ 2 h 12"/>
                  <a:gd name="T2" fmla="*/ 24 w 24"/>
                  <a:gd name="T3" fmla="*/ 12 h 12"/>
                  <a:gd name="T4" fmla="*/ 10 w 24"/>
                  <a:gd name="T5" fmla="*/ 8 h 12"/>
                  <a:gd name="T6" fmla="*/ 0 w 24"/>
                  <a:gd name="T7" fmla="*/ 0 h 12"/>
                  <a:gd name="T8" fmla="*/ 14 w 24"/>
                  <a:gd name="T9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2">
                    <a:moveTo>
                      <a:pt x="14" y="2"/>
                    </a:moveTo>
                    <a:cubicBezTo>
                      <a:pt x="19" y="5"/>
                      <a:pt x="23" y="8"/>
                      <a:pt x="24" y="12"/>
                    </a:cubicBezTo>
                    <a:cubicBezTo>
                      <a:pt x="20" y="12"/>
                      <a:pt x="15" y="11"/>
                      <a:pt x="10" y="8"/>
                    </a:cubicBezTo>
                    <a:cubicBezTo>
                      <a:pt x="5" y="6"/>
                      <a:pt x="1" y="3"/>
                      <a:pt x="0" y="0"/>
                    </a:cubicBezTo>
                    <a:cubicBezTo>
                      <a:pt x="3" y="0"/>
                      <a:pt x="8" y="0"/>
                      <a:pt x="14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4" name="Freeform 772">
                <a:extLst>
                  <a:ext uri="{FF2B5EF4-FFF2-40B4-BE49-F238E27FC236}">
                    <a16:creationId xmlns:a16="http://schemas.microsoft.com/office/drawing/2014/main" id="{F2186800-AB23-4D07-8BD5-717B01795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1491"/>
                <a:ext cx="25" cy="41"/>
              </a:xfrm>
              <a:custGeom>
                <a:avLst/>
                <a:gdLst>
                  <a:gd name="T0" fmla="*/ 14 w 15"/>
                  <a:gd name="T1" fmla="*/ 0 h 25"/>
                  <a:gd name="T2" fmla="*/ 11 w 15"/>
                  <a:gd name="T3" fmla="*/ 15 h 25"/>
                  <a:gd name="T4" fmla="*/ 0 w 15"/>
                  <a:gd name="T5" fmla="*/ 25 h 25"/>
                  <a:gd name="T6" fmla="*/ 5 w 15"/>
                  <a:gd name="T7" fmla="*/ 12 h 25"/>
                  <a:gd name="T8" fmla="*/ 14 w 15"/>
                  <a:gd name="T9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25">
                    <a:moveTo>
                      <a:pt x="14" y="0"/>
                    </a:moveTo>
                    <a:cubicBezTo>
                      <a:pt x="15" y="4"/>
                      <a:pt x="14" y="10"/>
                      <a:pt x="11" y="15"/>
                    </a:cubicBezTo>
                    <a:cubicBezTo>
                      <a:pt x="8" y="20"/>
                      <a:pt x="4" y="24"/>
                      <a:pt x="0" y="25"/>
                    </a:cubicBezTo>
                    <a:cubicBezTo>
                      <a:pt x="0" y="22"/>
                      <a:pt x="2" y="17"/>
                      <a:pt x="5" y="12"/>
                    </a:cubicBezTo>
                    <a:cubicBezTo>
                      <a:pt x="8" y="6"/>
                      <a:pt x="11" y="2"/>
                      <a:pt x="14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5" name="Freeform 773">
                <a:extLst>
                  <a:ext uri="{FF2B5EF4-FFF2-40B4-BE49-F238E27FC236}">
                    <a16:creationId xmlns:a16="http://schemas.microsoft.com/office/drawing/2014/main" id="{17C7E27D-E3C5-4896-BD05-7287E0D3A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496"/>
                <a:ext cx="41" cy="20"/>
              </a:xfrm>
              <a:custGeom>
                <a:avLst/>
                <a:gdLst>
                  <a:gd name="T0" fmla="*/ 14 w 25"/>
                  <a:gd name="T1" fmla="*/ 3 h 12"/>
                  <a:gd name="T2" fmla="*/ 25 w 25"/>
                  <a:gd name="T3" fmla="*/ 11 h 12"/>
                  <a:gd name="T4" fmla="*/ 11 w 25"/>
                  <a:gd name="T5" fmla="*/ 9 h 12"/>
                  <a:gd name="T6" fmla="*/ 0 w 25"/>
                  <a:gd name="T7" fmla="*/ 1 h 12"/>
                  <a:gd name="T8" fmla="*/ 14 w 25"/>
                  <a:gd name="T9" fmla="*/ 3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2">
                    <a:moveTo>
                      <a:pt x="14" y="3"/>
                    </a:moveTo>
                    <a:cubicBezTo>
                      <a:pt x="19" y="5"/>
                      <a:pt x="24" y="8"/>
                      <a:pt x="25" y="11"/>
                    </a:cubicBezTo>
                    <a:cubicBezTo>
                      <a:pt x="21" y="12"/>
                      <a:pt x="16" y="11"/>
                      <a:pt x="11" y="9"/>
                    </a:cubicBezTo>
                    <a:cubicBezTo>
                      <a:pt x="5" y="7"/>
                      <a:pt x="1" y="4"/>
                      <a:pt x="0" y="1"/>
                    </a:cubicBezTo>
                    <a:cubicBezTo>
                      <a:pt x="3" y="0"/>
                      <a:pt x="9" y="0"/>
                      <a:pt x="14" y="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6" name="Freeform 774">
                <a:extLst>
                  <a:ext uri="{FF2B5EF4-FFF2-40B4-BE49-F238E27FC236}">
                    <a16:creationId xmlns:a16="http://schemas.microsoft.com/office/drawing/2014/main" id="{040D3614-B8FF-4399-8CAC-1FFA82DD9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1472"/>
                <a:ext cx="23" cy="42"/>
              </a:xfrm>
              <a:custGeom>
                <a:avLst/>
                <a:gdLst>
                  <a:gd name="T0" fmla="*/ 13 w 14"/>
                  <a:gd name="T1" fmla="*/ 0 h 26"/>
                  <a:gd name="T2" fmla="*/ 10 w 14"/>
                  <a:gd name="T3" fmla="*/ 15 h 26"/>
                  <a:gd name="T4" fmla="*/ 0 w 14"/>
                  <a:gd name="T5" fmla="*/ 26 h 26"/>
                  <a:gd name="T6" fmla="*/ 3 w 14"/>
                  <a:gd name="T7" fmla="*/ 12 h 26"/>
                  <a:gd name="T8" fmla="*/ 13 w 14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6">
                    <a:moveTo>
                      <a:pt x="13" y="0"/>
                    </a:moveTo>
                    <a:cubicBezTo>
                      <a:pt x="14" y="3"/>
                      <a:pt x="13" y="9"/>
                      <a:pt x="10" y="15"/>
                    </a:cubicBezTo>
                    <a:cubicBezTo>
                      <a:pt x="7" y="20"/>
                      <a:pt x="4" y="24"/>
                      <a:pt x="0" y="26"/>
                    </a:cubicBezTo>
                    <a:cubicBezTo>
                      <a:pt x="0" y="22"/>
                      <a:pt x="1" y="17"/>
                      <a:pt x="3" y="12"/>
                    </a:cubicBezTo>
                    <a:cubicBezTo>
                      <a:pt x="6" y="6"/>
                      <a:pt x="9" y="2"/>
                      <a:pt x="13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7" name="Freeform 775">
                <a:extLst>
                  <a:ext uri="{FF2B5EF4-FFF2-40B4-BE49-F238E27FC236}">
                    <a16:creationId xmlns:a16="http://schemas.microsoft.com/office/drawing/2014/main" id="{6E4F3017-4742-4A79-B9BB-4F721D8678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1480"/>
                <a:ext cx="42" cy="18"/>
              </a:xfrm>
              <a:custGeom>
                <a:avLst/>
                <a:gdLst>
                  <a:gd name="T0" fmla="*/ 15 w 26"/>
                  <a:gd name="T1" fmla="*/ 2 h 11"/>
                  <a:gd name="T2" fmla="*/ 26 w 26"/>
                  <a:gd name="T3" fmla="*/ 10 h 11"/>
                  <a:gd name="T4" fmla="*/ 12 w 26"/>
                  <a:gd name="T5" fmla="*/ 8 h 11"/>
                  <a:gd name="T6" fmla="*/ 4 w 26"/>
                  <a:gd name="T7" fmla="*/ 5 h 11"/>
                  <a:gd name="T8" fmla="*/ 0 w 26"/>
                  <a:gd name="T9" fmla="*/ 2 h 11"/>
                  <a:gd name="T10" fmla="*/ 15 w 26"/>
                  <a:gd name="T11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11">
                    <a:moveTo>
                      <a:pt x="15" y="2"/>
                    </a:moveTo>
                    <a:cubicBezTo>
                      <a:pt x="20" y="4"/>
                      <a:pt x="24" y="7"/>
                      <a:pt x="26" y="10"/>
                    </a:cubicBezTo>
                    <a:cubicBezTo>
                      <a:pt x="22" y="11"/>
                      <a:pt x="17" y="10"/>
                      <a:pt x="12" y="8"/>
                    </a:cubicBezTo>
                    <a:cubicBezTo>
                      <a:pt x="9" y="7"/>
                      <a:pt x="6" y="6"/>
                      <a:pt x="4" y="5"/>
                    </a:cubicBezTo>
                    <a:cubicBezTo>
                      <a:pt x="2" y="4"/>
                      <a:pt x="1" y="3"/>
                      <a:pt x="0" y="2"/>
                    </a:cubicBezTo>
                    <a:cubicBezTo>
                      <a:pt x="4" y="0"/>
                      <a:pt x="9" y="0"/>
                      <a:pt x="15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8" name="Freeform 776">
                <a:extLst>
                  <a:ext uri="{FF2B5EF4-FFF2-40B4-BE49-F238E27FC236}">
                    <a16:creationId xmlns:a16="http://schemas.microsoft.com/office/drawing/2014/main" id="{63A3D51B-03A5-4F69-8C8C-07496D17A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1452"/>
                <a:ext cx="22" cy="43"/>
              </a:xfrm>
              <a:custGeom>
                <a:avLst/>
                <a:gdLst>
                  <a:gd name="T0" fmla="*/ 12 w 13"/>
                  <a:gd name="T1" fmla="*/ 0 h 26"/>
                  <a:gd name="T2" fmla="*/ 13 w 13"/>
                  <a:gd name="T3" fmla="*/ 6 h 26"/>
                  <a:gd name="T4" fmla="*/ 10 w 13"/>
                  <a:gd name="T5" fmla="*/ 15 h 26"/>
                  <a:gd name="T6" fmla="*/ 1 w 13"/>
                  <a:gd name="T7" fmla="*/ 26 h 26"/>
                  <a:gd name="T8" fmla="*/ 4 w 13"/>
                  <a:gd name="T9" fmla="*/ 12 h 26"/>
                  <a:gd name="T10" fmla="*/ 12 w 13"/>
                  <a:gd name="T1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26">
                    <a:moveTo>
                      <a:pt x="12" y="0"/>
                    </a:moveTo>
                    <a:cubicBezTo>
                      <a:pt x="12" y="1"/>
                      <a:pt x="13" y="4"/>
                      <a:pt x="13" y="6"/>
                    </a:cubicBezTo>
                    <a:cubicBezTo>
                      <a:pt x="12" y="9"/>
                      <a:pt x="12" y="12"/>
                      <a:pt x="10" y="15"/>
                    </a:cubicBezTo>
                    <a:cubicBezTo>
                      <a:pt x="8" y="20"/>
                      <a:pt x="4" y="24"/>
                      <a:pt x="1" y="26"/>
                    </a:cubicBezTo>
                    <a:cubicBezTo>
                      <a:pt x="0" y="23"/>
                      <a:pt x="1" y="18"/>
                      <a:pt x="4" y="12"/>
                    </a:cubicBezTo>
                    <a:cubicBezTo>
                      <a:pt x="6" y="6"/>
                      <a:pt x="9" y="2"/>
                      <a:pt x="12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19" name="Freeform 777">
                <a:extLst>
                  <a:ext uri="{FF2B5EF4-FFF2-40B4-BE49-F238E27FC236}">
                    <a16:creationId xmlns:a16="http://schemas.microsoft.com/office/drawing/2014/main" id="{1CDC0555-0360-45F6-A830-9B9998816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464"/>
                <a:ext cx="42" cy="16"/>
              </a:xfrm>
              <a:custGeom>
                <a:avLst/>
                <a:gdLst>
                  <a:gd name="T0" fmla="*/ 14 w 26"/>
                  <a:gd name="T1" fmla="*/ 2 h 10"/>
                  <a:gd name="T2" fmla="*/ 26 w 26"/>
                  <a:gd name="T3" fmla="*/ 8 h 10"/>
                  <a:gd name="T4" fmla="*/ 12 w 26"/>
                  <a:gd name="T5" fmla="*/ 8 h 10"/>
                  <a:gd name="T6" fmla="*/ 0 w 26"/>
                  <a:gd name="T7" fmla="*/ 2 h 10"/>
                  <a:gd name="T8" fmla="*/ 14 w 26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0">
                    <a:moveTo>
                      <a:pt x="14" y="2"/>
                    </a:moveTo>
                    <a:cubicBezTo>
                      <a:pt x="20" y="3"/>
                      <a:pt x="25" y="6"/>
                      <a:pt x="26" y="8"/>
                    </a:cubicBezTo>
                    <a:cubicBezTo>
                      <a:pt x="23" y="10"/>
                      <a:pt x="17" y="9"/>
                      <a:pt x="12" y="8"/>
                    </a:cubicBezTo>
                    <a:cubicBezTo>
                      <a:pt x="6" y="7"/>
                      <a:pt x="2" y="5"/>
                      <a:pt x="0" y="2"/>
                    </a:cubicBezTo>
                    <a:cubicBezTo>
                      <a:pt x="3" y="1"/>
                      <a:pt x="9" y="0"/>
                      <a:pt x="14" y="2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0" name="Freeform 778">
                <a:extLst>
                  <a:ext uri="{FF2B5EF4-FFF2-40B4-BE49-F238E27FC236}">
                    <a16:creationId xmlns:a16="http://schemas.microsoft.com/office/drawing/2014/main" id="{98788422-B974-4F6F-A107-A88AED6E8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4" y="1433"/>
                <a:ext cx="18" cy="44"/>
              </a:xfrm>
              <a:custGeom>
                <a:avLst/>
                <a:gdLst>
                  <a:gd name="T0" fmla="*/ 9 w 11"/>
                  <a:gd name="T1" fmla="*/ 0 h 27"/>
                  <a:gd name="T2" fmla="*/ 9 w 11"/>
                  <a:gd name="T3" fmla="*/ 15 h 27"/>
                  <a:gd name="T4" fmla="*/ 1 w 11"/>
                  <a:gd name="T5" fmla="*/ 27 h 27"/>
                  <a:gd name="T6" fmla="*/ 2 w 11"/>
                  <a:gd name="T7" fmla="*/ 13 h 27"/>
                  <a:gd name="T8" fmla="*/ 9 w 11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27">
                    <a:moveTo>
                      <a:pt x="9" y="0"/>
                    </a:moveTo>
                    <a:cubicBezTo>
                      <a:pt x="11" y="3"/>
                      <a:pt x="11" y="9"/>
                      <a:pt x="9" y="15"/>
                    </a:cubicBezTo>
                    <a:cubicBezTo>
                      <a:pt x="7" y="21"/>
                      <a:pt x="4" y="25"/>
                      <a:pt x="1" y="27"/>
                    </a:cubicBezTo>
                    <a:cubicBezTo>
                      <a:pt x="0" y="24"/>
                      <a:pt x="0" y="18"/>
                      <a:pt x="2" y="13"/>
                    </a:cubicBezTo>
                    <a:cubicBezTo>
                      <a:pt x="4" y="7"/>
                      <a:pt x="6" y="2"/>
                      <a:pt x="9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1" name="Freeform 779">
                <a:extLst>
                  <a:ext uri="{FF2B5EF4-FFF2-40B4-BE49-F238E27FC236}">
                    <a16:creationId xmlns:a16="http://schemas.microsoft.com/office/drawing/2014/main" id="{E54B8FDA-15EE-42A4-B49A-8CA8692D9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0" y="1449"/>
                <a:ext cx="44" cy="13"/>
              </a:xfrm>
              <a:custGeom>
                <a:avLst/>
                <a:gdLst>
                  <a:gd name="T0" fmla="*/ 14 w 27"/>
                  <a:gd name="T1" fmla="*/ 1 h 8"/>
                  <a:gd name="T2" fmla="*/ 22 w 27"/>
                  <a:gd name="T3" fmla="*/ 3 h 8"/>
                  <a:gd name="T4" fmla="*/ 27 w 27"/>
                  <a:gd name="T5" fmla="*/ 7 h 8"/>
                  <a:gd name="T6" fmla="*/ 12 w 27"/>
                  <a:gd name="T7" fmla="*/ 7 h 8"/>
                  <a:gd name="T8" fmla="*/ 5 w 27"/>
                  <a:gd name="T9" fmla="*/ 5 h 8"/>
                  <a:gd name="T10" fmla="*/ 0 w 27"/>
                  <a:gd name="T11" fmla="*/ 3 h 8"/>
                  <a:gd name="T12" fmla="*/ 6 w 27"/>
                  <a:gd name="T13" fmla="*/ 1 h 8"/>
                  <a:gd name="T14" fmla="*/ 14 w 27"/>
                  <a:gd name="T15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8">
                    <a:moveTo>
                      <a:pt x="14" y="1"/>
                    </a:moveTo>
                    <a:cubicBezTo>
                      <a:pt x="17" y="1"/>
                      <a:pt x="20" y="2"/>
                      <a:pt x="22" y="3"/>
                    </a:cubicBezTo>
                    <a:cubicBezTo>
                      <a:pt x="24" y="4"/>
                      <a:pt x="26" y="5"/>
                      <a:pt x="27" y="7"/>
                    </a:cubicBezTo>
                    <a:cubicBezTo>
                      <a:pt x="24" y="8"/>
                      <a:pt x="18" y="8"/>
                      <a:pt x="12" y="7"/>
                    </a:cubicBezTo>
                    <a:cubicBezTo>
                      <a:pt x="10" y="7"/>
                      <a:pt x="7" y="6"/>
                      <a:pt x="5" y="5"/>
                    </a:cubicBezTo>
                    <a:cubicBezTo>
                      <a:pt x="3" y="5"/>
                      <a:pt x="1" y="4"/>
                      <a:pt x="0" y="3"/>
                    </a:cubicBezTo>
                    <a:cubicBezTo>
                      <a:pt x="2" y="2"/>
                      <a:pt x="4" y="1"/>
                      <a:pt x="6" y="1"/>
                    </a:cubicBezTo>
                    <a:cubicBezTo>
                      <a:pt x="9" y="0"/>
                      <a:pt x="12" y="0"/>
                      <a:pt x="14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2" name="Freeform 780">
                <a:extLst>
                  <a:ext uri="{FF2B5EF4-FFF2-40B4-BE49-F238E27FC236}">
                    <a16:creationId xmlns:a16="http://schemas.microsoft.com/office/drawing/2014/main" id="{0D65245C-900F-48A7-84F2-19691B70B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4" y="1413"/>
                <a:ext cx="16" cy="46"/>
              </a:xfrm>
              <a:custGeom>
                <a:avLst/>
                <a:gdLst>
                  <a:gd name="T0" fmla="*/ 8 w 10"/>
                  <a:gd name="T1" fmla="*/ 0 h 28"/>
                  <a:gd name="T2" fmla="*/ 9 w 10"/>
                  <a:gd name="T3" fmla="*/ 7 h 28"/>
                  <a:gd name="T4" fmla="*/ 9 w 10"/>
                  <a:gd name="T5" fmla="*/ 15 h 28"/>
                  <a:gd name="T6" fmla="*/ 1 w 10"/>
                  <a:gd name="T7" fmla="*/ 28 h 28"/>
                  <a:gd name="T8" fmla="*/ 0 w 10"/>
                  <a:gd name="T9" fmla="*/ 22 h 28"/>
                  <a:gd name="T10" fmla="*/ 1 w 10"/>
                  <a:gd name="T11" fmla="*/ 14 h 28"/>
                  <a:gd name="T12" fmla="*/ 4 w 10"/>
                  <a:gd name="T13" fmla="*/ 6 h 28"/>
                  <a:gd name="T14" fmla="*/ 8 w 10"/>
                  <a:gd name="T1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8">
                    <a:moveTo>
                      <a:pt x="8" y="0"/>
                    </a:moveTo>
                    <a:cubicBezTo>
                      <a:pt x="9" y="2"/>
                      <a:pt x="9" y="4"/>
                      <a:pt x="9" y="7"/>
                    </a:cubicBezTo>
                    <a:cubicBezTo>
                      <a:pt x="10" y="9"/>
                      <a:pt x="9" y="12"/>
                      <a:pt x="9" y="15"/>
                    </a:cubicBezTo>
                    <a:cubicBezTo>
                      <a:pt x="7" y="21"/>
                      <a:pt x="4" y="26"/>
                      <a:pt x="1" y="28"/>
                    </a:cubicBezTo>
                    <a:cubicBezTo>
                      <a:pt x="0" y="27"/>
                      <a:pt x="0" y="24"/>
                      <a:pt x="0" y="22"/>
                    </a:cubicBezTo>
                    <a:cubicBezTo>
                      <a:pt x="0" y="20"/>
                      <a:pt x="1" y="17"/>
                      <a:pt x="1" y="14"/>
                    </a:cubicBezTo>
                    <a:cubicBezTo>
                      <a:pt x="2" y="11"/>
                      <a:pt x="3" y="8"/>
                      <a:pt x="4" y="6"/>
                    </a:cubicBezTo>
                    <a:cubicBezTo>
                      <a:pt x="5" y="3"/>
                      <a:pt x="6" y="1"/>
                      <a:pt x="8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3" name="Freeform 781">
                <a:extLst>
                  <a:ext uri="{FF2B5EF4-FFF2-40B4-BE49-F238E27FC236}">
                    <a16:creationId xmlns:a16="http://schemas.microsoft.com/office/drawing/2014/main" id="{18CE5051-4F01-4A2D-AA7C-61282DC02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0" y="1434"/>
                <a:ext cx="44" cy="12"/>
              </a:xfrm>
              <a:custGeom>
                <a:avLst/>
                <a:gdLst>
                  <a:gd name="T0" fmla="*/ 14 w 27"/>
                  <a:gd name="T1" fmla="*/ 0 h 7"/>
                  <a:gd name="T2" fmla="*/ 22 w 27"/>
                  <a:gd name="T3" fmla="*/ 2 h 7"/>
                  <a:gd name="T4" fmla="*/ 27 w 27"/>
                  <a:gd name="T5" fmla="*/ 5 h 7"/>
                  <a:gd name="T6" fmla="*/ 20 w 27"/>
                  <a:gd name="T7" fmla="*/ 7 h 7"/>
                  <a:gd name="T8" fmla="*/ 12 w 27"/>
                  <a:gd name="T9" fmla="*/ 7 h 7"/>
                  <a:gd name="T10" fmla="*/ 8 w 27"/>
                  <a:gd name="T11" fmla="*/ 7 h 7"/>
                  <a:gd name="T12" fmla="*/ 5 w 27"/>
                  <a:gd name="T13" fmla="*/ 6 h 7"/>
                  <a:gd name="T14" fmla="*/ 2 w 27"/>
                  <a:gd name="T15" fmla="*/ 5 h 7"/>
                  <a:gd name="T16" fmla="*/ 0 w 27"/>
                  <a:gd name="T17" fmla="*/ 4 h 7"/>
                  <a:gd name="T18" fmla="*/ 6 w 27"/>
                  <a:gd name="T19" fmla="*/ 1 h 7"/>
                  <a:gd name="T20" fmla="*/ 14 w 27"/>
                  <a:gd name="T2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7">
                    <a:moveTo>
                      <a:pt x="14" y="0"/>
                    </a:moveTo>
                    <a:cubicBezTo>
                      <a:pt x="17" y="0"/>
                      <a:pt x="19" y="1"/>
                      <a:pt x="22" y="2"/>
                    </a:cubicBezTo>
                    <a:cubicBezTo>
                      <a:pt x="24" y="3"/>
                      <a:pt x="26" y="4"/>
                      <a:pt x="27" y="5"/>
                    </a:cubicBezTo>
                    <a:cubicBezTo>
                      <a:pt x="25" y="6"/>
                      <a:pt x="23" y="7"/>
                      <a:pt x="20" y="7"/>
                    </a:cubicBezTo>
                    <a:cubicBezTo>
                      <a:pt x="18" y="7"/>
                      <a:pt x="15" y="7"/>
                      <a:pt x="12" y="7"/>
                    </a:cubicBezTo>
                    <a:cubicBezTo>
                      <a:pt x="11" y="7"/>
                      <a:pt x="10" y="7"/>
                      <a:pt x="8" y="7"/>
                    </a:cubicBezTo>
                    <a:cubicBezTo>
                      <a:pt x="7" y="6"/>
                      <a:pt x="6" y="6"/>
                      <a:pt x="5" y="6"/>
                    </a:cubicBezTo>
                    <a:cubicBezTo>
                      <a:pt x="4" y="6"/>
                      <a:pt x="3" y="5"/>
                      <a:pt x="2" y="5"/>
                    </a:cubicBezTo>
                    <a:cubicBezTo>
                      <a:pt x="1" y="5"/>
                      <a:pt x="1" y="4"/>
                      <a:pt x="0" y="4"/>
                    </a:cubicBezTo>
                    <a:cubicBezTo>
                      <a:pt x="1" y="3"/>
                      <a:pt x="3" y="2"/>
                      <a:pt x="6" y="1"/>
                    </a:cubicBezTo>
                    <a:cubicBezTo>
                      <a:pt x="8" y="0"/>
                      <a:pt x="11" y="0"/>
                      <a:pt x="14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4" name="Freeform 782">
                <a:extLst>
                  <a:ext uri="{FF2B5EF4-FFF2-40B4-BE49-F238E27FC236}">
                    <a16:creationId xmlns:a16="http://schemas.microsoft.com/office/drawing/2014/main" id="{EFAC7232-FD83-4C37-8DCE-761B41F49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395"/>
                <a:ext cx="15" cy="47"/>
              </a:xfrm>
              <a:custGeom>
                <a:avLst/>
                <a:gdLst>
                  <a:gd name="T0" fmla="*/ 6 w 9"/>
                  <a:gd name="T1" fmla="*/ 0 h 29"/>
                  <a:gd name="T2" fmla="*/ 7 w 9"/>
                  <a:gd name="T3" fmla="*/ 3 h 29"/>
                  <a:gd name="T4" fmla="*/ 8 w 9"/>
                  <a:gd name="T5" fmla="*/ 7 h 29"/>
                  <a:gd name="T6" fmla="*/ 9 w 9"/>
                  <a:gd name="T7" fmla="*/ 11 h 29"/>
                  <a:gd name="T8" fmla="*/ 8 w 9"/>
                  <a:gd name="T9" fmla="*/ 15 h 29"/>
                  <a:gd name="T10" fmla="*/ 6 w 9"/>
                  <a:gd name="T11" fmla="*/ 23 h 29"/>
                  <a:gd name="T12" fmla="*/ 2 w 9"/>
                  <a:gd name="T13" fmla="*/ 29 h 29"/>
                  <a:gd name="T14" fmla="*/ 1 w 9"/>
                  <a:gd name="T15" fmla="*/ 14 h 29"/>
                  <a:gd name="T16" fmla="*/ 3 w 9"/>
                  <a:gd name="T17" fmla="*/ 6 h 29"/>
                  <a:gd name="T18" fmla="*/ 6 w 9"/>
                  <a:gd name="T1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29">
                    <a:moveTo>
                      <a:pt x="6" y="0"/>
                    </a:moveTo>
                    <a:cubicBezTo>
                      <a:pt x="7" y="1"/>
                      <a:pt x="7" y="2"/>
                      <a:pt x="7" y="3"/>
                    </a:cubicBezTo>
                    <a:cubicBezTo>
                      <a:pt x="8" y="4"/>
                      <a:pt x="8" y="5"/>
                      <a:pt x="8" y="7"/>
                    </a:cubicBezTo>
                    <a:cubicBezTo>
                      <a:pt x="9" y="8"/>
                      <a:pt x="9" y="9"/>
                      <a:pt x="9" y="11"/>
                    </a:cubicBezTo>
                    <a:cubicBezTo>
                      <a:pt x="9" y="12"/>
                      <a:pt x="9" y="14"/>
                      <a:pt x="8" y="15"/>
                    </a:cubicBezTo>
                    <a:cubicBezTo>
                      <a:pt x="8" y="18"/>
                      <a:pt x="7" y="21"/>
                      <a:pt x="6" y="23"/>
                    </a:cubicBezTo>
                    <a:cubicBezTo>
                      <a:pt x="5" y="26"/>
                      <a:pt x="3" y="27"/>
                      <a:pt x="2" y="29"/>
                    </a:cubicBezTo>
                    <a:cubicBezTo>
                      <a:pt x="0" y="26"/>
                      <a:pt x="0" y="20"/>
                      <a:pt x="1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4" y="3"/>
                      <a:pt x="5" y="1"/>
                      <a:pt x="6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5" name="Freeform 783">
                <a:extLst>
                  <a:ext uri="{FF2B5EF4-FFF2-40B4-BE49-F238E27FC236}">
                    <a16:creationId xmlns:a16="http://schemas.microsoft.com/office/drawing/2014/main" id="{9A4C6A82-A9A3-4F08-B7D7-A2B8B33FB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1420"/>
                <a:ext cx="44" cy="13"/>
              </a:xfrm>
              <a:custGeom>
                <a:avLst/>
                <a:gdLst>
                  <a:gd name="T0" fmla="*/ 14 w 27"/>
                  <a:gd name="T1" fmla="*/ 1 h 8"/>
                  <a:gd name="T2" fmla="*/ 27 w 27"/>
                  <a:gd name="T3" fmla="*/ 5 h 8"/>
                  <a:gd name="T4" fmla="*/ 21 w 27"/>
                  <a:gd name="T5" fmla="*/ 7 h 8"/>
                  <a:gd name="T6" fmla="*/ 17 w 27"/>
                  <a:gd name="T7" fmla="*/ 7 h 8"/>
                  <a:gd name="T8" fmla="*/ 13 w 27"/>
                  <a:gd name="T9" fmla="*/ 8 h 8"/>
                  <a:gd name="T10" fmla="*/ 9 w 27"/>
                  <a:gd name="T11" fmla="*/ 7 h 8"/>
                  <a:gd name="T12" fmla="*/ 5 w 27"/>
                  <a:gd name="T13" fmla="*/ 7 h 8"/>
                  <a:gd name="T14" fmla="*/ 2 w 27"/>
                  <a:gd name="T15" fmla="*/ 6 h 8"/>
                  <a:gd name="T16" fmla="*/ 0 w 27"/>
                  <a:gd name="T17" fmla="*/ 5 h 8"/>
                  <a:gd name="T18" fmla="*/ 6 w 27"/>
                  <a:gd name="T19" fmla="*/ 2 h 8"/>
                  <a:gd name="T20" fmla="*/ 14 w 27"/>
                  <a:gd name="T21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7" h="8">
                    <a:moveTo>
                      <a:pt x="14" y="1"/>
                    </a:moveTo>
                    <a:cubicBezTo>
                      <a:pt x="19" y="0"/>
                      <a:pt x="24" y="2"/>
                      <a:pt x="27" y="5"/>
                    </a:cubicBezTo>
                    <a:cubicBezTo>
                      <a:pt x="25" y="5"/>
                      <a:pt x="23" y="6"/>
                      <a:pt x="21" y="7"/>
                    </a:cubicBezTo>
                    <a:cubicBezTo>
                      <a:pt x="19" y="7"/>
                      <a:pt x="18" y="7"/>
                      <a:pt x="17" y="7"/>
                    </a:cubicBezTo>
                    <a:cubicBezTo>
                      <a:pt x="15" y="7"/>
                      <a:pt x="14" y="8"/>
                      <a:pt x="13" y="8"/>
                    </a:cubicBezTo>
                    <a:cubicBezTo>
                      <a:pt x="11" y="8"/>
                      <a:pt x="10" y="8"/>
                      <a:pt x="9" y="7"/>
                    </a:cubicBezTo>
                    <a:cubicBezTo>
                      <a:pt x="7" y="7"/>
                      <a:pt x="6" y="7"/>
                      <a:pt x="5" y="7"/>
                    </a:cubicBezTo>
                    <a:cubicBezTo>
                      <a:pt x="4" y="7"/>
                      <a:pt x="3" y="7"/>
                      <a:pt x="2" y="6"/>
                    </a:cubicBezTo>
                    <a:cubicBezTo>
                      <a:pt x="1" y="6"/>
                      <a:pt x="1" y="6"/>
                      <a:pt x="0" y="5"/>
                    </a:cubicBezTo>
                    <a:cubicBezTo>
                      <a:pt x="1" y="4"/>
                      <a:pt x="3" y="3"/>
                      <a:pt x="6" y="2"/>
                    </a:cubicBezTo>
                    <a:cubicBezTo>
                      <a:pt x="8" y="1"/>
                      <a:pt x="11" y="1"/>
                      <a:pt x="14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6" name="Freeform 784">
                <a:extLst>
                  <a:ext uri="{FF2B5EF4-FFF2-40B4-BE49-F238E27FC236}">
                    <a16:creationId xmlns:a16="http://schemas.microsoft.com/office/drawing/2014/main" id="{E1D1A0AC-DC31-4619-8F31-E27F04BA9A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1379"/>
                <a:ext cx="13" cy="47"/>
              </a:xfrm>
              <a:custGeom>
                <a:avLst/>
                <a:gdLst>
                  <a:gd name="T0" fmla="*/ 4 w 8"/>
                  <a:gd name="T1" fmla="*/ 0 h 29"/>
                  <a:gd name="T2" fmla="*/ 6 w 8"/>
                  <a:gd name="T3" fmla="*/ 3 h 29"/>
                  <a:gd name="T4" fmla="*/ 7 w 8"/>
                  <a:gd name="T5" fmla="*/ 6 h 29"/>
                  <a:gd name="T6" fmla="*/ 8 w 8"/>
                  <a:gd name="T7" fmla="*/ 10 h 29"/>
                  <a:gd name="T8" fmla="*/ 8 w 8"/>
                  <a:gd name="T9" fmla="*/ 15 h 29"/>
                  <a:gd name="T10" fmla="*/ 7 w 8"/>
                  <a:gd name="T11" fmla="*/ 19 h 29"/>
                  <a:gd name="T12" fmla="*/ 6 w 8"/>
                  <a:gd name="T13" fmla="*/ 23 h 29"/>
                  <a:gd name="T14" fmla="*/ 3 w 8"/>
                  <a:gd name="T15" fmla="*/ 29 h 29"/>
                  <a:gd name="T16" fmla="*/ 1 w 8"/>
                  <a:gd name="T17" fmla="*/ 14 h 29"/>
                  <a:gd name="T18" fmla="*/ 2 w 8"/>
                  <a:gd name="T19" fmla="*/ 6 h 29"/>
                  <a:gd name="T20" fmla="*/ 4 w 8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29">
                    <a:moveTo>
                      <a:pt x="4" y="0"/>
                    </a:moveTo>
                    <a:cubicBezTo>
                      <a:pt x="5" y="1"/>
                      <a:pt x="6" y="1"/>
                      <a:pt x="6" y="3"/>
                    </a:cubicBezTo>
                    <a:cubicBezTo>
                      <a:pt x="7" y="4"/>
                      <a:pt x="7" y="5"/>
                      <a:pt x="7" y="6"/>
                    </a:cubicBezTo>
                    <a:cubicBezTo>
                      <a:pt x="8" y="7"/>
                      <a:pt x="8" y="9"/>
                      <a:pt x="8" y="10"/>
                    </a:cubicBezTo>
                    <a:cubicBezTo>
                      <a:pt x="8" y="12"/>
                      <a:pt x="8" y="13"/>
                      <a:pt x="8" y="15"/>
                    </a:cubicBezTo>
                    <a:cubicBezTo>
                      <a:pt x="8" y="16"/>
                      <a:pt x="8" y="18"/>
                      <a:pt x="7" y="19"/>
                    </a:cubicBezTo>
                    <a:cubicBezTo>
                      <a:pt x="7" y="21"/>
                      <a:pt x="7" y="22"/>
                      <a:pt x="6" y="23"/>
                    </a:cubicBezTo>
                    <a:cubicBezTo>
                      <a:pt x="5" y="26"/>
                      <a:pt x="4" y="27"/>
                      <a:pt x="3" y="29"/>
                    </a:cubicBezTo>
                    <a:cubicBezTo>
                      <a:pt x="1" y="26"/>
                      <a:pt x="0" y="21"/>
                      <a:pt x="1" y="14"/>
                    </a:cubicBezTo>
                    <a:cubicBezTo>
                      <a:pt x="1" y="11"/>
                      <a:pt x="1" y="8"/>
                      <a:pt x="2" y="6"/>
                    </a:cubicBezTo>
                    <a:cubicBezTo>
                      <a:pt x="2" y="3"/>
                      <a:pt x="3" y="1"/>
                      <a:pt x="4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7" name="Freeform 785">
                <a:extLst>
                  <a:ext uri="{FF2B5EF4-FFF2-40B4-BE49-F238E27FC236}">
                    <a16:creationId xmlns:a16="http://schemas.microsoft.com/office/drawing/2014/main" id="{3707092E-FE6D-4428-BA48-EBCE3CC809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1406"/>
                <a:ext cx="43" cy="14"/>
              </a:xfrm>
              <a:custGeom>
                <a:avLst/>
                <a:gdLst>
                  <a:gd name="T0" fmla="*/ 12 w 26"/>
                  <a:gd name="T1" fmla="*/ 1 h 8"/>
                  <a:gd name="T2" fmla="*/ 20 w 26"/>
                  <a:gd name="T3" fmla="*/ 1 h 8"/>
                  <a:gd name="T4" fmla="*/ 26 w 26"/>
                  <a:gd name="T5" fmla="*/ 3 h 8"/>
                  <a:gd name="T6" fmla="*/ 20 w 26"/>
                  <a:gd name="T7" fmla="*/ 6 h 8"/>
                  <a:gd name="T8" fmla="*/ 16 w 26"/>
                  <a:gd name="T9" fmla="*/ 7 h 8"/>
                  <a:gd name="T10" fmla="*/ 12 w 26"/>
                  <a:gd name="T11" fmla="*/ 8 h 8"/>
                  <a:gd name="T12" fmla="*/ 8 w 26"/>
                  <a:gd name="T13" fmla="*/ 8 h 8"/>
                  <a:gd name="T14" fmla="*/ 5 w 26"/>
                  <a:gd name="T15" fmla="*/ 8 h 8"/>
                  <a:gd name="T16" fmla="*/ 0 w 26"/>
                  <a:gd name="T17" fmla="*/ 7 h 8"/>
                  <a:gd name="T18" fmla="*/ 5 w 26"/>
                  <a:gd name="T19" fmla="*/ 3 h 8"/>
                  <a:gd name="T20" fmla="*/ 12 w 26"/>
                  <a:gd name="T21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8">
                    <a:moveTo>
                      <a:pt x="12" y="1"/>
                    </a:moveTo>
                    <a:cubicBezTo>
                      <a:pt x="15" y="0"/>
                      <a:pt x="18" y="1"/>
                      <a:pt x="20" y="1"/>
                    </a:cubicBezTo>
                    <a:cubicBezTo>
                      <a:pt x="23" y="1"/>
                      <a:pt x="25" y="2"/>
                      <a:pt x="26" y="3"/>
                    </a:cubicBezTo>
                    <a:cubicBezTo>
                      <a:pt x="24" y="4"/>
                      <a:pt x="22" y="5"/>
                      <a:pt x="20" y="6"/>
                    </a:cubicBezTo>
                    <a:cubicBezTo>
                      <a:pt x="19" y="6"/>
                      <a:pt x="18" y="7"/>
                      <a:pt x="16" y="7"/>
                    </a:cubicBezTo>
                    <a:cubicBezTo>
                      <a:pt x="15" y="7"/>
                      <a:pt x="14" y="8"/>
                      <a:pt x="12" y="8"/>
                    </a:cubicBezTo>
                    <a:cubicBezTo>
                      <a:pt x="11" y="8"/>
                      <a:pt x="9" y="8"/>
                      <a:pt x="8" y="8"/>
                    </a:cubicBezTo>
                    <a:cubicBezTo>
                      <a:pt x="7" y="8"/>
                      <a:pt x="6" y="8"/>
                      <a:pt x="5" y="8"/>
                    </a:cubicBezTo>
                    <a:cubicBezTo>
                      <a:pt x="3" y="8"/>
                      <a:pt x="1" y="8"/>
                      <a:pt x="0" y="7"/>
                    </a:cubicBezTo>
                    <a:cubicBezTo>
                      <a:pt x="1" y="6"/>
                      <a:pt x="3" y="4"/>
                      <a:pt x="5" y="3"/>
                    </a:cubicBezTo>
                    <a:cubicBezTo>
                      <a:pt x="7" y="2"/>
                      <a:pt x="10" y="1"/>
                      <a:pt x="12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8" name="Freeform 786">
                <a:extLst>
                  <a:ext uri="{FF2B5EF4-FFF2-40B4-BE49-F238E27FC236}">
                    <a16:creationId xmlns:a16="http://schemas.microsoft.com/office/drawing/2014/main" id="{97B50B4D-FAAA-430F-89E4-09FC9CD51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1362"/>
                <a:ext cx="13" cy="48"/>
              </a:xfrm>
              <a:custGeom>
                <a:avLst/>
                <a:gdLst>
                  <a:gd name="T0" fmla="*/ 2 w 8"/>
                  <a:gd name="T1" fmla="*/ 0 h 29"/>
                  <a:gd name="T2" fmla="*/ 6 w 8"/>
                  <a:gd name="T3" fmla="*/ 6 h 29"/>
                  <a:gd name="T4" fmla="*/ 7 w 8"/>
                  <a:gd name="T5" fmla="*/ 11 h 29"/>
                  <a:gd name="T6" fmla="*/ 8 w 8"/>
                  <a:gd name="T7" fmla="*/ 15 h 29"/>
                  <a:gd name="T8" fmla="*/ 8 w 8"/>
                  <a:gd name="T9" fmla="*/ 20 h 29"/>
                  <a:gd name="T10" fmla="*/ 7 w 8"/>
                  <a:gd name="T11" fmla="*/ 24 h 29"/>
                  <a:gd name="T12" fmla="*/ 4 w 8"/>
                  <a:gd name="T13" fmla="*/ 29 h 29"/>
                  <a:gd name="T14" fmla="*/ 2 w 8"/>
                  <a:gd name="T15" fmla="*/ 24 h 29"/>
                  <a:gd name="T16" fmla="*/ 0 w 8"/>
                  <a:gd name="T17" fmla="*/ 15 h 29"/>
                  <a:gd name="T18" fmla="*/ 1 w 8"/>
                  <a:gd name="T19" fmla="*/ 7 h 29"/>
                  <a:gd name="T20" fmla="*/ 2 w 8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29">
                    <a:moveTo>
                      <a:pt x="2" y="0"/>
                    </a:moveTo>
                    <a:cubicBezTo>
                      <a:pt x="4" y="2"/>
                      <a:pt x="5" y="4"/>
                      <a:pt x="6" y="6"/>
                    </a:cubicBezTo>
                    <a:cubicBezTo>
                      <a:pt x="7" y="8"/>
                      <a:pt x="7" y="9"/>
                      <a:pt x="7" y="11"/>
                    </a:cubicBezTo>
                    <a:cubicBezTo>
                      <a:pt x="8" y="12"/>
                      <a:pt x="8" y="14"/>
                      <a:pt x="8" y="15"/>
                    </a:cubicBezTo>
                    <a:cubicBezTo>
                      <a:pt x="8" y="17"/>
                      <a:pt x="8" y="18"/>
                      <a:pt x="8" y="20"/>
                    </a:cubicBezTo>
                    <a:cubicBezTo>
                      <a:pt x="7" y="21"/>
                      <a:pt x="7" y="22"/>
                      <a:pt x="7" y="24"/>
                    </a:cubicBezTo>
                    <a:cubicBezTo>
                      <a:pt x="6" y="26"/>
                      <a:pt x="5" y="28"/>
                      <a:pt x="4" y="29"/>
                    </a:cubicBezTo>
                    <a:cubicBezTo>
                      <a:pt x="3" y="28"/>
                      <a:pt x="2" y="26"/>
                      <a:pt x="2" y="24"/>
                    </a:cubicBezTo>
                    <a:cubicBezTo>
                      <a:pt x="1" y="21"/>
                      <a:pt x="1" y="18"/>
                      <a:pt x="0" y="15"/>
                    </a:cubicBezTo>
                    <a:cubicBezTo>
                      <a:pt x="0" y="12"/>
                      <a:pt x="0" y="9"/>
                      <a:pt x="1" y="7"/>
                    </a:cubicBezTo>
                    <a:cubicBezTo>
                      <a:pt x="1" y="4"/>
                      <a:pt x="1" y="2"/>
                      <a:pt x="2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29" name="Freeform 787">
                <a:extLst>
                  <a:ext uri="{FF2B5EF4-FFF2-40B4-BE49-F238E27FC236}">
                    <a16:creationId xmlns:a16="http://schemas.microsoft.com/office/drawing/2014/main" id="{81861E93-466F-4B5E-A8CB-F5F6A5654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4" y="1395"/>
                <a:ext cx="41" cy="16"/>
              </a:xfrm>
              <a:custGeom>
                <a:avLst/>
                <a:gdLst>
                  <a:gd name="T0" fmla="*/ 12 w 25"/>
                  <a:gd name="T1" fmla="*/ 1 h 10"/>
                  <a:gd name="T2" fmla="*/ 20 w 25"/>
                  <a:gd name="T3" fmla="*/ 0 h 10"/>
                  <a:gd name="T4" fmla="*/ 25 w 25"/>
                  <a:gd name="T5" fmla="*/ 2 h 10"/>
                  <a:gd name="T6" fmla="*/ 20 w 25"/>
                  <a:gd name="T7" fmla="*/ 5 h 10"/>
                  <a:gd name="T8" fmla="*/ 12 w 25"/>
                  <a:gd name="T9" fmla="*/ 8 h 10"/>
                  <a:gd name="T10" fmla="*/ 0 w 25"/>
                  <a:gd name="T11" fmla="*/ 9 h 10"/>
                  <a:gd name="T12" fmla="*/ 12 w 25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10">
                    <a:moveTo>
                      <a:pt x="12" y="1"/>
                    </a:moveTo>
                    <a:cubicBezTo>
                      <a:pt x="14" y="0"/>
                      <a:pt x="17" y="0"/>
                      <a:pt x="20" y="0"/>
                    </a:cubicBezTo>
                    <a:cubicBezTo>
                      <a:pt x="22" y="0"/>
                      <a:pt x="24" y="1"/>
                      <a:pt x="25" y="2"/>
                    </a:cubicBezTo>
                    <a:cubicBezTo>
                      <a:pt x="24" y="3"/>
                      <a:pt x="22" y="4"/>
                      <a:pt x="20" y="5"/>
                    </a:cubicBezTo>
                    <a:cubicBezTo>
                      <a:pt x="17" y="6"/>
                      <a:pt x="15" y="7"/>
                      <a:pt x="12" y="8"/>
                    </a:cubicBezTo>
                    <a:cubicBezTo>
                      <a:pt x="7" y="9"/>
                      <a:pt x="2" y="10"/>
                      <a:pt x="0" y="9"/>
                    </a:cubicBezTo>
                    <a:cubicBezTo>
                      <a:pt x="2" y="6"/>
                      <a:pt x="6" y="3"/>
                      <a:pt x="12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0" name="Freeform 788">
                <a:extLst>
                  <a:ext uri="{FF2B5EF4-FFF2-40B4-BE49-F238E27FC236}">
                    <a16:creationId xmlns:a16="http://schemas.microsoft.com/office/drawing/2014/main" id="{DC116236-78E7-476A-92C5-197DBF319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7" y="1349"/>
                <a:ext cx="14" cy="48"/>
              </a:xfrm>
              <a:custGeom>
                <a:avLst/>
                <a:gdLst>
                  <a:gd name="T0" fmla="*/ 1 w 9"/>
                  <a:gd name="T1" fmla="*/ 0 h 29"/>
                  <a:gd name="T2" fmla="*/ 8 w 9"/>
                  <a:gd name="T3" fmla="*/ 14 h 29"/>
                  <a:gd name="T4" fmla="*/ 8 w 9"/>
                  <a:gd name="T5" fmla="*/ 23 h 29"/>
                  <a:gd name="T6" fmla="*/ 6 w 9"/>
                  <a:gd name="T7" fmla="*/ 29 h 29"/>
                  <a:gd name="T8" fmla="*/ 3 w 9"/>
                  <a:gd name="T9" fmla="*/ 24 h 29"/>
                  <a:gd name="T10" fmla="*/ 1 w 9"/>
                  <a:gd name="T11" fmla="*/ 15 h 29"/>
                  <a:gd name="T12" fmla="*/ 1 w 9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9">
                    <a:moveTo>
                      <a:pt x="1" y="0"/>
                    </a:moveTo>
                    <a:cubicBezTo>
                      <a:pt x="4" y="3"/>
                      <a:pt x="8" y="8"/>
                      <a:pt x="8" y="14"/>
                    </a:cubicBezTo>
                    <a:cubicBezTo>
                      <a:pt x="9" y="17"/>
                      <a:pt x="9" y="20"/>
                      <a:pt x="8" y="23"/>
                    </a:cubicBezTo>
                    <a:cubicBezTo>
                      <a:pt x="8" y="25"/>
                      <a:pt x="7" y="28"/>
                      <a:pt x="6" y="29"/>
                    </a:cubicBezTo>
                    <a:cubicBezTo>
                      <a:pt x="5" y="28"/>
                      <a:pt x="4" y="26"/>
                      <a:pt x="3" y="24"/>
                    </a:cubicBezTo>
                    <a:cubicBezTo>
                      <a:pt x="2" y="21"/>
                      <a:pt x="2" y="18"/>
                      <a:pt x="1" y="15"/>
                    </a:cubicBezTo>
                    <a:cubicBezTo>
                      <a:pt x="0" y="9"/>
                      <a:pt x="0" y="4"/>
                      <a:pt x="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1" name="Freeform 789">
                <a:extLst>
                  <a:ext uri="{FF2B5EF4-FFF2-40B4-BE49-F238E27FC236}">
                    <a16:creationId xmlns:a16="http://schemas.microsoft.com/office/drawing/2014/main" id="{2BA99D96-3838-437E-81EC-12E307DB5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9" y="1385"/>
                <a:ext cx="41" cy="18"/>
              </a:xfrm>
              <a:custGeom>
                <a:avLst/>
                <a:gdLst>
                  <a:gd name="T0" fmla="*/ 11 w 25"/>
                  <a:gd name="T1" fmla="*/ 1 h 11"/>
                  <a:gd name="T2" fmla="*/ 19 w 25"/>
                  <a:gd name="T3" fmla="*/ 0 h 11"/>
                  <a:gd name="T4" fmla="*/ 25 w 25"/>
                  <a:gd name="T5" fmla="*/ 1 h 11"/>
                  <a:gd name="T6" fmla="*/ 20 w 25"/>
                  <a:gd name="T7" fmla="*/ 5 h 11"/>
                  <a:gd name="T8" fmla="*/ 16 w 25"/>
                  <a:gd name="T9" fmla="*/ 6 h 11"/>
                  <a:gd name="T10" fmla="*/ 12 w 25"/>
                  <a:gd name="T11" fmla="*/ 8 h 11"/>
                  <a:gd name="T12" fmla="*/ 5 w 25"/>
                  <a:gd name="T13" fmla="*/ 10 h 11"/>
                  <a:gd name="T14" fmla="*/ 0 w 25"/>
                  <a:gd name="T15" fmla="*/ 10 h 11"/>
                  <a:gd name="T16" fmla="*/ 11 w 25"/>
                  <a:gd name="T1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11">
                    <a:moveTo>
                      <a:pt x="11" y="1"/>
                    </a:moveTo>
                    <a:cubicBezTo>
                      <a:pt x="14" y="0"/>
                      <a:pt x="16" y="0"/>
                      <a:pt x="19" y="0"/>
                    </a:cubicBezTo>
                    <a:cubicBezTo>
                      <a:pt x="21" y="0"/>
                      <a:pt x="23" y="0"/>
                      <a:pt x="25" y="1"/>
                    </a:cubicBezTo>
                    <a:cubicBezTo>
                      <a:pt x="24" y="2"/>
                      <a:pt x="22" y="3"/>
                      <a:pt x="20" y="5"/>
                    </a:cubicBezTo>
                    <a:cubicBezTo>
                      <a:pt x="19" y="5"/>
                      <a:pt x="17" y="6"/>
                      <a:pt x="16" y="6"/>
                    </a:cubicBezTo>
                    <a:cubicBezTo>
                      <a:pt x="15" y="7"/>
                      <a:pt x="14" y="7"/>
                      <a:pt x="12" y="8"/>
                    </a:cubicBezTo>
                    <a:cubicBezTo>
                      <a:pt x="10" y="9"/>
                      <a:pt x="7" y="10"/>
                      <a:pt x="5" y="10"/>
                    </a:cubicBezTo>
                    <a:cubicBezTo>
                      <a:pt x="3" y="11"/>
                      <a:pt x="1" y="11"/>
                      <a:pt x="0" y="10"/>
                    </a:cubicBezTo>
                    <a:cubicBezTo>
                      <a:pt x="2" y="7"/>
                      <a:pt x="6" y="3"/>
                      <a:pt x="11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2" name="Freeform 790">
                <a:extLst>
                  <a:ext uri="{FF2B5EF4-FFF2-40B4-BE49-F238E27FC236}">
                    <a16:creationId xmlns:a16="http://schemas.microsoft.com/office/drawing/2014/main" id="{0B4B1D30-362B-4995-B1CF-06EDBCA1A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5" y="1339"/>
                <a:ext cx="18" cy="46"/>
              </a:xfrm>
              <a:custGeom>
                <a:avLst/>
                <a:gdLst>
                  <a:gd name="T0" fmla="*/ 1 w 11"/>
                  <a:gd name="T1" fmla="*/ 0 h 28"/>
                  <a:gd name="T2" fmla="*/ 6 w 11"/>
                  <a:gd name="T3" fmla="*/ 5 h 28"/>
                  <a:gd name="T4" fmla="*/ 10 w 11"/>
                  <a:gd name="T5" fmla="*/ 13 h 28"/>
                  <a:gd name="T6" fmla="*/ 11 w 11"/>
                  <a:gd name="T7" fmla="*/ 17 h 28"/>
                  <a:gd name="T8" fmla="*/ 11 w 11"/>
                  <a:gd name="T9" fmla="*/ 21 h 28"/>
                  <a:gd name="T10" fmla="*/ 10 w 11"/>
                  <a:gd name="T11" fmla="*/ 28 h 28"/>
                  <a:gd name="T12" fmla="*/ 6 w 11"/>
                  <a:gd name="T13" fmla="*/ 22 h 28"/>
                  <a:gd name="T14" fmla="*/ 3 w 11"/>
                  <a:gd name="T15" fmla="*/ 15 h 28"/>
                  <a:gd name="T16" fmla="*/ 1 w 11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28">
                    <a:moveTo>
                      <a:pt x="1" y="0"/>
                    </a:moveTo>
                    <a:cubicBezTo>
                      <a:pt x="3" y="1"/>
                      <a:pt x="5" y="2"/>
                      <a:pt x="6" y="5"/>
                    </a:cubicBezTo>
                    <a:cubicBezTo>
                      <a:pt x="8" y="7"/>
                      <a:pt x="9" y="10"/>
                      <a:pt x="10" y="13"/>
                    </a:cubicBezTo>
                    <a:cubicBezTo>
                      <a:pt x="11" y="14"/>
                      <a:pt x="11" y="16"/>
                      <a:pt x="11" y="17"/>
                    </a:cubicBezTo>
                    <a:cubicBezTo>
                      <a:pt x="11" y="19"/>
                      <a:pt x="11" y="20"/>
                      <a:pt x="11" y="21"/>
                    </a:cubicBezTo>
                    <a:cubicBezTo>
                      <a:pt x="11" y="24"/>
                      <a:pt x="10" y="26"/>
                      <a:pt x="10" y="28"/>
                    </a:cubicBezTo>
                    <a:cubicBezTo>
                      <a:pt x="8" y="26"/>
                      <a:pt x="7" y="25"/>
                      <a:pt x="6" y="22"/>
                    </a:cubicBezTo>
                    <a:cubicBezTo>
                      <a:pt x="5" y="20"/>
                      <a:pt x="4" y="18"/>
                      <a:pt x="3" y="15"/>
                    </a:cubicBezTo>
                    <a:cubicBezTo>
                      <a:pt x="1" y="9"/>
                      <a:pt x="0" y="3"/>
                      <a:pt x="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3" name="Freeform 791">
                <a:extLst>
                  <a:ext uri="{FF2B5EF4-FFF2-40B4-BE49-F238E27FC236}">
                    <a16:creationId xmlns:a16="http://schemas.microsoft.com/office/drawing/2014/main" id="{3EF40183-8AE5-41D7-B3B9-C8DCDC53D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5" y="1375"/>
                <a:ext cx="39" cy="22"/>
              </a:xfrm>
              <a:custGeom>
                <a:avLst/>
                <a:gdLst>
                  <a:gd name="T0" fmla="*/ 10 w 24"/>
                  <a:gd name="T1" fmla="*/ 3 h 13"/>
                  <a:gd name="T2" fmla="*/ 14 w 24"/>
                  <a:gd name="T3" fmla="*/ 1 h 13"/>
                  <a:gd name="T4" fmla="*/ 16 w 24"/>
                  <a:gd name="T5" fmla="*/ 0 h 13"/>
                  <a:gd name="T6" fmla="*/ 17 w 24"/>
                  <a:gd name="T7" fmla="*/ 0 h 13"/>
                  <a:gd name="T8" fmla="*/ 24 w 24"/>
                  <a:gd name="T9" fmla="*/ 0 h 13"/>
                  <a:gd name="T10" fmla="*/ 12 w 24"/>
                  <a:gd name="T11" fmla="*/ 9 h 13"/>
                  <a:gd name="T12" fmla="*/ 5 w 24"/>
                  <a:gd name="T13" fmla="*/ 12 h 13"/>
                  <a:gd name="T14" fmla="*/ 0 w 24"/>
                  <a:gd name="T15" fmla="*/ 13 h 13"/>
                  <a:gd name="T16" fmla="*/ 4 w 24"/>
                  <a:gd name="T17" fmla="*/ 8 h 13"/>
                  <a:gd name="T18" fmla="*/ 10 w 24"/>
                  <a:gd name="T19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13">
                    <a:moveTo>
                      <a:pt x="10" y="3"/>
                    </a:moveTo>
                    <a:cubicBezTo>
                      <a:pt x="11" y="2"/>
                      <a:pt x="13" y="1"/>
                      <a:pt x="14" y="1"/>
                    </a:cubicBezTo>
                    <a:cubicBezTo>
                      <a:pt x="14" y="1"/>
                      <a:pt x="15" y="1"/>
                      <a:pt x="16" y="0"/>
                    </a:cubicBezTo>
                    <a:cubicBezTo>
                      <a:pt x="16" y="0"/>
                      <a:pt x="17" y="0"/>
                      <a:pt x="17" y="0"/>
                    </a:cubicBezTo>
                    <a:cubicBezTo>
                      <a:pt x="20" y="0"/>
                      <a:pt x="22" y="0"/>
                      <a:pt x="24" y="0"/>
                    </a:cubicBezTo>
                    <a:cubicBezTo>
                      <a:pt x="21" y="3"/>
                      <a:pt x="17" y="7"/>
                      <a:pt x="12" y="9"/>
                    </a:cubicBezTo>
                    <a:cubicBezTo>
                      <a:pt x="10" y="11"/>
                      <a:pt x="7" y="12"/>
                      <a:pt x="5" y="12"/>
                    </a:cubicBezTo>
                    <a:cubicBezTo>
                      <a:pt x="3" y="13"/>
                      <a:pt x="2" y="13"/>
                      <a:pt x="0" y="13"/>
                    </a:cubicBezTo>
                    <a:cubicBezTo>
                      <a:pt x="1" y="11"/>
                      <a:pt x="2" y="9"/>
                      <a:pt x="4" y="8"/>
                    </a:cubicBezTo>
                    <a:cubicBezTo>
                      <a:pt x="5" y="6"/>
                      <a:pt x="8" y="4"/>
                      <a:pt x="10" y="3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4" name="Freeform 792">
                <a:extLst>
                  <a:ext uri="{FF2B5EF4-FFF2-40B4-BE49-F238E27FC236}">
                    <a16:creationId xmlns:a16="http://schemas.microsoft.com/office/drawing/2014/main" id="{56CBA90E-C0B8-4DAD-A3A4-0AB4C9BAD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1330"/>
                <a:ext cx="21" cy="44"/>
              </a:xfrm>
              <a:custGeom>
                <a:avLst/>
                <a:gdLst>
                  <a:gd name="T0" fmla="*/ 0 w 13"/>
                  <a:gd name="T1" fmla="*/ 0 h 27"/>
                  <a:gd name="T2" fmla="*/ 6 w 13"/>
                  <a:gd name="T3" fmla="*/ 5 h 27"/>
                  <a:gd name="T4" fmla="*/ 11 w 13"/>
                  <a:gd name="T5" fmla="*/ 12 h 27"/>
                  <a:gd name="T6" fmla="*/ 12 w 13"/>
                  <a:gd name="T7" fmla="*/ 27 h 27"/>
                  <a:gd name="T8" fmla="*/ 8 w 13"/>
                  <a:gd name="T9" fmla="*/ 23 h 27"/>
                  <a:gd name="T10" fmla="*/ 7 w 13"/>
                  <a:gd name="T11" fmla="*/ 21 h 27"/>
                  <a:gd name="T12" fmla="*/ 6 w 13"/>
                  <a:gd name="T13" fmla="*/ 19 h 27"/>
                  <a:gd name="T14" fmla="*/ 4 w 13"/>
                  <a:gd name="T15" fmla="*/ 15 h 27"/>
                  <a:gd name="T16" fmla="*/ 1 w 13"/>
                  <a:gd name="T17" fmla="*/ 7 h 27"/>
                  <a:gd name="T18" fmla="*/ 0 w 13"/>
                  <a:gd name="T1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27">
                    <a:moveTo>
                      <a:pt x="0" y="0"/>
                    </a:moveTo>
                    <a:cubicBezTo>
                      <a:pt x="2" y="1"/>
                      <a:pt x="4" y="3"/>
                      <a:pt x="6" y="5"/>
                    </a:cubicBezTo>
                    <a:cubicBezTo>
                      <a:pt x="8" y="7"/>
                      <a:pt x="10" y="10"/>
                      <a:pt x="11" y="12"/>
                    </a:cubicBezTo>
                    <a:cubicBezTo>
                      <a:pt x="13" y="18"/>
                      <a:pt x="13" y="24"/>
                      <a:pt x="12" y="27"/>
                    </a:cubicBezTo>
                    <a:cubicBezTo>
                      <a:pt x="11" y="26"/>
                      <a:pt x="9" y="25"/>
                      <a:pt x="8" y="23"/>
                    </a:cubicBezTo>
                    <a:cubicBezTo>
                      <a:pt x="8" y="22"/>
                      <a:pt x="7" y="22"/>
                      <a:pt x="7" y="21"/>
                    </a:cubicBezTo>
                    <a:cubicBezTo>
                      <a:pt x="7" y="20"/>
                      <a:pt x="6" y="20"/>
                      <a:pt x="6" y="19"/>
                    </a:cubicBezTo>
                    <a:cubicBezTo>
                      <a:pt x="5" y="18"/>
                      <a:pt x="5" y="17"/>
                      <a:pt x="4" y="15"/>
                    </a:cubicBezTo>
                    <a:cubicBezTo>
                      <a:pt x="3" y="12"/>
                      <a:pt x="2" y="10"/>
                      <a:pt x="1" y="7"/>
                    </a:cubicBezTo>
                    <a:cubicBezTo>
                      <a:pt x="0" y="5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5" name="Freeform 793">
                <a:extLst>
                  <a:ext uri="{FF2B5EF4-FFF2-40B4-BE49-F238E27FC236}">
                    <a16:creationId xmlns:a16="http://schemas.microsoft.com/office/drawing/2014/main" id="{75CA94E5-59E7-423D-B397-82548E7A0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354"/>
                <a:ext cx="42" cy="16"/>
              </a:xfrm>
              <a:custGeom>
                <a:avLst/>
                <a:gdLst>
                  <a:gd name="T0" fmla="*/ 15 w 26"/>
                  <a:gd name="T1" fmla="*/ 1 h 10"/>
                  <a:gd name="T2" fmla="*/ 19 w 26"/>
                  <a:gd name="T3" fmla="*/ 2 h 10"/>
                  <a:gd name="T4" fmla="*/ 22 w 26"/>
                  <a:gd name="T5" fmla="*/ 4 h 10"/>
                  <a:gd name="T6" fmla="*/ 26 w 26"/>
                  <a:gd name="T7" fmla="*/ 9 h 10"/>
                  <a:gd name="T8" fmla="*/ 20 w 26"/>
                  <a:gd name="T9" fmla="*/ 9 h 10"/>
                  <a:gd name="T10" fmla="*/ 17 w 26"/>
                  <a:gd name="T11" fmla="*/ 9 h 10"/>
                  <a:gd name="T12" fmla="*/ 13 w 26"/>
                  <a:gd name="T13" fmla="*/ 8 h 10"/>
                  <a:gd name="T14" fmla="*/ 0 w 26"/>
                  <a:gd name="T15" fmla="*/ 2 h 10"/>
                  <a:gd name="T16" fmla="*/ 15 w 26"/>
                  <a:gd name="T1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10">
                    <a:moveTo>
                      <a:pt x="15" y="1"/>
                    </a:moveTo>
                    <a:cubicBezTo>
                      <a:pt x="16" y="1"/>
                      <a:pt x="17" y="2"/>
                      <a:pt x="19" y="2"/>
                    </a:cubicBezTo>
                    <a:cubicBezTo>
                      <a:pt x="20" y="3"/>
                      <a:pt x="21" y="4"/>
                      <a:pt x="22" y="4"/>
                    </a:cubicBezTo>
                    <a:cubicBezTo>
                      <a:pt x="24" y="6"/>
                      <a:pt x="25" y="7"/>
                      <a:pt x="26" y="9"/>
                    </a:cubicBezTo>
                    <a:cubicBezTo>
                      <a:pt x="25" y="9"/>
                      <a:pt x="23" y="10"/>
                      <a:pt x="20" y="9"/>
                    </a:cubicBezTo>
                    <a:cubicBezTo>
                      <a:pt x="19" y="9"/>
                      <a:pt x="18" y="9"/>
                      <a:pt x="17" y="9"/>
                    </a:cubicBezTo>
                    <a:cubicBezTo>
                      <a:pt x="15" y="9"/>
                      <a:pt x="14" y="9"/>
                      <a:pt x="13" y="8"/>
                    </a:cubicBezTo>
                    <a:cubicBezTo>
                      <a:pt x="7" y="7"/>
                      <a:pt x="3" y="5"/>
                      <a:pt x="0" y="2"/>
                    </a:cubicBezTo>
                    <a:cubicBezTo>
                      <a:pt x="3" y="0"/>
                      <a:pt x="9" y="0"/>
                      <a:pt x="15" y="1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6" name="Freeform 794">
                <a:extLst>
                  <a:ext uri="{FF2B5EF4-FFF2-40B4-BE49-F238E27FC236}">
                    <a16:creationId xmlns:a16="http://schemas.microsoft.com/office/drawing/2014/main" id="{7B3BF976-B926-417A-8D6C-6219E1108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1361"/>
                <a:ext cx="146" cy="173"/>
              </a:xfrm>
              <a:custGeom>
                <a:avLst/>
                <a:gdLst>
                  <a:gd name="T0" fmla="*/ 87 w 89"/>
                  <a:gd name="T1" fmla="*/ 106 h 106"/>
                  <a:gd name="T2" fmla="*/ 89 w 89"/>
                  <a:gd name="T3" fmla="*/ 105 h 106"/>
                  <a:gd name="T4" fmla="*/ 71 w 89"/>
                  <a:gd name="T5" fmla="*/ 60 h 106"/>
                  <a:gd name="T6" fmla="*/ 1 w 89"/>
                  <a:gd name="T7" fmla="*/ 0 h 106"/>
                  <a:gd name="T8" fmla="*/ 0 w 89"/>
                  <a:gd name="T9" fmla="*/ 2 h 106"/>
                  <a:gd name="T10" fmla="*/ 69 w 89"/>
                  <a:gd name="T11" fmla="*/ 61 h 106"/>
                  <a:gd name="T12" fmla="*/ 87 w 89"/>
                  <a:gd name="T13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106">
                    <a:moveTo>
                      <a:pt x="87" y="106"/>
                    </a:moveTo>
                    <a:cubicBezTo>
                      <a:pt x="89" y="105"/>
                      <a:pt x="89" y="105"/>
                      <a:pt x="89" y="105"/>
                    </a:cubicBezTo>
                    <a:cubicBezTo>
                      <a:pt x="89" y="105"/>
                      <a:pt x="84" y="83"/>
                      <a:pt x="71" y="60"/>
                    </a:cubicBezTo>
                    <a:cubicBezTo>
                      <a:pt x="59" y="38"/>
                      <a:pt x="37" y="10"/>
                      <a:pt x="1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36" y="11"/>
                      <a:pt x="58" y="39"/>
                      <a:pt x="69" y="61"/>
                    </a:cubicBezTo>
                    <a:cubicBezTo>
                      <a:pt x="82" y="84"/>
                      <a:pt x="87" y="105"/>
                      <a:pt x="87" y="106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7" name="Freeform 795">
                <a:extLst>
                  <a:ext uri="{FF2B5EF4-FFF2-40B4-BE49-F238E27FC236}">
                    <a16:creationId xmlns:a16="http://schemas.microsoft.com/office/drawing/2014/main" id="{650F840E-6BD7-415C-AE80-02E2B1A59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514"/>
                <a:ext cx="35" cy="35"/>
              </a:xfrm>
              <a:custGeom>
                <a:avLst/>
                <a:gdLst>
                  <a:gd name="T0" fmla="*/ 13 w 21"/>
                  <a:gd name="T1" fmla="*/ 8 h 21"/>
                  <a:gd name="T2" fmla="*/ 21 w 21"/>
                  <a:gd name="T3" fmla="*/ 21 h 21"/>
                  <a:gd name="T4" fmla="*/ 8 w 21"/>
                  <a:gd name="T5" fmla="*/ 13 h 21"/>
                  <a:gd name="T6" fmla="*/ 0 w 21"/>
                  <a:gd name="T7" fmla="*/ 0 h 21"/>
                  <a:gd name="T8" fmla="*/ 13 w 21"/>
                  <a:gd name="T9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3" y="8"/>
                    </a:moveTo>
                    <a:cubicBezTo>
                      <a:pt x="18" y="12"/>
                      <a:pt x="20" y="17"/>
                      <a:pt x="21" y="21"/>
                    </a:cubicBezTo>
                    <a:cubicBezTo>
                      <a:pt x="17" y="20"/>
                      <a:pt x="12" y="17"/>
                      <a:pt x="8" y="13"/>
                    </a:cubicBezTo>
                    <a:cubicBezTo>
                      <a:pt x="4" y="9"/>
                      <a:pt x="1" y="4"/>
                      <a:pt x="0" y="0"/>
                    </a:cubicBezTo>
                    <a:cubicBezTo>
                      <a:pt x="4" y="0"/>
                      <a:pt x="9" y="3"/>
                      <a:pt x="13" y="8"/>
                    </a:cubicBezTo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8" name="Freeform 796">
                <a:extLst>
                  <a:ext uri="{FF2B5EF4-FFF2-40B4-BE49-F238E27FC236}">
                    <a16:creationId xmlns:a16="http://schemas.microsoft.com/office/drawing/2014/main" id="{BD7FF376-A6F3-4D98-9F9A-D310D01A5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514"/>
                <a:ext cx="35" cy="35"/>
              </a:xfrm>
              <a:custGeom>
                <a:avLst/>
                <a:gdLst>
                  <a:gd name="T0" fmla="*/ 21 w 21"/>
                  <a:gd name="T1" fmla="*/ 0 h 21"/>
                  <a:gd name="T2" fmla="*/ 13 w 21"/>
                  <a:gd name="T3" fmla="*/ 13 h 21"/>
                  <a:gd name="T4" fmla="*/ 0 w 21"/>
                  <a:gd name="T5" fmla="*/ 21 h 21"/>
                  <a:gd name="T6" fmla="*/ 8 w 21"/>
                  <a:gd name="T7" fmla="*/ 8 h 21"/>
                  <a:gd name="T8" fmla="*/ 21 w 21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21" y="0"/>
                    </a:moveTo>
                    <a:cubicBezTo>
                      <a:pt x="20" y="4"/>
                      <a:pt x="17" y="9"/>
                      <a:pt x="13" y="13"/>
                    </a:cubicBezTo>
                    <a:cubicBezTo>
                      <a:pt x="9" y="17"/>
                      <a:pt x="4" y="20"/>
                      <a:pt x="0" y="21"/>
                    </a:cubicBezTo>
                    <a:cubicBezTo>
                      <a:pt x="1" y="17"/>
                      <a:pt x="3" y="12"/>
                      <a:pt x="8" y="8"/>
                    </a:cubicBezTo>
                    <a:cubicBezTo>
                      <a:pt x="12" y="3"/>
                      <a:pt x="17" y="0"/>
                      <a:pt x="21" y="0"/>
                    </a:cubicBezTo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39" name="Freeform 797">
                <a:extLst>
                  <a:ext uri="{FF2B5EF4-FFF2-40B4-BE49-F238E27FC236}">
                    <a16:creationId xmlns:a16="http://schemas.microsoft.com/office/drawing/2014/main" id="{3252B29E-D514-461E-9FD0-2D74061CE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493"/>
                <a:ext cx="35" cy="33"/>
              </a:xfrm>
              <a:custGeom>
                <a:avLst/>
                <a:gdLst>
                  <a:gd name="T0" fmla="*/ 13 w 21"/>
                  <a:gd name="T1" fmla="*/ 7 h 20"/>
                  <a:gd name="T2" fmla="*/ 21 w 21"/>
                  <a:gd name="T3" fmla="*/ 20 h 20"/>
                  <a:gd name="T4" fmla="*/ 8 w 21"/>
                  <a:gd name="T5" fmla="*/ 13 h 20"/>
                  <a:gd name="T6" fmla="*/ 0 w 21"/>
                  <a:gd name="T7" fmla="*/ 0 h 20"/>
                  <a:gd name="T8" fmla="*/ 13 w 21"/>
                  <a:gd name="T9" fmla="*/ 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0">
                    <a:moveTo>
                      <a:pt x="13" y="7"/>
                    </a:moveTo>
                    <a:cubicBezTo>
                      <a:pt x="18" y="12"/>
                      <a:pt x="20" y="17"/>
                      <a:pt x="21" y="20"/>
                    </a:cubicBezTo>
                    <a:cubicBezTo>
                      <a:pt x="17" y="20"/>
                      <a:pt x="12" y="17"/>
                      <a:pt x="8" y="13"/>
                    </a:cubicBezTo>
                    <a:cubicBezTo>
                      <a:pt x="4" y="8"/>
                      <a:pt x="1" y="3"/>
                      <a:pt x="0" y="0"/>
                    </a:cubicBezTo>
                    <a:cubicBezTo>
                      <a:pt x="4" y="0"/>
                      <a:pt x="9" y="3"/>
                      <a:pt x="13" y="7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0" name="Freeform 798">
                <a:extLst>
                  <a:ext uri="{FF2B5EF4-FFF2-40B4-BE49-F238E27FC236}">
                    <a16:creationId xmlns:a16="http://schemas.microsoft.com/office/drawing/2014/main" id="{064066C8-6EF8-4F89-ADFB-947D814DD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493"/>
                <a:ext cx="35" cy="33"/>
              </a:xfrm>
              <a:custGeom>
                <a:avLst/>
                <a:gdLst>
                  <a:gd name="T0" fmla="*/ 21 w 21"/>
                  <a:gd name="T1" fmla="*/ 0 h 20"/>
                  <a:gd name="T2" fmla="*/ 13 w 21"/>
                  <a:gd name="T3" fmla="*/ 13 h 20"/>
                  <a:gd name="T4" fmla="*/ 0 w 21"/>
                  <a:gd name="T5" fmla="*/ 20 h 20"/>
                  <a:gd name="T6" fmla="*/ 8 w 21"/>
                  <a:gd name="T7" fmla="*/ 7 h 20"/>
                  <a:gd name="T8" fmla="*/ 21 w 21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0">
                    <a:moveTo>
                      <a:pt x="21" y="0"/>
                    </a:moveTo>
                    <a:cubicBezTo>
                      <a:pt x="20" y="3"/>
                      <a:pt x="17" y="8"/>
                      <a:pt x="13" y="13"/>
                    </a:cubicBezTo>
                    <a:cubicBezTo>
                      <a:pt x="9" y="17"/>
                      <a:pt x="4" y="20"/>
                      <a:pt x="0" y="20"/>
                    </a:cubicBezTo>
                    <a:cubicBezTo>
                      <a:pt x="1" y="17"/>
                      <a:pt x="3" y="12"/>
                      <a:pt x="8" y="7"/>
                    </a:cubicBezTo>
                    <a:cubicBezTo>
                      <a:pt x="12" y="3"/>
                      <a:pt x="17" y="0"/>
                      <a:pt x="2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1" name="Freeform 799">
                <a:extLst>
                  <a:ext uri="{FF2B5EF4-FFF2-40B4-BE49-F238E27FC236}">
                    <a16:creationId xmlns:a16="http://schemas.microsoft.com/office/drawing/2014/main" id="{8E37DE92-29BA-4EBF-8A6F-6C3815127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470"/>
                <a:ext cx="35" cy="35"/>
              </a:xfrm>
              <a:custGeom>
                <a:avLst/>
                <a:gdLst>
                  <a:gd name="T0" fmla="*/ 13 w 21"/>
                  <a:gd name="T1" fmla="*/ 8 h 21"/>
                  <a:gd name="T2" fmla="*/ 21 w 21"/>
                  <a:gd name="T3" fmla="*/ 21 h 21"/>
                  <a:gd name="T4" fmla="*/ 8 w 21"/>
                  <a:gd name="T5" fmla="*/ 13 h 21"/>
                  <a:gd name="T6" fmla="*/ 0 w 21"/>
                  <a:gd name="T7" fmla="*/ 0 h 21"/>
                  <a:gd name="T8" fmla="*/ 13 w 21"/>
                  <a:gd name="T9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3" y="8"/>
                    </a:moveTo>
                    <a:cubicBezTo>
                      <a:pt x="18" y="12"/>
                      <a:pt x="20" y="17"/>
                      <a:pt x="21" y="21"/>
                    </a:cubicBezTo>
                    <a:cubicBezTo>
                      <a:pt x="17" y="21"/>
                      <a:pt x="12" y="18"/>
                      <a:pt x="8" y="13"/>
                    </a:cubicBezTo>
                    <a:cubicBezTo>
                      <a:pt x="4" y="9"/>
                      <a:pt x="1" y="4"/>
                      <a:pt x="0" y="0"/>
                    </a:cubicBezTo>
                    <a:cubicBezTo>
                      <a:pt x="4" y="1"/>
                      <a:pt x="9" y="3"/>
                      <a:pt x="13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2" name="Freeform 800">
                <a:extLst>
                  <a:ext uri="{FF2B5EF4-FFF2-40B4-BE49-F238E27FC236}">
                    <a16:creationId xmlns:a16="http://schemas.microsoft.com/office/drawing/2014/main" id="{CA9ECB62-0ECF-4C58-B1C3-5123F04381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470"/>
                <a:ext cx="35" cy="35"/>
              </a:xfrm>
              <a:custGeom>
                <a:avLst/>
                <a:gdLst>
                  <a:gd name="T0" fmla="*/ 21 w 21"/>
                  <a:gd name="T1" fmla="*/ 0 h 21"/>
                  <a:gd name="T2" fmla="*/ 13 w 21"/>
                  <a:gd name="T3" fmla="*/ 13 h 21"/>
                  <a:gd name="T4" fmla="*/ 0 w 21"/>
                  <a:gd name="T5" fmla="*/ 21 h 21"/>
                  <a:gd name="T6" fmla="*/ 8 w 21"/>
                  <a:gd name="T7" fmla="*/ 8 h 21"/>
                  <a:gd name="T8" fmla="*/ 21 w 21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21" y="0"/>
                    </a:moveTo>
                    <a:cubicBezTo>
                      <a:pt x="20" y="4"/>
                      <a:pt x="17" y="9"/>
                      <a:pt x="13" y="13"/>
                    </a:cubicBezTo>
                    <a:cubicBezTo>
                      <a:pt x="9" y="18"/>
                      <a:pt x="4" y="21"/>
                      <a:pt x="0" y="21"/>
                    </a:cubicBezTo>
                    <a:cubicBezTo>
                      <a:pt x="1" y="17"/>
                      <a:pt x="3" y="12"/>
                      <a:pt x="8" y="8"/>
                    </a:cubicBezTo>
                    <a:cubicBezTo>
                      <a:pt x="12" y="3"/>
                      <a:pt x="17" y="1"/>
                      <a:pt x="2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3" name="Freeform 801">
                <a:extLst>
                  <a:ext uri="{FF2B5EF4-FFF2-40B4-BE49-F238E27FC236}">
                    <a16:creationId xmlns:a16="http://schemas.microsoft.com/office/drawing/2014/main" id="{75389C12-2117-4E95-B752-D3B3D0168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449"/>
                <a:ext cx="35" cy="34"/>
              </a:xfrm>
              <a:custGeom>
                <a:avLst/>
                <a:gdLst>
                  <a:gd name="T0" fmla="*/ 13 w 21"/>
                  <a:gd name="T1" fmla="*/ 8 h 21"/>
                  <a:gd name="T2" fmla="*/ 21 w 21"/>
                  <a:gd name="T3" fmla="*/ 21 h 21"/>
                  <a:gd name="T4" fmla="*/ 8 w 21"/>
                  <a:gd name="T5" fmla="*/ 13 h 21"/>
                  <a:gd name="T6" fmla="*/ 0 w 21"/>
                  <a:gd name="T7" fmla="*/ 0 h 21"/>
                  <a:gd name="T8" fmla="*/ 13 w 21"/>
                  <a:gd name="T9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3" y="8"/>
                    </a:moveTo>
                    <a:cubicBezTo>
                      <a:pt x="18" y="12"/>
                      <a:pt x="20" y="17"/>
                      <a:pt x="21" y="21"/>
                    </a:cubicBezTo>
                    <a:cubicBezTo>
                      <a:pt x="17" y="20"/>
                      <a:pt x="12" y="17"/>
                      <a:pt x="8" y="13"/>
                    </a:cubicBezTo>
                    <a:cubicBezTo>
                      <a:pt x="4" y="8"/>
                      <a:pt x="1" y="4"/>
                      <a:pt x="0" y="0"/>
                    </a:cubicBezTo>
                    <a:cubicBezTo>
                      <a:pt x="4" y="0"/>
                      <a:pt x="9" y="3"/>
                      <a:pt x="13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4" name="Freeform 802">
                <a:extLst>
                  <a:ext uri="{FF2B5EF4-FFF2-40B4-BE49-F238E27FC236}">
                    <a16:creationId xmlns:a16="http://schemas.microsoft.com/office/drawing/2014/main" id="{3C375BA2-8DD7-45E3-B566-2ED1E16FD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449"/>
                <a:ext cx="35" cy="34"/>
              </a:xfrm>
              <a:custGeom>
                <a:avLst/>
                <a:gdLst>
                  <a:gd name="T0" fmla="*/ 21 w 21"/>
                  <a:gd name="T1" fmla="*/ 0 h 21"/>
                  <a:gd name="T2" fmla="*/ 13 w 21"/>
                  <a:gd name="T3" fmla="*/ 13 h 21"/>
                  <a:gd name="T4" fmla="*/ 0 w 21"/>
                  <a:gd name="T5" fmla="*/ 21 h 21"/>
                  <a:gd name="T6" fmla="*/ 8 w 21"/>
                  <a:gd name="T7" fmla="*/ 8 h 21"/>
                  <a:gd name="T8" fmla="*/ 21 w 21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21" y="0"/>
                    </a:moveTo>
                    <a:cubicBezTo>
                      <a:pt x="20" y="4"/>
                      <a:pt x="17" y="8"/>
                      <a:pt x="13" y="13"/>
                    </a:cubicBezTo>
                    <a:cubicBezTo>
                      <a:pt x="9" y="17"/>
                      <a:pt x="4" y="20"/>
                      <a:pt x="0" y="21"/>
                    </a:cubicBezTo>
                    <a:cubicBezTo>
                      <a:pt x="1" y="17"/>
                      <a:pt x="3" y="12"/>
                      <a:pt x="8" y="8"/>
                    </a:cubicBezTo>
                    <a:cubicBezTo>
                      <a:pt x="12" y="3"/>
                      <a:pt x="17" y="0"/>
                      <a:pt x="2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5" name="Freeform 803">
                <a:extLst>
                  <a:ext uri="{FF2B5EF4-FFF2-40B4-BE49-F238E27FC236}">
                    <a16:creationId xmlns:a16="http://schemas.microsoft.com/office/drawing/2014/main" id="{AF090DBA-0E90-4310-814C-C61E12EF1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426"/>
                <a:ext cx="35" cy="34"/>
              </a:xfrm>
              <a:custGeom>
                <a:avLst/>
                <a:gdLst>
                  <a:gd name="T0" fmla="*/ 13 w 21"/>
                  <a:gd name="T1" fmla="*/ 8 h 21"/>
                  <a:gd name="T2" fmla="*/ 21 w 21"/>
                  <a:gd name="T3" fmla="*/ 21 h 21"/>
                  <a:gd name="T4" fmla="*/ 8 w 21"/>
                  <a:gd name="T5" fmla="*/ 14 h 21"/>
                  <a:gd name="T6" fmla="*/ 0 w 21"/>
                  <a:gd name="T7" fmla="*/ 0 h 21"/>
                  <a:gd name="T8" fmla="*/ 13 w 21"/>
                  <a:gd name="T9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3" y="8"/>
                    </a:moveTo>
                    <a:cubicBezTo>
                      <a:pt x="18" y="13"/>
                      <a:pt x="20" y="18"/>
                      <a:pt x="21" y="21"/>
                    </a:cubicBezTo>
                    <a:cubicBezTo>
                      <a:pt x="17" y="21"/>
                      <a:pt x="12" y="18"/>
                      <a:pt x="8" y="14"/>
                    </a:cubicBezTo>
                    <a:cubicBezTo>
                      <a:pt x="4" y="9"/>
                      <a:pt x="1" y="4"/>
                      <a:pt x="0" y="0"/>
                    </a:cubicBezTo>
                    <a:cubicBezTo>
                      <a:pt x="4" y="1"/>
                      <a:pt x="9" y="4"/>
                      <a:pt x="13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6" name="Freeform 804">
                <a:extLst>
                  <a:ext uri="{FF2B5EF4-FFF2-40B4-BE49-F238E27FC236}">
                    <a16:creationId xmlns:a16="http://schemas.microsoft.com/office/drawing/2014/main" id="{9D9FE820-8BA0-4E83-94AF-F81EB99FF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426"/>
                <a:ext cx="35" cy="34"/>
              </a:xfrm>
              <a:custGeom>
                <a:avLst/>
                <a:gdLst>
                  <a:gd name="T0" fmla="*/ 21 w 21"/>
                  <a:gd name="T1" fmla="*/ 0 h 21"/>
                  <a:gd name="T2" fmla="*/ 13 w 21"/>
                  <a:gd name="T3" fmla="*/ 14 h 21"/>
                  <a:gd name="T4" fmla="*/ 0 w 21"/>
                  <a:gd name="T5" fmla="*/ 21 h 21"/>
                  <a:gd name="T6" fmla="*/ 8 w 21"/>
                  <a:gd name="T7" fmla="*/ 8 h 21"/>
                  <a:gd name="T8" fmla="*/ 21 w 21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21" y="0"/>
                    </a:moveTo>
                    <a:cubicBezTo>
                      <a:pt x="20" y="4"/>
                      <a:pt x="17" y="9"/>
                      <a:pt x="13" y="14"/>
                    </a:cubicBezTo>
                    <a:cubicBezTo>
                      <a:pt x="9" y="18"/>
                      <a:pt x="4" y="21"/>
                      <a:pt x="0" y="21"/>
                    </a:cubicBezTo>
                    <a:cubicBezTo>
                      <a:pt x="1" y="18"/>
                      <a:pt x="3" y="13"/>
                      <a:pt x="8" y="8"/>
                    </a:cubicBezTo>
                    <a:cubicBezTo>
                      <a:pt x="12" y="4"/>
                      <a:pt x="17" y="1"/>
                      <a:pt x="2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7" name="Freeform 805">
                <a:extLst>
                  <a:ext uri="{FF2B5EF4-FFF2-40B4-BE49-F238E27FC236}">
                    <a16:creationId xmlns:a16="http://schemas.microsoft.com/office/drawing/2014/main" id="{28CA42BA-5068-4F4B-A956-D5DAF7FCB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405"/>
                <a:ext cx="35" cy="34"/>
              </a:xfrm>
              <a:custGeom>
                <a:avLst/>
                <a:gdLst>
                  <a:gd name="T0" fmla="*/ 13 w 21"/>
                  <a:gd name="T1" fmla="*/ 8 h 21"/>
                  <a:gd name="T2" fmla="*/ 21 w 21"/>
                  <a:gd name="T3" fmla="*/ 21 h 21"/>
                  <a:gd name="T4" fmla="*/ 8 w 21"/>
                  <a:gd name="T5" fmla="*/ 13 h 21"/>
                  <a:gd name="T6" fmla="*/ 0 w 21"/>
                  <a:gd name="T7" fmla="*/ 0 h 21"/>
                  <a:gd name="T8" fmla="*/ 13 w 21"/>
                  <a:gd name="T9" fmla="*/ 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3" y="8"/>
                    </a:moveTo>
                    <a:cubicBezTo>
                      <a:pt x="18" y="12"/>
                      <a:pt x="20" y="17"/>
                      <a:pt x="21" y="21"/>
                    </a:cubicBezTo>
                    <a:cubicBezTo>
                      <a:pt x="17" y="20"/>
                      <a:pt x="12" y="18"/>
                      <a:pt x="8" y="13"/>
                    </a:cubicBezTo>
                    <a:cubicBezTo>
                      <a:pt x="4" y="9"/>
                      <a:pt x="1" y="4"/>
                      <a:pt x="0" y="0"/>
                    </a:cubicBezTo>
                    <a:cubicBezTo>
                      <a:pt x="4" y="1"/>
                      <a:pt x="9" y="3"/>
                      <a:pt x="13" y="8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8" name="Freeform 806">
                <a:extLst>
                  <a:ext uri="{FF2B5EF4-FFF2-40B4-BE49-F238E27FC236}">
                    <a16:creationId xmlns:a16="http://schemas.microsoft.com/office/drawing/2014/main" id="{8F8FC3A6-16D1-4D76-9CDC-55879BF2F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3" y="1405"/>
                <a:ext cx="35" cy="34"/>
              </a:xfrm>
              <a:custGeom>
                <a:avLst/>
                <a:gdLst>
                  <a:gd name="T0" fmla="*/ 21 w 21"/>
                  <a:gd name="T1" fmla="*/ 0 h 21"/>
                  <a:gd name="T2" fmla="*/ 13 w 21"/>
                  <a:gd name="T3" fmla="*/ 13 h 21"/>
                  <a:gd name="T4" fmla="*/ 0 w 21"/>
                  <a:gd name="T5" fmla="*/ 21 h 21"/>
                  <a:gd name="T6" fmla="*/ 8 w 21"/>
                  <a:gd name="T7" fmla="*/ 8 h 21"/>
                  <a:gd name="T8" fmla="*/ 21 w 21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21" y="0"/>
                    </a:moveTo>
                    <a:cubicBezTo>
                      <a:pt x="20" y="4"/>
                      <a:pt x="17" y="9"/>
                      <a:pt x="13" y="13"/>
                    </a:cubicBezTo>
                    <a:cubicBezTo>
                      <a:pt x="9" y="18"/>
                      <a:pt x="4" y="20"/>
                      <a:pt x="0" y="21"/>
                    </a:cubicBezTo>
                    <a:cubicBezTo>
                      <a:pt x="1" y="17"/>
                      <a:pt x="3" y="12"/>
                      <a:pt x="8" y="8"/>
                    </a:cubicBezTo>
                    <a:cubicBezTo>
                      <a:pt x="12" y="3"/>
                      <a:pt x="17" y="1"/>
                      <a:pt x="21" y="0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1249" name="Freeform 807">
                <a:extLst>
                  <a:ext uri="{FF2B5EF4-FFF2-40B4-BE49-F238E27FC236}">
                    <a16:creationId xmlns:a16="http://schemas.microsoft.com/office/drawing/2014/main" id="{94E8A866-3936-4584-8CDB-7B4FDF8F6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384"/>
                <a:ext cx="35" cy="34"/>
              </a:xfrm>
              <a:custGeom>
                <a:avLst/>
                <a:gdLst>
                  <a:gd name="T0" fmla="*/ 13 w 21"/>
                  <a:gd name="T1" fmla="*/ 7 h 21"/>
                  <a:gd name="T2" fmla="*/ 21 w 21"/>
                  <a:gd name="T3" fmla="*/ 21 h 21"/>
                  <a:gd name="T4" fmla="*/ 8 w 21"/>
                  <a:gd name="T5" fmla="*/ 13 h 21"/>
                  <a:gd name="T6" fmla="*/ 0 w 21"/>
                  <a:gd name="T7" fmla="*/ 0 h 21"/>
                  <a:gd name="T8" fmla="*/ 13 w 21"/>
                  <a:gd name="T9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3" y="7"/>
                    </a:moveTo>
                    <a:cubicBezTo>
                      <a:pt x="18" y="12"/>
                      <a:pt x="20" y="17"/>
                      <a:pt x="21" y="21"/>
                    </a:cubicBezTo>
                    <a:cubicBezTo>
                      <a:pt x="17" y="20"/>
                      <a:pt x="12" y="17"/>
                      <a:pt x="8" y="13"/>
                    </a:cubicBezTo>
                    <a:cubicBezTo>
                      <a:pt x="4" y="8"/>
                      <a:pt x="1" y="3"/>
                      <a:pt x="0" y="0"/>
                    </a:cubicBezTo>
                    <a:cubicBezTo>
                      <a:pt x="4" y="0"/>
                      <a:pt x="9" y="3"/>
                      <a:pt x="13" y="7"/>
                    </a:cubicBezTo>
                    <a:close/>
                  </a:path>
                </a:pathLst>
              </a:custGeom>
              <a:solidFill>
                <a:srgbClr val="9DC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</p:grpSp>
        <p:sp>
          <p:nvSpPr>
            <p:cNvPr id="510" name="Freeform 809">
              <a:extLst>
                <a:ext uri="{FF2B5EF4-FFF2-40B4-BE49-F238E27FC236}">
                  <a16:creationId xmlns:a16="http://schemas.microsoft.com/office/drawing/2014/main" id="{691C4D47-6C11-4076-BE00-A129D6670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037" y="3067589"/>
              <a:ext cx="55563" cy="53975"/>
            </a:xfrm>
            <a:custGeom>
              <a:avLst/>
              <a:gdLst>
                <a:gd name="T0" fmla="*/ 21 w 21"/>
                <a:gd name="T1" fmla="*/ 0 h 21"/>
                <a:gd name="T2" fmla="*/ 13 w 21"/>
                <a:gd name="T3" fmla="*/ 13 h 21"/>
                <a:gd name="T4" fmla="*/ 0 w 21"/>
                <a:gd name="T5" fmla="*/ 21 h 21"/>
                <a:gd name="T6" fmla="*/ 8 w 21"/>
                <a:gd name="T7" fmla="*/ 7 h 21"/>
                <a:gd name="T8" fmla="*/ 21 w 21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1" y="0"/>
                  </a:moveTo>
                  <a:cubicBezTo>
                    <a:pt x="20" y="3"/>
                    <a:pt x="17" y="8"/>
                    <a:pt x="13" y="13"/>
                  </a:cubicBezTo>
                  <a:cubicBezTo>
                    <a:pt x="9" y="17"/>
                    <a:pt x="4" y="20"/>
                    <a:pt x="0" y="21"/>
                  </a:cubicBezTo>
                  <a:cubicBezTo>
                    <a:pt x="1" y="17"/>
                    <a:pt x="3" y="12"/>
                    <a:pt x="8" y="7"/>
                  </a:cubicBezTo>
                  <a:cubicBezTo>
                    <a:pt x="12" y="3"/>
                    <a:pt x="17" y="0"/>
                    <a:pt x="21" y="0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11" name="Freeform 810">
              <a:extLst>
                <a:ext uri="{FF2B5EF4-FFF2-40B4-BE49-F238E27FC236}">
                  <a16:creationId xmlns:a16="http://schemas.microsoft.com/office/drawing/2014/main" id="{F6296C69-113D-446D-A743-CF0FAA29D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887" y="3031077"/>
              <a:ext cx="55563" cy="53975"/>
            </a:xfrm>
            <a:custGeom>
              <a:avLst/>
              <a:gdLst>
                <a:gd name="T0" fmla="*/ 13 w 21"/>
                <a:gd name="T1" fmla="*/ 8 h 21"/>
                <a:gd name="T2" fmla="*/ 21 w 21"/>
                <a:gd name="T3" fmla="*/ 21 h 21"/>
                <a:gd name="T4" fmla="*/ 8 w 21"/>
                <a:gd name="T5" fmla="*/ 13 h 21"/>
                <a:gd name="T6" fmla="*/ 0 w 21"/>
                <a:gd name="T7" fmla="*/ 0 h 21"/>
                <a:gd name="T8" fmla="*/ 13 w 21"/>
                <a:gd name="T9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13" y="8"/>
                  </a:moveTo>
                  <a:cubicBezTo>
                    <a:pt x="18" y="13"/>
                    <a:pt x="20" y="18"/>
                    <a:pt x="21" y="21"/>
                  </a:cubicBezTo>
                  <a:cubicBezTo>
                    <a:pt x="17" y="21"/>
                    <a:pt x="12" y="18"/>
                    <a:pt x="8" y="13"/>
                  </a:cubicBezTo>
                  <a:cubicBezTo>
                    <a:pt x="4" y="9"/>
                    <a:pt x="1" y="4"/>
                    <a:pt x="0" y="0"/>
                  </a:cubicBezTo>
                  <a:cubicBezTo>
                    <a:pt x="4" y="1"/>
                    <a:pt x="9" y="4"/>
                    <a:pt x="13" y="8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2" name="Freeform 811">
              <a:extLst>
                <a:ext uri="{FF2B5EF4-FFF2-40B4-BE49-F238E27FC236}">
                  <a16:creationId xmlns:a16="http://schemas.microsoft.com/office/drawing/2014/main" id="{AE0EBA15-6161-4925-B198-9916CB636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037" y="3031077"/>
              <a:ext cx="55563" cy="53975"/>
            </a:xfrm>
            <a:custGeom>
              <a:avLst/>
              <a:gdLst>
                <a:gd name="T0" fmla="*/ 21 w 21"/>
                <a:gd name="T1" fmla="*/ 0 h 21"/>
                <a:gd name="T2" fmla="*/ 13 w 21"/>
                <a:gd name="T3" fmla="*/ 13 h 21"/>
                <a:gd name="T4" fmla="*/ 0 w 21"/>
                <a:gd name="T5" fmla="*/ 21 h 21"/>
                <a:gd name="T6" fmla="*/ 8 w 21"/>
                <a:gd name="T7" fmla="*/ 8 h 21"/>
                <a:gd name="T8" fmla="*/ 21 w 21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1" y="0"/>
                  </a:moveTo>
                  <a:cubicBezTo>
                    <a:pt x="20" y="4"/>
                    <a:pt x="17" y="9"/>
                    <a:pt x="13" y="13"/>
                  </a:cubicBezTo>
                  <a:cubicBezTo>
                    <a:pt x="9" y="18"/>
                    <a:pt x="4" y="21"/>
                    <a:pt x="0" y="21"/>
                  </a:cubicBezTo>
                  <a:cubicBezTo>
                    <a:pt x="1" y="18"/>
                    <a:pt x="3" y="13"/>
                    <a:pt x="8" y="8"/>
                  </a:cubicBezTo>
                  <a:cubicBezTo>
                    <a:pt x="12" y="4"/>
                    <a:pt x="17" y="1"/>
                    <a:pt x="21" y="0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3" name="Freeform 812">
              <a:extLst>
                <a:ext uri="{FF2B5EF4-FFF2-40B4-BE49-F238E27FC236}">
                  <a16:creationId xmlns:a16="http://schemas.microsoft.com/office/drawing/2014/main" id="{D6CA59B3-8660-4F67-ABC0-A9D0468A2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887" y="2996152"/>
              <a:ext cx="55563" cy="55563"/>
            </a:xfrm>
            <a:custGeom>
              <a:avLst/>
              <a:gdLst>
                <a:gd name="T0" fmla="*/ 13 w 21"/>
                <a:gd name="T1" fmla="*/ 8 h 21"/>
                <a:gd name="T2" fmla="*/ 21 w 21"/>
                <a:gd name="T3" fmla="*/ 21 h 21"/>
                <a:gd name="T4" fmla="*/ 8 w 21"/>
                <a:gd name="T5" fmla="*/ 13 h 21"/>
                <a:gd name="T6" fmla="*/ 0 w 21"/>
                <a:gd name="T7" fmla="*/ 0 h 21"/>
                <a:gd name="T8" fmla="*/ 13 w 21"/>
                <a:gd name="T9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13" y="8"/>
                  </a:moveTo>
                  <a:cubicBezTo>
                    <a:pt x="18" y="12"/>
                    <a:pt x="20" y="17"/>
                    <a:pt x="21" y="21"/>
                  </a:cubicBezTo>
                  <a:cubicBezTo>
                    <a:pt x="17" y="20"/>
                    <a:pt x="12" y="18"/>
                    <a:pt x="8" y="13"/>
                  </a:cubicBezTo>
                  <a:cubicBezTo>
                    <a:pt x="4" y="9"/>
                    <a:pt x="1" y="4"/>
                    <a:pt x="0" y="0"/>
                  </a:cubicBezTo>
                  <a:cubicBezTo>
                    <a:pt x="4" y="0"/>
                    <a:pt x="9" y="3"/>
                    <a:pt x="13" y="8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4" name="Freeform 813">
              <a:extLst>
                <a:ext uri="{FF2B5EF4-FFF2-40B4-BE49-F238E27FC236}">
                  <a16:creationId xmlns:a16="http://schemas.microsoft.com/office/drawing/2014/main" id="{414B5CC7-C6AF-4F0E-B5B3-5DC076594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037" y="2996152"/>
              <a:ext cx="55563" cy="55563"/>
            </a:xfrm>
            <a:custGeom>
              <a:avLst/>
              <a:gdLst>
                <a:gd name="T0" fmla="*/ 21 w 21"/>
                <a:gd name="T1" fmla="*/ 0 h 21"/>
                <a:gd name="T2" fmla="*/ 13 w 21"/>
                <a:gd name="T3" fmla="*/ 13 h 21"/>
                <a:gd name="T4" fmla="*/ 0 w 21"/>
                <a:gd name="T5" fmla="*/ 21 h 21"/>
                <a:gd name="T6" fmla="*/ 8 w 21"/>
                <a:gd name="T7" fmla="*/ 8 h 21"/>
                <a:gd name="T8" fmla="*/ 21 w 21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1" y="0"/>
                  </a:moveTo>
                  <a:cubicBezTo>
                    <a:pt x="20" y="4"/>
                    <a:pt x="17" y="9"/>
                    <a:pt x="13" y="13"/>
                  </a:cubicBezTo>
                  <a:cubicBezTo>
                    <a:pt x="9" y="18"/>
                    <a:pt x="4" y="20"/>
                    <a:pt x="0" y="21"/>
                  </a:cubicBezTo>
                  <a:cubicBezTo>
                    <a:pt x="1" y="17"/>
                    <a:pt x="3" y="12"/>
                    <a:pt x="8" y="8"/>
                  </a:cubicBezTo>
                  <a:cubicBezTo>
                    <a:pt x="12" y="3"/>
                    <a:pt x="17" y="0"/>
                    <a:pt x="21" y="0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5" name="Freeform 814">
              <a:extLst>
                <a:ext uri="{FF2B5EF4-FFF2-40B4-BE49-F238E27FC236}">
                  <a16:creationId xmlns:a16="http://schemas.microsoft.com/office/drawing/2014/main" id="{6475778C-767D-4CF4-9390-D3192F85B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887" y="2962814"/>
              <a:ext cx="55563" cy="52388"/>
            </a:xfrm>
            <a:custGeom>
              <a:avLst/>
              <a:gdLst>
                <a:gd name="T0" fmla="*/ 13 w 21"/>
                <a:gd name="T1" fmla="*/ 7 h 20"/>
                <a:gd name="T2" fmla="*/ 21 w 21"/>
                <a:gd name="T3" fmla="*/ 20 h 20"/>
                <a:gd name="T4" fmla="*/ 8 w 21"/>
                <a:gd name="T5" fmla="*/ 13 h 20"/>
                <a:gd name="T6" fmla="*/ 0 w 21"/>
                <a:gd name="T7" fmla="*/ 0 h 20"/>
                <a:gd name="T8" fmla="*/ 13 w 21"/>
                <a:gd name="T9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13" y="7"/>
                  </a:moveTo>
                  <a:cubicBezTo>
                    <a:pt x="18" y="12"/>
                    <a:pt x="20" y="17"/>
                    <a:pt x="21" y="20"/>
                  </a:cubicBezTo>
                  <a:cubicBezTo>
                    <a:pt x="17" y="20"/>
                    <a:pt x="12" y="17"/>
                    <a:pt x="8" y="13"/>
                  </a:cubicBezTo>
                  <a:cubicBezTo>
                    <a:pt x="4" y="8"/>
                    <a:pt x="1" y="3"/>
                    <a:pt x="0" y="0"/>
                  </a:cubicBezTo>
                  <a:cubicBezTo>
                    <a:pt x="4" y="0"/>
                    <a:pt x="9" y="3"/>
                    <a:pt x="13" y="7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6" name="Freeform 815">
              <a:extLst>
                <a:ext uri="{FF2B5EF4-FFF2-40B4-BE49-F238E27FC236}">
                  <a16:creationId xmlns:a16="http://schemas.microsoft.com/office/drawing/2014/main" id="{7DB35A5F-92B4-4C5B-90D3-05285CA60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037" y="2962814"/>
              <a:ext cx="55563" cy="52388"/>
            </a:xfrm>
            <a:custGeom>
              <a:avLst/>
              <a:gdLst>
                <a:gd name="T0" fmla="*/ 21 w 21"/>
                <a:gd name="T1" fmla="*/ 0 h 20"/>
                <a:gd name="T2" fmla="*/ 13 w 21"/>
                <a:gd name="T3" fmla="*/ 13 h 20"/>
                <a:gd name="T4" fmla="*/ 0 w 21"/>
                <a:gd name="T5" fmla="*/ 20 h 20"/>
                <a:gd name="T6" fmla="*/ 8 w 21"/>
                <a:gd name="T7" fmla="*/ 7 h 20"/>
                <a:gd name="T8" fmla="*/ 21 w 21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1" y="0"/>
                  </a:moveTo>
                  <a:cubicBezTo>
                    <a:pt x="20" y="3"/>
                    <a:pt x="17" y="8"/>
                    <a:pt x="13" y="13"/>
                  </a:cubicBezTo>
                  <a:cubicBezTo>
                    <a:pt x="9" y="17"/>
                    <a:pt x="4" y="20"/>
                    <a:pt x="0" y="20"/>
                  </a:cubicBezTo>
                  <a:cubicBezTo>
                    <a:pt x="1" y="17"/>
                    <a:pt x="3" y="12"/>
                    <a:pt x="8" y="7"/>
                  </a:cubicBezTo>
                  <a:cubicBezTo>
                    <a:pt x="12" y="3"/>
                    <a:pt x="17" y="0"/>
                    <a:pt x="21" y="0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7" name="Freeform 816">
              <a:extLst>
                <a:ext uri="{FF2B5EF4-FFF2-40B4-BE49-F238E27FC236}">
                  <a16:creationId xmlns:a16="http://schemas.microsoft.com/office/drawing/2014/main" id="{A0A8CBB8-27E5-4BBC-BC38-9CC6AE6AC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887" y="2926302"/>
              <a:ext cx="55563" cy="55563"/>
            </a:xfrm>
            <a:custGeom>
              <a:avLst/>
              <a:gdLst>
                <a:gd name="T0" fmla="*/ 13 w 21"/>
                <a:gd name="T1" fmla="*/ 8 h 21"/>
                <a:gd name="T2" fmla="*/ 21 w 21"/>
                <a:gd name="T3" fmla="*/ 21 h 21"/>
                <a:gd name="T4" fmla="*/ 8 w 21"/>
                <a:gd name="T5" fmla="*/ 13 h 21"/>
                <a:gd name="T6" fmla="*/ 0 w 21"/>
                <a:gd name="T7" fmla="*/ 0 h 21"/>
                <a:gd name="T8" fmla="*/ 13 w 21"/>
                <a:gd name="T9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13" y="8"/>
                  </a:moveTo>
                  <a:cubicBezTo>
                    <a:pt x="18" y="12"/>
                    <a:pt x="20" y="17"/>
                    <a:pt x="21" y="21"/>
                  </a:cubicBezTo>
                  <a:cubicBezTo>
                    <a:pt x="17" y="21"/>
                    <a:pt x="12" y="18"/>
                    <a:pt x="8" y="13"/>
                  </a:cubicBezTo>
                  <a:cubicBezTo>
                    <a:pt x="4" y="9"/>
                    <a:pt x="1" y="4"/>
                    <a:pt x="0" y="0"/>
                  </a:cubicBezTo>
                  <a:cubicBezTo>
                    <a:pt x="4" y="1"/>
                    <a:pt x="9" y="4"/>
                    <a:pt x="13" y="8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8" name="Freeform 817">
              <a:extLst>
                <a:ext uri="{FF2B5EF4-FFF2-40B4-BE49-F238E27FC236}">
                  <a16:creationId xmlns:a16="http://schemas.microsoft.com/office/drawing/2014/main" id="{FD606474-87F3-4632-98A6-A1AADA8E9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037" y="2926302"/>
              <a:ext cx="55563" cy="55563"/>
            </a:xfrm>
            <a:custGeom>
              <a:avLst/>
              <a:gdLst>
                <a:gd name="T0" fmla="*/ 21 w 21"/>
                <a:gd name="T1" fmla="*/ 0 h 21"/>
                <a:gd name="T2" fmla="*/ 13 w 21"/>
                <a:gd name="T3" fmla="*/ 13 h 21"/>
                <a:gd name="T4" fmla="*/ 0 w 21"/>
                <a:gd name="T5" fmla="*/ 21 h 21"/>
                <a:gd name="T6" fmla="*/ 8 w 21"/>
                <a:gd name="T7" fmla="*/ 8 h 21"/>
                <a:gd name="T8" fmla="*/ 21 w 21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1" y="0"/>
                  </a:moveTo>
                  <a:cubicBezTo>
                    <a:pt x="20" y="4"/>
                    <a:pt x="17" y="9"/>
                    <a:pt x="13" y="13"/>
                  </a:cubicBezTo>
                  <a:cubicBezTo>
                    <a:pt x="9" y="18"/>
                    <a:pt x="4" y="21"/>
                    <a:pt x="0" y="21"/>
                  </a:cubicBezTo>
                  <a:cubicBezTo>
                    <a:pt x="1" y="17"/>
                    <a:pt x="3" y="12"/>
                    <a:pt x="8" y="8"/>
                  </a:cubicBezTo>
                  <a:cubicBezTo>
                    <a:pt x="12" y="4"/>
                    <a:pt x="17" y="1"/>
                    <a:pt x="21" y="0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59" name="Freeform 818">
              <a:extLst>
                <a:ext uri="{FF2B5EF4-FFF2-40B4-BE49-F238E27FC236}">
                  <a16:creationId xmlns:a16="http://schemas.microsoft.com/office/drawing/2014/main" id="{F19699DE-5872-4AB0-B7D1-71706E416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12" y="2877089"/>
              <a:ext cx="17463" cy="77788"/>
            </a:xfrm>
            <a:custGeom>
              <a:avLst/>
              <a:gdLst>
                <a:gd name="T0" fmla="*/ 7 w 7"/>
                <a:gd name="T1" fmla="*/ 15 h 30"/>
                <a:gd name="T2" fmla="*/ 3 w 7"/>
                <a:gd name="T3" fmla="*/ 30 h 30"/>
                <a:gd name="T4" fmla="*/ 0 w 7"/>
                <a:gd name="T5" fmla="*/ 15 h 30"/>
                <a:gd name="T6" fmla="*/ 3 w 7"/>
                <a:gd name="T7" fmla="*/ 0 h 30"/>
                <a:gd name="T8" fmla="*/ 7 w 7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0">
                  <a:moveTo>
                    <a:pt x="7" y="15"/>
                  </a:moveTo>
                  <a:cubicBezTo>
                    <a:pt x="7" y="21"/>
                    <a:pt x="6" y="27"/>
                    <a:pt x="3" y="30"/>
                  </a:cubicBezTo>
                  <a:cubicBezTo>
                    <a:pt x="1" y="27"/>
                    <a:pt x="0" y="21"/>
                    <a:pt x="0" y="15"/>
                  </a:cubicBezTo>
                  <a:cubicBezTo>
                    <a:pt x="0" y="9"/>
                    <a:pt x="1" y="3"/>
                    <a:pt x="3" y="0"/>
                  </a:cubicBezTo>
                  <a:cubicBezTo>
                    <a:pt x="6" y="3"/>
                    <a:pt x="7" y="9"/>
                    <a:pt x="7" y="15"/>
                  </a:cubicBezTo>
                  <a:close/>
                </a:path>
              </a:pathLst>
            </a:cu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0" name="Rectangle 819">
              <a:extLst>
                <a:ext uri="{FF2B5EF4-FFF2-40B4-BE49-F238E27FC236}">
                  <a16:creationId xmlns:a16="http://schemas.microsoft.com/office/drawing/2014/main" id="{1337C383-E83C-4C31-B395-0B611B7A0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274" y="2905664"/>
              <a:ext cx="7938" cy="423863"/>
            </a:xfrm>
            <a:prstGeom prst="rect">
              <a:avLst/>
            </a:prstGeom>
            <a:solidFill>
              <a:srgbClr val="9DC0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1" name="Rectangle 820">
              <a:extLst>
                <a:ext uri="{FF2B5EF4-FFF2-40B4-BE49-F238E27FC236}">
                  <a16:creationId xmlns:a16="http://schemas.microsoft.com/office/drawing/2014/main" id="{ECE92BAF-3BB6-4062-B7B2-5BB28317B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274" y="2905664"/>
              <a:ext cx="7938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2" name="Freeform 821">
              <a:extLst>
                <a:ext uri="{FF2B5EF4-FFF2-40B4-BE49-F238E27FC236}">
                  <a16:creationId xmlns:a16="http://schemas.microsoft.com/office/drawing/2014/main" id="{09354A01-0012-4119-8387-B02664B87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13652"/>
              <a:ext cx="325438" cy="212725"/>
            </a:xfrm>
            <a:custGeom>
              <a:avLst/>
              <a:gdLst>
                <a:gd name="T0" fmla="*/ 118 w 125"/>
                <a:gd name="T1" fmla="*/ 0 h 82"/>
                <a:gd name="T2" fmla="*/ 125 w 125"/>
                <a:gd name="T3" fmla="*/ 29 h 82"/>
                <a:gd name="T4" fmla="*/ 62 w 125"/>
                <a:gd name="T5" fmla="*/ 82 h 82"/>
                <a:gd name="T6" fmla="*/ 0 w 125"/>
                <a:gd name="T7" fmla="*/ 29 h 82"/>
                <a:gd name="T8" fmla="*/ 7 w 125"/>
                <a:gd name="T9" fmla="*/ 0 h 82"/>
                <a:gd name="T10" fmla="*/ 118 w 125"/>
                <a:gd name="T1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82">
                  <a:moveTo>
                    <a:pt x="118" y="0"/>
                  </a:moveTo>
                  <a:cubicBezTo>
                    <a:pt x="122" y="9"/>
                    <a:pt x="125" y="19"/>
                    <a:pt x="125" y="29"/>
                  </a:cubicBezTo>
                  <a:cubicBezTo>
                    <a:pt x="125" y="65"/>
                    <a:pt x="97" y="82"/>
                    <a:pt x="62" y="82"/>
                  </a:cubicBezTo>
                  <a:cubicBezTo>
                    <a:pt x="28" y="82"/>
                    <a:pt x="0" y="65"/>
                    <a:pt x="0" y="29"/>
                  </a:cubicBezTo>
                  <a:cubicBezTo>
                    <a:pt x="0" y="19"/>
                    <a:pt x="3" y="9"/>
                    <a:pt x="7" y="0"/>
                  </a:cubicBezTo>
                  <a:cubicBezTo>
                    <a:pt x="118" y="0"/>
                    <a:pt x="118" y="0"/>
                    <a:pt x="118" y="0"/>
                  </a:cubicBezTo>
                </a:path>
              </a:pathLst>
            </a:custGeom>
            <a:solidFill>
              <a:srgbClr val="E172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3" name="Freeform 822">
              <a:extLst>
                <a:ext uri="{FF2B5EF4-FFF2-40B4-BE49-F238E27FC236}">
                  <a16:creationId xmlns:a16="http://schemas.microsoft.com/office/drawing/2014/main" id="{08D76CF1-39C2-4BF8-AEE0-3A61B9225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574" y="3313652"/>
              <a:ext cx="287338" cy="36513"/>
            </a:xfrm>
            <a:custGeom>
              <a:avLst/>
              <a:gdLst>
                <a:gd name="T0" fmla="*/ 111 w 111"/>
                <a:gd name="T1" fmla="*/ 0 h 14"/>
                <a:gd name="T2" fmla="*/ 67 w 111"/>
                <a:gd name="T3" fmla="*/ 0 h 14"/>
                <a:gd name="T4" fmla="*/ 58 w 111"/>
                <a:gd name="T5" fmla="*/ 0 h 14"/>
                <a:gd name="T6" fmla="*/ 57 w 111"/>
                <a:gd name="T7" fmla="*/ 0 h 14"/>
                <a:gd name="T8" fmla="*/ 54 w 111"/>
                <a:gd name="T9" fmla="*/ 0 h 14"/>
                <a:gd name="T10" fmla="*/ 53 w 111"/>
                <a:gd name="T11" fmla="*/ 0 h 14"/>
                <a:gd name="T12" fmla="*/ 44 w 111"/>
                <a:gd name="T13" fmla="*/ 0 h 14"/>
                <a:gd name="T14" fmla="*/ 0 w 111"/>
                <a:gd name="T15" fmla="*/ 0 h 14"/>
                <a:gd name="T16" fmla="*/ 55 w 111"/>
                <a:gd name="T17" fmla="*/ 14 h 14"/>
                <a:gd name="T18" fmla="*/ 111 w 111"/>
                <a:gd name="T1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14">
                  <a:moveTo>
                    <a:pt x="111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25" y="14"/>
                    <a:pt x="55" y="14"/>
                  </a:cubicBezTo>
                  <a:cubicBezTo>
                    <a:pt x="86" y="14"/>
                    <a:pt x="111" y="8"/>
                    <a:pt x="111" y="0"/>
                  </a:cubicBezTo>
                </a:path>
              </a:pathLst>
            </a:custGeom>
            <a:solidFill>
              <a:srgbClr val="B45B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4" name="Freeform 823">
              <a:extLst>
                <a:ext uri="{FF2B5EF4-FFF2-40B4-BE49-F238E27FC236}">
                  <a16:creationId xmlns:a16="http://schemas.microsoft.com/office/drawing/2014/main" id="{E8E6EBB7-2975-436D-B28F-2F3E351D73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8962" y="3388264"/>
              <a:ext cx="0" cy="3175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1 h 1"/>
                <a:gd name="T4" fmla="*/ 1 h 1"/>
                <a:gd name="T5" fmla="*/ 1 h 1"/>
                <a:gd name="T6" fmla="*/ 0 h 1"/>
                <a:gd name="T7" fmla="*/ 1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5" name="Freeform 824">
              <a:extLst>
                <a:ext uri="{FF2B5EF4-FFF2-40B4-BE49-F238E27FC236}">
                  <a16:creationId xmlns:a16="http://schemas.microsoft.com/office/drawing/2014/main" id="{D1211407-02D5-47DA-A1C1-44B2F3A07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274" y="3383502"/>
              <a:ext cx="293688" cy="61913"/>
            </a:xfrm>
            <a:custGeom>
              <a:avLst/>
              <a:gdLst>
                <a:gd name="T0" fmla="*/ 113 w 113"/>
                <a:gd name="T1" fmla="*/ 0 h 24"/>
                <a:gd name="T2" fmla="*/ 0 w 113"/>
                <a:gd name="T3" fmla="*/ 0 h 24"/>
                <a:gd name="T4" fmla="*/ 46 w 113"/>
                <a:gd name="T5" fmla="*/ 24 h 24"/>
                <a:gd name="T6" fmla="*/ 109 w 113"/>
                <a:gd name="T7" fmla="*/ 24 h 24"/>
                <a:gd name="T8" fmla="*/ 113 w 113"/>
                <a:gd name="T9" fmla="*/ 3 h 24"/>
                <a:gd name="T10" fmla="*/ 113 w 113"/>
                <a:gd name="T11" fmla="*/ 3 h 24"/>
                <a:gd name="T12" fmla="*/ 113 w 113"/>
                <a:gd name="T13" fmla="*/ 3 h 24"/>
                <a:gd name="T14" fmla="*/ 113 w 113"/>
                <a:gd name="T15" fmla="*/ 3 h 24"/>
                <a:gd name="T16" fmla="*/ 113 w 113"/>
                <a:gd name="T17" fmla="*/ 3 h 24"/>
                <a:gd name="T18" fmla="*/ 113 w 113"/>
                <a:gd name="T19" fmla="*/ 2 h 24"/>
                <a:gd name="T20" fmla="*/ 113 w 113"/>
                <a:gd name="T21" fmla="*/ 2 h 24"/>
                <a:gd name="T22" fmla="*/ 113 w 113"/>
                <a:gd name="T23" fmla="*/ 2 h 24"/>
                <a:gd name="T24" fmla="*/ 113 w 113"/>
                <a:gd name="T25" fmla="*/ 2 h 24"/>
                <a:gd name="T26" fmla="*/ 113 w 113"/>
                <a:gd name="T27" fmla="*/ 2 h 24"/>
                <a:gd name="T28" fmla="*/ 113 w 113"/>
                <a:gd name="T29" fmla="*/ 2 h 24"/>
                <a:gd name="T30" fmla="*/ 113 w 113"/>
                <a:gd name="T31" fmla="*/ 2 h 24"/>
                <a:gd name="T32" fmla="*/ 113 w 113"/>
                <a:gd name="T33" fmla="*/ 2 h 24"/>
                <a:gd name="T34" fmla="*/ 113 w 113"/>
                <a:gd name="T35" fmla="*/ 2 h 24"/>
                <a:gd name="T36" fmla="*/ 113 w 113"/>
                <a:gd name="T3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3" h="24">
                  <a:moveTo>
                    <a:pt x="11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1"/>
                    <a:pt x="29" y="18"/>
                    <a:pt x="46" y="24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1" y="18"/>
                    <a:pt x="113" y="11"/>
                    <a:pt x="113" y="3"/>
                  </a:cubicBezTo>
                  <a:cubicBezTo>
                    <a:pt x="113" y="3"/>
                    <a:pt x="113" y="3"/>
                    <a:pt x="113" y="3"/>
                  </a:cubicBezTo>
                  <a:cubicBezTo>
                    <a:pt x="113" y="3"/>
                    <a:pt x="113" y="3"/>
                    <a:pt x="113" y="3"/>
                  </a:cubicBezTo>
                  <a:cubicBezTo>
                    <a:pt x="113" y="3"/>
                    <a:pt x="113" y="3"/>
                    <a:pt x="113" y="3"/>
                  </a:cubicBezTo>
                  <a:cubicBezTo>
                    <a:pt x="113" y="3"/>
                    <a:pt x="113" y="3"/>
                    <a:pt x="113" y="3"/>
                  </a:cubicBezTo>
                  <a:cubicBezTo>
                    <a:pt x="113" y="3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1"/>
                    <a:pt x="113" y="1"/>
                    <a:pt x="113" y="0"/>
                  </a:cubicBezTo>
                </a:path>
              </a:pathLst>
            </a:custGeom>
            <a:solidFill>
              <a:srgbClr val="B45B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6" name="Freeform 825">
              <a:extLst>
                <a:ext uri="{FF2B5EF4-FFF2-40B4-BE49-F238E27FC236}">
                  <a16:creationId xmlns:a16="http://schemas.microsoft.com/office/drawing/2014/main" id="{6BD0C23E-49E8-4D7B-B383-14D02044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8826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7" name="Freeform 826">
              <a:extLst>
                <a:ext uri="{FF2B5EF4-FFF2-40B4-BE49-F238E27FC236}">
                  <a16:creationId xmlns:a16="http://schemas.microsoft.com/office/drawing/2014/main" id="{9E84E1B9-5940-43B7-80AC-CD930AB67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8826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8" name="Freeform 827">
              <a:extLst>
                <a:ext uri="{FF2B5EF4-FFF2-40B4-BE49-F238E27FC236}">
                  <a16:creationId xmlns:a16="http://schemas.microsoft.com/office/drawing/2014/main" id="{783B53F4-E833-4BA3-9D81-AE62C5EB3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8826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69" name="Freeform 828">
              <a:extLst>
                <a:ext uri="{FF2B5EF4-FFF2-40B4-BE49-F238E27FC236}">
                  <a16:creationId xmlns:a16="http://schemas.microsoft.com/office/drawing/2014/main" id="{A9E3A90C-304F-4C4C-99D4-9A3050AD4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88264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0" name="Freeform 829">
              <a:extLst>
                <a:ext uri="{FF2B5EF4-FFF2-40B4-BE49-F238E27FC236}">
                  <a16:creationId xmlns:a16="http://schemas.microsoft.com/office/drawing/2014/main" id="{9615B9E9-B9F6-494B-9CCB-F6DCF5993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9143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1" name="Freeform 830">
              <a:extLst>
                <a:ext uri="{FF2B5EF4-FFF2-40B4-BE49-F238E27FC236}">
                  <a16:creationId xmlns:a16="http://schemas.microsoft.com/office/drawing/2014/main" id="{658D3416-8ADA-409E-8E05-231156FFF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524" y="338826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2" name="Freeform 831">
              <a:extLst>
                <a:ext uri="{FF2B5EF4-FFF2-40B4-BE49-F238E27FC236}">
                  <a16:creationId xmlns:a16="http://schemas.microsoft.com/office/drawing/2014/main" id="{0A0F9B6B-E1E2-4A8E-8A63-261030B2EE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524" y="3354927"/>
              <a:ext cx="31750" cy="36513"/>
            </a:xfrm>
            <a:custGeom>
              <a:avLst/>
              <a:gdLst>
                <a:gd name="T0" fmla="*/ 0 w 12"/>
                <a:gd name="T1" fmla="*/ 14 h 14"/>
                <a:gd name="T2" fmla="*/ 0 w 12"/>
                <a:gd name="T3" fmla="*/ 14 h 14"/>
                <a:gd name="T4" fmla="*/ 0 w 12"/>
                <a:gd name="T5" fmla="*/ 14 h 14"/>
                <a:gd name="T6" fmla="*/ 0 w 12"/>
                <a:gd name="T7" fmla="*/ 13 h 14"/>
                <a:gd name="T8" fmla="*/ 0 w 12"/>
                <a:gd name="T9" fmla="*/ 13 h 14"/>
                <a:gd name="T10" fmla="*/ 0 w 12"/>
                <a:gd name="T11" fmla="*/ 13 h 14"/>
                <a:gd name="T12" fmla="*/ 0 w 12"/>
                <a:gd name="T13" fmla="*/ 13 h 14"/>
                <a:gd name="T14" fmla="*/ 0 w 12"/>
                <a:gd name="T15" fmla="*/ 13 h 14"/>
                <a:gd name="T16" fmla="*/ 0 w 12"/>
                <a:gd name="T17" fmla="*/ 13 h 14"/>
                <a:gd name="T18" fmla="*/ 0 w 12"/>
                <a:gd name="T19" fmla="*/ 13 h 14"/>
                <a:gd name="T20" fmla="*/ 0 w 12"/>
                <a:gd name="T21" fmla="*/ 13 h 14"/>
                <a:gd name="T22" fmla="*/ 0 w 12"/>
                <a:gd name="T23" fmla="*/ 13 h 14"/>
                <a:gd name="T24" fmla="*/ 1 w 12"/>
                <a:gd name="T25" fmla="*/ 0 h 14"/>
                <a:gd name="T26" fmla="*/ 0 w 12"/>
                <a:gd name="T27" fmla="*/ 13 h 14"/>
                <a:gd name="T28" fmla="*/ 0 w 12"/>
                <a:gd name="T29" fmla="*/ 13 h 14"/>
                <a:gd name="T30" fmla="*/ 0 w 12"/>
                <a:gd name="T31" fmla="*/ 13 h 14"/>
                <a:gd name="T32" fmla="*/ 0 w 12"/>
                <a:gd name="T33" fmla="*/ 13 h 14"/>
                <a:gd name="T34" fmla="*/ 0 w 12"/>
                <a:gd name="T35" fmla="*/ 13 h 14"/>
                <a:gd name="T36" fmla="*/ 0 w 12"/>
                <a:gd name="T37" fmla="*/ 11 h 14"/>
                <a:gd name="T38" fmla="*/ 12 w 12"/>
                <a:gd name="T39" fmla="*/ 11 h 14"/>
                <a:gd name="T40" fmla="*/ 1 w 12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" h="14"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1" y="0"/>
                  </a:moveTo>
                  <a:cubicBezTo>
                    <a:pt x="1" y="4"/>
                    <a:pt x="0" y="9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2"/>
                    <a:pt x="0" y="12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8" y="8"/>
                    <a:pt x="4" y="4"/>
                    <a:pt x="1" y="0"/>
                  </a:cubicBezTo>
                </a:path>
              </a:pathLst>
            </a:custGeom>
            <a:solidFill>
              <a:srgbClr val="B45B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3" name="Freeform 832">
              <a:extLst>
                <a:ext uri="{FF2B5EF4-FFF2-40B4-BE49-F238E27FC236}">
                  <a16:creationId xmlns:a16="http://schemas.microsoft.com/office/drawing/2014/main" id="{BAB65C2F-0E96-4C71-A344-0A0CE2EA7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91439"/>
              <a:ext cx="296863" cy="127000"/>
            </a:xfrm>
            <a:custGeom>
              <a:avLst/>
              <a:gdLst>
                <a:gd name="T0" fmla="*/ 0 w 114"/>
                <a:gd name="T1" fmla="*/ 0 h 49"/>
                <a:gd name="T2" fmla="*/ 37 w 114"/>
                <a:gd name="T3" fmla="*/ 49 h 49"/>
                <a:gd name="T4" fmla="*/ 88 w 114"/>
                <a:gd name="T5" fmla="*/ 49 h 49"/>
                <a:gd name="T6" fmla="*/ 114 w 114"/>
                <a:gd name="T7" fmla="*/ 31 h 49"/>
                <a:gd name="T8" fmla="*/ 58 w 114"/>
                <a:gd name="T9" fmla="*/ 21 h 49"/>
                <a:gd name="T10" fmla="*/ 4 w 114"/>
                <a:gd name="T11" fmla="*/ 21 h 49"/>
                <a:gd name="T12" fmla="*/ 0 w 114"/>
                <a:gd name="T13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49">
                  <a:moveTo>
                    <a:pt x="0" y="0"/>
                  </a:moveTo>
                  <a:cubicBezTo>
                    <a:pt x="0" y="26"/>
                    <a:pt x="16" y="42"/>
                    <a:pt x="37" y="49"/>
                  </a:cubicBezTo>
                  <a:cubicBezTo>
                    <a:pt x="88" y="49"/>
                    <a:pt x="88" y="49"/>
                    <a:pt x="88" y="49"/>
                  </a:cubicBezTo>
                  <a:cubicBezTo>
                    <a:pt x="98" y="45"/>
                    <a:pt x="108" y="40"/>
                    <a:pt x="114" y="31"/>
                  </a:cubicBezTo>
                  <a:cubicBezTo>
                    <a:pt x="100" y="30"/>
                    <a:pt x="78" y="27"/>
                    <a:pt x="58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15"/>
                    <a:pt x="0" y="8"/>
                    <a:pt x="0" y="0"/>
                  </a:cubicBezTo>
                </a:path>
              </a:pathLst>
            </a:custGeom>
            <a:solidFill>
              <a:srgbClr val="B45B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4" name="Freeform 833">
              <a:extLst>
                <a:ext uri="{FF2B5EF4-FFF2-40B4-BE49-F238E27FC236}">
                  <a16:creationId xmlns:a16="http://schemas.microsoft.com/office/drawing/2014/main" id="{99289873-7DCB-4AB2-B6B9-26931EFD3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24" y="3383502"/>
              <a:ext cx="150813" cy="61913"/>
            </a:xfrm>
            <a:custGeom>
              <a:avLst/>
              <a:gdLst>
                <a:gd name="T0" fmla="*/ 12 w 58"/>
                <a:gd name="T1" fmla="*/ 0 h 24"/>
                <a:gd name="T2" fmla="*/ 0 w 58"/>
                <a:gd name="T3" fmla="*/ 0 h 24"/>
                <a:gd name="T4" fmla="*/ 0 w 58"/>
                <a:gd name="T5" fmla="*/ 2 h 24"/>
                <a:gd name="T6" fmla="*/ 0 w 58"/>
                <a:gd name="T7" fmla="*/ 2 h 24"/>
                <a:gd name="T8" fmla="*/ 0 w 58"/>
                <a:gd name="T9" fmla="*/ 2 h 24"/>
                <a:gd name="T10" fmla="*/ 0 w 58"/>
                <a:gd name="T11" fmla="*/ 2 h 24"/>
                <a:gd name="T12" fmla="*/ 0 w 58"/>
                <a:gd name="T13" fmla="*/ 2 h 24"/>
                <a:gd name="T14" fmla="*/ 0 w 58"/>
                <a:gd name="T15" fmla="*/ 2 h 24"/>
                <a:gd name="T16" fmla="*/ 0 w 58"/>
                <a:gd name="T17" fmla="*/ 2 h 24"/>
                <a:gd name="T18" fmla="*/ 0 w 58"/>
                <a:gd name="T19" fmla="*/ 3 h 24"/>
                <a:gd name="T20" fmla="*/ 0 w 58"/>
                <a:gd name="T21" fmla="*/ 3 h 24"/>
                <a:gd name="T22" fmla="*/ 0 w 58"/>
                <a:gd name="T23" fmla="*/ 3 h 24"/>
                <a:gd name="T24" fmla="*/ 4 w 58"/>
                <a:gd name="T25" fmla="*/ 24 h 24"/>
                <a:gd name="T26" fmla="*/ 58 w 58"/>
                <a:gd name="T27" fmla="*/ 24 h 24"/>
                <a:gd name="T28" fmla="*/ 12 w 58"/>
                <a:gd name="T2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" h="24">
                  <a:moveTo>
                    <a:pt x="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1"/>
                    <a:pt x="2" y="18"/>
                    <a:pt x="4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41" y="18"/>
                    <a:pt x="24" y="11"/>
                    <a:pt x="12" y="0"/>
                  </a:cubicBezTo>
                </a:path>
              </a:pathLst>
            </a:custGeom>
            <a:solidFill>
              <a:srgbClr val="904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5" name="Freeform 834">
              <a:extLst>
                <a:ext uri="{FF2B5EF4-FFF2-40B4-BE49-F238E27FC236}">
                  <a16:creationId xmlns:a16="http://schemas.microsoft.com/office/drawing/2014/main" id="{511EB7BD-7C41-4807-B3B3-7EDE5C744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999" y="3518439"/>
              <a:ext cx="344488" cy="12700"/>
            </a:xfrm>
            <a:custGeom>
              <a:avLst/>
              <a:gdLst>
                <a:gd name="T0" fmla="*/ 133 w 133"/>
                <a:gd name="T1" fmla="*/ 0 h 5"/>
                <a:gd name="T2" fmla="*/ 127 w 133"/>
                <a:gd name="T3" fmla="*/ 5 h 5"/>
                <a:gd name="T4" fmla="*/ 6 w 133"/>
                <a:gd name="T5" fmla="*/ 5 h 5"/>
                <a:gd name="T6" fmla="*/ 0 w 133"/>
                <a:gd name="T7" fmla="*/ 0 h 5"/>
                <a:gd name="T8" fmla="*/ 133 w 13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5">
                  <a:moveTo>
                    <a:pt x="133" y="0"/>
                  </a:moveTo>
                  <a:cubicBezTo>
                    <a:pt x="133" y="3"/>
                    <a:pt x="130" y="5"/>
                    <a:pt x="12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3" y="5"/>
                    <a:pt x="0" y="3"/>
                    <a:pt x="0" y="0"/>
                  </a:cubicBezTo>
                  <a:cubicBezTo>
                    <a:pt x="133" y="0"/>
                    <a:pt x="133" y="0"/>
                    <a:pt x="133" y="0"/>
                  </a:cubicBezTo>
                </a:path>
              </a:pathLst>
            </a:custGeom>
            <a:solidFill>
              <a:srgbClr val="AF48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6" name="Freeform 835">
              <a:extLst>
                <a:ext uri="{FF2B5EF4-FFF2-40B4-BE49-F238E27FC236}">
                  <a16:creationId xmlns:a16="http://schemas.microsoft.com/office/drawing/2014/main" id="{B751F575-B9AB-40A9-B61B-A795CE7F63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287" y="3531139"/>
              <a:ext cx="314325" cy="0"/>
            </a:xfrm>
            <a:custGeom>
              <a:avLst/>
              <a:gdLst>
                <a:gd name="T0" fmla="*/ 0 w 121"/>
                <a:gd name="T1" fmla="*/ 0 w 121"/>
                <a:gd name="T2" fmla="*/ 0 w 121"/>
                <a:gd name="T3" fmla="*/ 121 w 121"/>
                <a:gd name="T4" fmla="*/ 121 w 121"/>
                <a:gd name="T5" fmla="*/ 121 w 121"/>
                <a:gd name="T6" fmla="*/ 0 w 121"/>
                <a:gd name="T7" fmla="*/ 0 w 121"/>
                <a:gd name="T8" fmla="*/ 0 w 121"/>
                <a:gd name="T9" fmla="*/ 121 w 121"/>
                <a:gd name="T10" fmla="*/ 121 w 121"/>
                <a:gd name="T11" fmla="*/ 121 w 1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2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21" y="0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21" y="0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21" y="0"/>
                    <a:pt x="121" y="0"/>
                    <a:pt x="121" y="0"/>
                  </a:cubicBezTo>
                </a:path>
              </a:pathLst>
            </a:custGeom>
            <a:solidFill>
              <a:srgbClr val="99A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77" name="Freeform 836">
              <a:extLst>
                <a:ext uri="{FF2B5EF4-FFF2-40B4-BE49-F238E27FC236}">
                  <a16:creationId xmlns:a16="http://schemas.microsoft.com/office/drawing/2014/main" id="{C6ED3E01-2A65-41EC-AD07-320DC096B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587" y="3523202"/>
              <a:ext cx="339725" cy="7938"/>
            </a:xfrm>
            <a:custGeom>
              <a:avLst/>
              <a:gdLst>
                <a:gd name="T0" fmla="*/ 131 w 131"/>
                <a:gd name="T1" fmla="*/ 0 h 3"/>
                <a:gd name="T2" fmla="*/ 0 w 131"/>
                <a:gd name="T3" fmla="*/ 0 h 3"/>
                <a:gd name="T4" fmla="*/ 5 w 131"/>
                <a:gd name="T5" fmla="*/ 3 h 3"/>
                <a:gd name="T6" fmla="*/ 5 w 131"/>
                <a:gd name="T7" fmla="*/ 3 h 3"/>
                <a:gd name="T8" fmla="*/ 5 w 131"/>
                <a:gd name="T9" fmla="*/ 3 h 3"/>
                <a:gd name="T10" fmla="*/ 5 w 131"/>
                <a:gd name="T11" fmla="*/ 3 h 3"/>
                <a:gd name="T12" fmla="*/ 5 w 131"/>
                <a:gd name="T13" fmla="*/ 3 h 3"/>
                <a:gd name="T14" fmla="*/ 126 w 131"/>
                <a:gd name="T15" fmla="*/ 3 h 3"/>
                <a:gd name="T16" fmla="*/ 126 w 131"/>
                <a:gd name="T17" fmla="*/ 3 h 3"/>
                <a:gd name="T18" fmla="*/ 126 w 131"/>
                <a:gd name="T19" fmla="*/ 3 h 3"/>
                <a:gd name="T20" fmla="*/ 126 w 131"/>
                <a:gd name="T21" fmla="*/ 3 h 3"/>
                <a:gd name="T22" fmla="*/ 126 w 131"/>
                <a:gd name="T23" fmla="*/ 3 h 3"/>
                <a:gd name="T24" fmla="*/ 131 w 131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1" h="3">
                  <a:moveTo>
                    <a:pt x="1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3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126" y="3"/>
                    <a:pt x="126" y="3"/>
                    <a:pt x="126" y="3"/>
                  </a:cubicBezTo>
                  <a:cubicBezTo>
                    <a:pt x="126" y="3"/>
                    <a:pt x="126" y="3"/>
                    <a:pt x="126" y="3"/>
                  </a:cubicBezTo>
                  <a:cubicBezTo>
                    <a:pt x="126" y="3"/>
                    <a:pt x="126" y="3"/>
                    <a:pt x="126" y="3"/>
                  </a:cubicBezTo>
                  <a:cubicBezTo>
                    <a:pt x="126" y="3"/>
                    <a:pt x="126" y="3"/>
                    <a:pt x="126" y="3"/>
                  </a:cubicBezTo>
                  <a:cubicBezTo>
                    <a:pt x="126" y="3"/>
                    <a:pt x="126" y="3"/>
                    <a:pt x="126" y="3"/>
                  </a:cubicBezTo>
                  <a:cubicBezTo>
                    <a:pt x="128" y="3"/>
                    <a:pt x="130" y="2"/>
                    <a:pt x="131" y="0"/>
                  </a:cubicBezTo>
                </a:path>
              </a:pathLst>
            </a:custGeom>
            <a:solidFill>
              <a:srgbClr val="8C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1850" name="Group 1849">
            <a:extLst>
              <a:ext uri="{FF2B5EF4-FFF2-40B4-BE49-F238E27FC236}">
                <a16:creationId xmlns:a16="http://schemas.microsoft.com/office/drawing/2014/main" id="{DD9CAC61-E30A-4C50-84DB-A3888B187055}"/>
              </a:ext>
            </a:extLst>
          </p:cNvPr>
          <p:cNvGrpSpPr/>
          <p:nvPr/>
        </p:nvGrpSpPr>
        <p:grpSpPr>
          <a:xfrm>
            <a:off x="1120589" y="471268"/>
            <a:ext cx="2071687" cy="2517775"/>
            <a:chOff x="1146176" y="1022351"/>
            <a:chExt cx="2071687" cy="2517775"/>
          </a:xfrm>
        </p:grpSpPr>
        <p:sp>
          <p:nvSpPr>
            <p:cNvPr id="1654" name="Rectangle 9">
              <a:extLst>
                <a:ext uri="{FF2B5EF4-FFF2-40B4-BE49-F238E27FC236}">
                  <a16:creationId xmlns:a16="http://schemas.microsoft.com/office/drawing/2014/main" id="{A4505109-8652-46A9-A670-5AE64C896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6" y="1022351"/>
              <a:ext cx="2014538" cy="2386013"/>
            </a:xfrm>
            <a:prstGeom prst="rect">
              <a:avLst/>
            </a:prstGeom>
            <a:solidFill>
              <a:srgbClr val="135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55" name="Rectangle 10">
              <a:extLst>
                <a:ext uri="{FF2B5EF4-FFF2-40B4-BE49-F238E27FC236}">
                  <a16:creationId xmlns:a16="http://schemas.microsoft.com/office/drawing/2014/main" id="{245D2395-7F03-4420-BEFF-813E926B4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6" y="1022351"/>
              <a:ext cx="2014538" cy="238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56" name="Rectangle 11">
              <a:extLst>
                <a:ext uri="{FF2B5EF4-FFF2-40B4-BE49-F238E27FC236}">
                  <a16:creationId xmlns:a16="http://schemas.microsoft.com/office/drawing/2014/main" id="{A8076B73-3D10-4116-B454-3303A1839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116013"/>
              <a:ext cx="1827213" cy="2198688"/>
            </a:xfrm>
            <a:prstGeom prst="rect">
              <a:avLst/>
            </a:prstGeom>
            <a:solidFill>
              <a:srgbClr val="BA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57" name="Rectangle 12">
              <a:extLst>
                <a:ext uri="{FF2B5EF4-FFF2-40B4-BE49-F238E27FC236}">
                  <a16:creationId xmlns:a16="http://schemas.microsoft.com/office/drawing/2014/main" id="{3F891687-55B1-4709-AA69-7602C2F1F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116013"/>
              <a:ext cx="1827213" cy="2198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58" name="Rectangle 13">
              <a:extLst>
                <a:ext uri="{FF2B5EF4-FFF2-40B4-BE49-F238E27FC236}">
                  <a16:creationId xmlns:a16="http://schemas.microsoft.com/office/drawing/2014/main" id="{C6A4DE90-6252-4F7E-86D0-D53480C79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206501"/>
              <a:ext cx="912813" cy="71438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59" name="Rectangle 14">
              <a:extLst>
                <a:ext uri="{FF2B5EF4-FFF2-40B4-BE49-F238E27FC236}">
                  <a16:creationId xmlns:a16="http://schemas.microsoft.com/office/drawing/2014/main" id="{7B79328B-370C-45C4-B0A3-28B60195E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206501"/>
              <a:ext cx="912813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0" name="Rectangle 15">
              <a:extLst>
                <a:ext uri="{FF2B5EF4-FFF2-40B4-BE49-F238E27FC236}">
                  <a16:creationId xmlns:a16="http://schemas.microsoft.com/office/drawing/2014/main" id="{40673D83-199A-4774-8420-E9E07CA32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306513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1" name="Rectangle 16">
              <a:extLst>
                <a:ext uri="{FF2B5EF4-FFF2-40B4-BE49-F238E27FC236}">
                  <a16:creationId xmlns:a16="http://schemas.microsoft.com/office/drawing/2014/main" id="{550A1CF8-5F94-4E57-9A1B-6B6E0E198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306513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2" name="Rectangle 17">
              <a:extLst>
                <a:ext uri="{FF2B5EF4-FFF2-40B4-BE49-F238E27FC236}">
                  <a16:creationId xmlns:a16="http://schemas.microsoft.com/office/drawing/2014/main" id="{F1CD6A47-A52E-411B-B93D-D098BB282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404938"/>
              <a:ext cx="912813" cy="71438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3" name="Rectangle 18">
              <a:extLst>
                <a:ext uri="{FF2B5EF4-FFF2-40B4-BE49-F238E27FC236}">
                  <a16:creationId xmlns:a16="http://schemas.microsoft.com/office/drawing/2014/main" id="{3ADDDE56-86DA-4726-8437-5881181AF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404938"/>
              <a:ext cx="912813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4" name="Rectangle 19">
              <a:extLst>
                <a:ext uri="{FF2B5EF4-FFF2-40B4-BE49-F238E27FC236}">
                  <a16:creationId xmlns:a16="http://schemas.microsoft.com/office/drawing/2014/main" id="{1A61FBCC-6D8A-4926-A28A-AA3C07F44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503363"/>
              <a:ext cx="912813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5" name="Rectangle 20">
              <a:extLst>
                <a:ext uri="{FF2B5EF4-FFF2-40B4-BE49-F238E27FC236}">
                  <a16:creationId xmlns:a16="http://schemas.microsoft.com/office/drawing/2014/main" id="{06982066-9448-481D-9269-712210A4E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503363"/>
              <a:ext cx="91281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6" name="Rectangle 21">
              <a:extLst>
                <a:ext uri="{FF2B5EF4-FFF2-40B4-BE49-F238E27FC236}">
                  <a16:creationId xmlns:a16="http://schemas.microsoft.com/office/drawing/2014/main" id="{66297958-946B-47F0-AC9F-05D24693E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604963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7" name="Rectangle 22">
              <a:extLst>
                <a:ext uri="{FF2B5EF4-FFF2-40B4-BE49-F238E27FC236}">
                  <a16:creationId xmlns:a16="http://schemas.microsoft.com/office/drawing/2014/main" id="{B691C6C3-7AB8-40A5-8C34-D9604821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604963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8" name="Rectangle 23">
              <a:extLst>
                <a:ext uri="{FF2B5EF4-FFF2-40B4-BE49-F238E27FC236}">
                  <a16:creationId xmlns:a16="http://schemas.microsoft.com/office/drawing/2014/main" id="{B24C7A7D-C7B0-4E57-B0AD-74ECFA8AC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703388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69" name="Rectangle 24">
              <a:extLst>
                <a:ext uri="{FF2B5EF4-FFF2-40B4-BE49-F238E27FC236}">
                  <a16:creationId xmlns:a16="http://schemas.microsoft.com/office/drawing/2014/main" id="{15526E8D-6EDF-40E4-8C8B-F67017056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703388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0" name="Rectangle 25">
              <a:extLst>
                <a:ext uri="{FF2B5EF4-FFF2-40B4-BE49-F238E27FC236}">
                  <a16:creationId xmlns:a16="http://schemas.microsoft.com/office/drawing/2014/main" id="{93EA404A-CCD3-4DB1-8CB2-836FBA1A9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801813"/>
              <a:ext cx="912813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1" name="Rectangle 26">
              <a:extLst>
                <a:ext uri="{FF2B5EF4-FFF2-40B4-BE49-F238E27FC236}">
                  <a16:creationId xmlns:a16="http://schemas.microsoft.com/office/drawing/2014/main" id="{7B4288AF-DE18-461C-9609-F994C471A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801813"/>
              <a:ext cx="91281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2" name="Rectangle 27">
              <a:extLst>
                <a:ext uri="{FF2B5EF4-FFF2-40B4-BE49-F238E27FC236}">
                  <a16:creationId xmlns:a16="http://schemas.microsoft.com/office/drawing/2014/main" id="{5B43C9DC-7022-47BD-B2FB-557AAE90C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900238"/>
              <a:ext cx="912813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3" name="Rectangle 28">
              <a:extLst>
                <a:ext uri="{FF2B5EF4-FFF2-40B4-BE49-F238E27FC236}">
                  <a16:creationId xmlns:a16="http://schemas.microsoft.com/office/drawing/2014/main" id="{84CC8D9D-1A7A-4BC9-9422-380960661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1900238"/>
              <a:ext cx="91281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4" name="Rectangle 29">
              <a:extLst>
                <a:ext uri="{FF2B5EF4-FFF2-40B4-BE49-F238E27FC236}">
                  <a16:creationId xmlns:a16="http://schemas.microsoft.com/office/drawing/2014/main" id="{6E7FD4D9-50E3-422D-9CD2-25F9EE1A4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001838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5" name="Rectangle 30">
              <a:extLst>
                <a:ext uri="{FF2B5EF4-FFF2-40B4-BE49-F238E27FC236}">
                  <a16:creationId xmlns:a16="http://schemas.microsoft.com/office/drawing/2014/main" id="{AFDFC731-CCC9-4F6C-8281-33B720139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001838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6" name="Rectangle 31">
              <a:extLst>
                <a:ext uri="{FF2B5EF4-FFF2-40B4-BE49-F238E27FC236}">
                  <a16:creationId xmlns:a16="http://schemas.microsoft.com/office/drawing/2014/main" id="{1A2DFCE7-B54D-4EBE-A120-A0C1333B9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100263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7" name="Rectangle 32">
              <a:extLst>
                <a:ext uri="{FF2B5EF4-FFF2-40B4-BE49-F238E27FC236}">
                  <a16:creationId xmlns:a16="http://schemas.microsoft.com/office/drawing/2014/main" id="{347F3AEB-2F6E-49EA-9E86-A3AFAB899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100263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8" name="Rectangle 33">
              <a:extLst>
                <a:ext uri="{FF2B5EF4-FFF2-40B4-BE49-F238E27FC236}">
                  <a16:creationId xmlns:a16="http://schemas.microsoft.com/office/drawing/2014/main" id="{42F26F33-F16D-4B9D-BBA0-5AAFAEA05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198688"/>
              <a:ext cx="912813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79" name="Rectangle 34">
              <a:extLst>
                <a:ext uri="{FF2B5EF4-FFF2-40B4-BE49-F238E27FC236}">
                  <a16:creationId xmlns:a16="http://schemas.microsoft.com/office/drawing/2014/main" id="{8D424B3E-03D6-44C0-A4F7-85B16F852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198688"/>
              <a:ext cx="91281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0" name="Rectangle 35">
              <a:extLst>
                <a:ext uri="{FF2B5EF4-FFF2-40B4-BE49-F238E27FC236}">
                  <a16:creationId xmlns:a16="http://schemas.microsoft.com/office/drawing/2014/main" id="{FEEB7EAB-EDBE-4FA6-9EA5-FFDD2A1D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297113"/>
              <a:ext cx="912813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1" name="Rectangle 36">
              <a:extLst>
                <a:ext uri="{FF2B5EF4-FFF2-40B4-BE49-F238E27FC236}">
                  <a16:creationId xmlns:a16="http://schemas.microsoft.com/office/drawing/2014/main" id="{F9FA3412-B47C-4390-8891-478445935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297113"/>
              <a:ext cx="91281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2" name="Rectangle 37">
              <a:extLst>
                <a:ext uri="{FF2B5EF4-FFF2-40B4-BE49-F238E27FC236}">
                  <a16:creationId xmlns:a16="http://schemas.microsoft.com/office/drawing/2014/main" id="{FAD2F0BD-2554-4BD4-B35B-282594D2A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398713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3" name="Rectangle 38">
              <a:extLst>
                <a:ext uri="{FF2B5EF4-FFF2-40B4-BE49-F238E27FC236}">
                  <a16:creationId xmlns:a16="http://schemas.microsoft.com/office/drawing/2014/main" id="{EEE87EE3-53A9-4F29-AFAA-55AA22435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398713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4" name="Rectangle 39">
              <a:extLst>
                <a:ext uri="{FF2B5EF4-FFF2-40B4-BE49-F238E27FC236}">
                  <a16:creationId xmlns:a16="http://schemas.microsoft.com/office/drawing/2014/main" id="{20FB3F0A-A0B5-40B9-B711-773B23536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497138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5" name="Rectangle 40">
              <a:extLst>
                <a:ext uri="{FF2B5EF4-FFF2-40B4-BE49-F238E27FC236}">
                  <a16:creationId xmlns:a16="http://schemas.microsoft.com/office/drawing/2014/main" id="{AB9410C0-8EFA-4D15-A6EB-976C428A3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497138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6" name="Rectangle 41">
              <a:extLst>
                <a:ext uri="{FF2B5EF4-FFF2-40B4-BE49-F238E27FC236}">
                  <a16:creationId xmlns:a16="http://schemas.microsoft.com/office/drawing/2014/main" id="{DF372E6E-8DFE-4A1D-9752-49A471E37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595563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7" name="Rectangle 42">
              <a:extLst>
                <a:ext uri="{FF2B5EF4-FFF2-40B4-BE49-F238E27FC236}">
                  <a16:creationId xmlns:a16="http://schemas.microsoft.com/office/drawing/2014/main" id="{737B2935-E9FE-4842-ADE3-D82B6F755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595563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8" name="Rectangle 43">
              <a:extLst>
                <a:ext uri="{FF2B5EF4-FFF2-40B4-BE49-F238E27FC236}">
                  <a16:creationId xmlns:a16="http://schemas.microsoft.com/office/drawing/2014/main" id="{88953F7A-443A-4E7B-ADCC-33BBC1399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693988"/>
              <a:ext cx="912813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89" name="Rectangle 44">
              <a:extLst>
                <a:ext uri="{FF2B5EF4-FFF2-40B4-BE49-F238E27FC236}">
                  <a16:creationId xmlns:a16="http://schemas.microsoft.com/office/drawing/2014/main" id="{9B4B8114-1029-4D1D-BF55-EB7EA9A04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693988"/>
              <a:ext cx="91281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0" name="Rectangle 45">
              <a:extLst>
                <a:ext uri="{FF2B5EF4-FFF2-40B4-BE49-F238E27FC236}">
                  <a16:creationId xmlns:a16="http://schemas.microsoft.com/office/drawing/2014/main" id="{809DAFAA-694D-440E-AFBD-96244C7A8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795588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1" name="Rectangle 46">
              <a:extLst>
                <a:ext uri="{FF2B5EF4-FFF2-40B4-BE49-F238E27FC236}">
                  <a16:creationId xmlns:a16="http://schemas.microsoft.com/office/drawing/2014/main" id="{73639339-C650-4182-B830-1C822C065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795588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2" name="Rectangle 47">
              <a:extLst>
                <a:ext uri="{FF2B5EF4-FFF2-40B4-BE49-F238E27FC236}">
                  <a16:creationId xmlns:a16="http://schemas.microsoft.com/office/drawing/2014/main" id="{0CA7AB2B-B69F-447E-AB1E-2654EE83C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894013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3" name="Rectangle 48">
              <a:extLst>
                <a:ext uri="{FF2B5EF4-FFF2-40B4-BE49-F238E27FC236}">
                  <a16:creationId xmlns:a16="http://schemas.microsoft.com/office/drawing/2014/main" id="{70638513-D781-49C4-A58C-F7BB6D782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894013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4" name="Rectangle 49">
              <a:extLst>
                <a:ext uri="{FF2B5EF4-FFF2-40B4-BE49-F238E27FC236}">
                  <a16:creationId xmlns:a16="http://schemas.microsoft.com/office/drawing/2014/main" id="{58771F06-824A-4D6A-98BB-6F4EB6C44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992438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5" name="Rectangle 50">
              <a:extLst>
                <a:ext uri="{FF2B5EF4-FFF2-40B4-BE49-F238E27FC236}">
                  <a16:creationId xmlns:a16="http://schemas.microsoft.com/office/drawing/2014/main" id="{F2E10B5E-9943-4A6B-B0D3-588159B66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2992438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6" name="Rectangle 51">
              <a:extLst>
                <a:ext uri="{FF2B5EF4-FFF2-40B4-BE49-F238E27FC236}">
                  <a16:creationId xmlns:a16="http://schemas.microsoft.com/office/drawing/2014/main" id="{D13328DF-A4E5-4A4D-BFB7-9C2BF2A98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3090863"/>
              <a:ext cx="912813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7" name="Rectangle 52">
              <a:extLst>
                <a:ext uri="{FF2B5EF4-FFF2-40B4-BE49-F238E27FC236}">
                  <a16:creationId xmlns:a16="http://schemas.microsoft.com/office/drawing/2014/main" id="{C622EB09-98F4-420D-BB7D-03DA52CCF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3090863"/>
              <a:ext cx="912813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8" name="Rectangle 53">
              <a:extLst>
                <a:ext uri="{FF2B5EF4-FFF2-40B4-BE49-F238E27FC236}">
                  <a16:creationId xmlns:a16="http://schemas.microsoft.com/office/drawing/2014/main" id="{85566F01-CB53-4008-97E9-B9BDE9FA7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3192463"/>
              <a:ext cx="912813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99" name="Rectangle 54">
              <a:extLst>
                <a:ext uri="{FF2B5EF4-FFF2-40B4-BE49-F238E27FC236}">
                  <a16:creationId xmlns:a16="http://schemas.microsoft.com/office/drawing/2014/main" id="{A8CDA245-DEB9-4646-A6B2-D55152E8A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838" y="3192463"/>
              <a:ext cx="9128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0" name="Rectangle 55">
              <a:extLst>
                <a:ext uri="{FF2B5EF4-FFF2-40B4-BE49-F238E27FC236}">
                  <a16:creationId xmlns:a16="http://schemas.microsoft.com/office/drawing/2014/main" id="{85BE1F92-A9ED-4C6C-88E2-CC073C5FA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206501"/>
              <a:ext cx="914400" cy="71438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1" name="Rectangle 56">
              <a:extLst>
                <a:ext uri="{FF2B5EF4-FFF2-40B4-BE49-F238E27FC236}">
                  <a16:creationId xmlns:a16="http://schemas.microsoft.com/office/drawing/2014/main" id="{9F14AD60-63D3-492C-B5BB-E8FC57A18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206501"/>
              <a:ext cx="9144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2" name="Rectangle 57">
              <a:extLst>
                <a:ext uri="{FF2B5EF4-FFF2-40B4-BE49-F238E27FC236}">
                  <a16:creationId xmlns:a16="http://schemas.microsoft.com/office/drawing/2014/main" id="{9B88FB7A-7382-48D5-85E0-193837C71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306513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3" name="Rectangle 58">
              <a:extLst>
                <a:ext uri="{FF2B5EF4-FFF2-40B4-BE49-F238E27FC236}">
                  <a16:creationId xmlns:a16="http://schemas.microsoft.com/office/drawing/2014/main" id="{DBF8A4D9-DCE8-4422-831A-BF17851B3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306513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4" name="Rectangle 59">
              <a:extLst>
                <a:ext uri="{FF2B5EF4-FFF2-40B4-BE49-F238E27FC236}">
                  <a16:creationId xmlns:a16="http://schemas.microsoft.com/office/drawing/2014/main" id="{3BB8627A-EC81-4B61-89BB-5F1BB874C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404938"/>
              <a:ext cx="914400" cy="71438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5" name="Rectangle 60">
              <a:extLst>
                <a:ext uri="{FF2B5EF4-FFF2-40B4-BE49-F238E27FC236}">
                  <a16:creationId xmlns:a16="http://schemas.microsoft.com/office/drawing/2014/main" id="{7F17A82A-0704-4EEE-8DCE-DB3D04805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404938"/>
              <a:ext cx="9144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6" name="Rectangle 61">
              <a:extLst>
                <a:ext uri="{FF2B5EF4-FFF2-40B4-BE49-F238E27FC236}">
                  <a16:creationId xmlns:a16="http://schemas.microsoft.com/office/drawing/2014/main" id="{40C19EB9-F5F5-4409-A5C5-77D29950F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503363"/>
              <a:ext cx="914400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7" name="Rectangle 62">
              <a:extLst>
                <a:ext uri="{FF2B5EF4-FFF2-40B4-BE49-F238E27FC236}">
                  <a16:creationId xmlns:a16="http://schemas.microsoft.com/office/drawing/2014/main" id="{3102EA86-986C-4239-B0E1-B214BAA39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503363"/>
              <a:ext cx="914400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8" name="Rectangle 63">
              <a:extLst>
                <a:ext uri="{FF2B5EF4-FFF2-40B4-BE49-F238E27FC236}">
                  <a16:creationId xmlns:a16="http://schemas.microsoft.com/office/drawing/2014/main" id="{A766F937-CC4A-47C9-A1DC-97266B1BC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604963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09" name="Rectangle 64">
              <a:extLst>
                <a:ext uri="{FF2B5EF4-FFF2-40B4-BE49-F238E27FC236}">
                  <a16:creationId xmlns:a16="http://schemas.microsoft.com/office/drawing/2014/main" id="{1DEC1DAD-0C81-4F75-A7E6-CB6A7A6C1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604963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0" name="Rectangle 65">
              <a:extLst>
                <a:ext uri="{FF2B5EF4-FFF2-40B4-BE49-F238E27FC236}">
                  <a16:creationId xmlns:a16="http://schemas.microsoft.com/office/drawing/2014/main" id="{218D4EF2-81D2-41D1-9413-15745F3CC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703388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1" name="Rectangle 66">
              <a:extLst>
                <a:ext uri="{FF2B5EF4-FFF2-40B4-BE49-F238E27FC236}">
                  <a16:creationId xmlns:a16="http://schemas.microsoft.com/office/drawing/2014/main" id="{46A40779-6599-40B2-B5E9-B43E4ABA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703388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2" name="Rectangle 67">
              <a:extLst>
                <a:ext uri="{FF2B5EF4-FFF2-40B4-BE49-F238E27FC236}">
                  <a16:creationId xmlns:a16="http://schemas.microsoft.com/office/drawing/2014/main" id="{EA8247B9-D37A-4179-8263-8E692142A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801813"/>
              <a:ext cx="914400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3" name="Rectangle 68">
              <a:extLst>
                <a:ext uri="{FF2B5EF4-FFF2-40B4-BE49-F238E27FC236}">
                  <a16:creationId xmlns:a16="http://schemas.microsoft.com/office/drawing/2014/main" id="{FD8EC5C5-1FD3-461E-8B5F-B05356B4E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801813"/>
              <a:ext cx="914400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4" name="Rectangle 69">
              <a:extLst>
                <a:ext uri="{FF2B5EF4-FFF2-40B4-BE49-F238E27FC236}">
                  <a16:creationId xmlns:a16="http://schemas.microsoft.com/office/drawing/2014/main" id="{3EDE1F84-A38F-4D74-9BB3-D6B534307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900238"/>
              <a:ext cx="914400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5" name="Rectangle 70">
              <a:extLst>
                <a:ext uri="{FF2B5EF4-FFF2-40B4-BE49-F238E27FC236}">
                  <a16:creationId xmlns:a16="http://schemas.microsoft.com/office/drawing/2014/main" id="{B6A51676-84FB-4225-9179-991DB94D2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1900238"/>
              <a:ext cx="914400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6" name="Rectangle 71">
              <a:extLst>
                <a:ext uri="{FF2B5EF4-FFF2-40B4-BE49-F238E27FC236}">
                  <a16:creationId xmlns:a16="http://schemas.microsoft.com/office/drawing/2014/main" id="{76931538-588D-4677-8957-D50964B33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001838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7" name="Rectangle 72">
              <a:extLst>
                <a:ext uri="{FF2B5EF4-FFF2-40B4-BE49-F238E27FC236}">
                  <a16:creationId xmlns:a16="http://schemas.microsoft.com/office/drawing/2014/main" id="{93F139D0-B61C-499A-B91B-04EE96526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001838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8" name="Rectangle 73">
              <a:extLst>
                <a:ext uri="{FF2B5EF4-FFF2-40B4-BE49-F238E27FC236}">
                  <a16:creationId xmlns:a16="http://schemas.microsoft.com/office/drawing/2014/main" id="{7ED4ABAC-2E7F-4E2A-819B-D5ACED67C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100263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19" name="Rectangle 74">
              <a:extLst>
                <a:ext uri="{FF2B5EF4-FFF2-40B4-BE49-F238E27FC236}">
                  <a16:creationId xmlns:a16="http://schemas.microsoft.com/office/drawing/2014/main" id="{AA4E3131-8E63-4EC6-A988-42C3800F9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100263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0" name="Rectangle 75">
              <a:extLst>
                <a:ext uri="{FF2B5EF4-FFF2-40B4-BE49-F238E27FC236}">
                  <a16:creationId xmlns:a16="http://schemas.microsoft.com/office/drawing/2014/main" id="{4B243CB1-00B2-4352-B0CF-C6E72FE27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198688"/>
              <a:ext cx="914400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1" name="Rectangle 76">
              <a:extLst>
                <a:ext uri="{FF2B5EF4-FFF2-40B4-BE49-F238E27FC236}">
                  <a16:creationId xmlns:a16="http://schemas.microsoft.com/office/drawing/2014/main" id="{87715E38-4C33-4CF4-AF4E-287312EB6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198688"/>
              <a:ext cx="914400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2" name="Rectangle 77">
              <a:extLst>
                <a:ext uri="{FF2B5EF4-FFF2-40B4-BE49-F238E27FC236}">
                  <a16:creationId xmlns:a16="http://schemas.microsoft.com/office/drawing/2014/main" id="{18F48D29-1998-418D-A655-9CFAEA1F0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297113"/>
              <a:ext cx="914400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3" name="Rectangle 78">
              <a:extLst>
                <a:ext uri="{FF2B5EF4-FFF2-40B4-BE49-F238E27FC236}">
                  <a16:creationId xmlns:a16="http://schemas.microsoft.com/office/drawing/2014/main" id="{9B341F78-735D-4DE6-9D7E-565C4D567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297113"/>
              <a:ext cx="914400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4" name="Rectangle 79">
              <a:extLst>
                <a:ext uri="{FF2B5EF4-FFF2-40B4-BE49-F238E27FC236}">
                  <a16:creationId xmlns:a16="http://schemas.microsoft.com/office/drawing/2014/main" id="{EF27F307-B43E-4205-A170-AD034E04E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398713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5" name="Rectangle 80">
              <a:extLst>
                <a:ext uri="{FF2B5EF4-FFF2-40B4-BE49-F238E27FC236}">
                  <a16:creationId xmlns:a16="http://schemas.microsoft.com/office/drawing/2014/main" id="{E9567389-E7BA-4201-BB53-0E2EAD03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398713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6" name="Rectangle 81">
              <a:extLst>
                <a:ext uri="{FF2B5EF4-FFF2-40B4-BE49-F238E27FC236}">
                  <a16:creationId xmlns:a16="http://schemas.microsoft.com/office/drawing/2014/main" id="{5FD6EE14-15D4-426D-99A3-A4966DEE7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497138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7" name="Rectangle 82">
              <a:extLst>
                <a:ext uri="{FF2B5EF4-FFF2-40B4-BE49-F238E27FC236}">
                  <a16:creationId xmlns:a16="http://schemas.microsoft.com/office/drawing/2014/main" id="{A0509103-7E0D-44BE-85B5-0C5493C45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497138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8" name="Rectangle 83">
              <a:extLst>
                <a:ext uri="{FF2B5EF4-FFF2-40B4-BE49-F238E27FC236}">
                  <a16:creationId xmlns:a16="http://schemas.microsoft.com/office/drawing/2014/main" id="{A40B232A-3F6E-4948-9A71-8853D8AB3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595563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29" name="Rectangle 84">
              <a:extLst>
                <a:ext uri="{FF2B5EF4-FFF2-40B4-BE49-F238E27FC236}">
                  <a16:creationId xmlns:a16="http://schemas.microsoft.com/office/drawing/2014/main" id="{2D812EAF-3A70-4E34-B777-6B8E2582E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595563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0" name="Rectangle 85">
              <a:extLst>
                <a:ext uri="{FF2B5EF4-FFF2-40B4-BE49-F238E27FC236}">
                  <a16:creationId xmlns:a16="http://schemas.microsoft.com/office/drawing/2014/main" id="{18907A3D-5DA1-4A29-BBE8-29A6F9103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693988"/>
              <a:ext cx="914400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1" name="Rectangle 86">
              <a:extLst>
                <a:ext uri="{FF2B5EF4-FFF2-40B4-BE49-F238E27FC236}">
                  <a16:creationId xmlns:a16="http://schemas.microsoft.com/office/drawing/2014/main" id="{D7014D90-E60C-49A6-BBA6-DF657DE91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693988"/>
              <a:ext cx="914400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2" name="Rectangle 87">
              <a:extLst>
                <a:ext uri="{FF2B5EF4-FFF2-40B4-BE49-F238E27FC236}">
                  <a16:creationId xmlns:a16="http://schemas.microsoft.com/office/drawing/2014/main" id="{7DF322FA-27A7-49E2-B3AD-F45234A41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795588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3" name="Rectangle 88">
              <a:extLst>
                <a:ext uri="{FF2B5EF4-FFF2-40B4-BE49-F238E27FC236}">
                  <a16:creationId xmlns:a16="http://schemas.microsoft.com/office/drawing/2014/main" id="{8DDB6CD9-2C47-4486-8751-32380BA9A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795588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4" name="Rectangle 89">
              <a:extLst>
                <a:ext uri="{FF2B5EF4-FFF2-40B4-BE49-F238E27FC236}">
                  <a16:creationId xmlns:a16="http://schemas.microsoft.com/office/drawing/2014/main" id="{04D77878-28C8-4DB8-9893-7BE6516BF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894013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5" name="Rectangle 90">
              <a:extLst>
                <a:ext uri="{FF2B5EF4-FFF2-40B4-BE49-F238E27FC236}">
                  <a16:creationId xmlns:a16="http://schemas.microsoft.com/office/drawing/2014/main" id="{96BEFBB7-2629-401B-B4C8-F8ED86897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894013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6" name="Rectangle 91">
              <a:extLst>
                <a:ext uri="{FF2B5EF4-FFF2-40B4-BE49-F238E27FC236}">
                  <a16:creationId xmlns:a16="http://schemas.microsoft.com/office/drawing/2014/main" id="{9574FDF6-25A2-4D5A-9B4F-CE22EB76C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992438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7" name="Rectangle 92">
              <a:extLst>
                <a:ext uri="{FF2B5EF4-FFF2-40B4-BE49-F238E27FC236}">
                  <a16:creationId xmlns:a16="http://schemas.microsoft.com/office/drawing/2014/main" id="{56538C07-6E76-4369-AD89-6A30F9E8E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2992438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8" name="Rectangle 93">
              <a:extLst>
                <a:ext uri="{FF2B5EF4-FFF2-40B4-BE49-F238E27FC236}">
                  <a16:creationId xmlns:a16="http://schemas.microsoft.com/office/drawing/2014/main" id="{C273BD7A-F75A-4AC5-AC0D-B53C8F47A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3090863"/>
              <a:ext cx="914400" cy="73025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39" name="Rectangle 94">
              <a:extLst>
                <a:ext uri="{FF2B5EF4-FFF2-40B4-BE49-F238E27FC236}">
                  <a16:creationId xmlns:a16="http://schemas.microsoft.com/office/drawing/2014/main" id="{6BB17BE1-5FFC-4F34-974E-703CE4C85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3090863"/>
              <a:ext cx="914400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0" name="Rectangle 95">
              <a:extLst>
                <a:ext uri="{FF2B5EF4-FFF2-40B4-BE49-F238E27FC236}">
                  <a16:creationId xmlns:a16="http://schemas.microsoft.com/office/drawing/2014/main" id="{EF78FE05-E8D5-4D6E-A1A0-76310C037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3192463"/>
              <a:ext cx="914400" cy="69850"/>
            </a:xfrm>
            <a:prstGeom prst="rect">
              <a:avLst/>
            </a:prstGeom>
            <a:solidFill>
              <a:srgbClr val="1F6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1" name="Rectangle 96">
              <a:extLst>
                <a:ext uri="{FF2B5EF4-FFF2-40B4-BE49-F238E27FC236}">
                  <a16:creationId xmlns:a16="http://schemas.microsoft.com/office/drawing/2014/main" id="{A7318291-24E3-4F76-A1D4-04CA7A558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651" y="3192463"/>
              <a:ext cx="914400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2" name="Freeform 97">
              <a:extLst>
                <a:ext uri="{FF2B5EF4-FFF2-40B4-BE49-F238E27FC236}">
                  <a16:creationId xmlns:a16="http://schemas.microsoft.com/office/drawing/2014/main" id="{7D5138D6-9A49-4DBD-A78E-065B6B095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301" y="1123951"/>
              <a:ext cx="1809750" cy="2190750"/>
            </a:xfrm>
            <a:custGeom>
              <a:avLst/>
              <a:gdLst>
                <a:gd name="T0" fmla="*/ 0 w 1140"/>
                <a:gd name="T1" fmla="*/ 1380 h 1380"/>
                <a:gd name="T2" fmla="*/ 34 w 1140"/>
                <a:gd name="T3" fmla="*/ 1285 h 1380"/>
                <a:gd name="T4" fmla="*/ 34 w 1140"/>
                <a:gd name="T5" fmla="*/ 1303 h 1380"/>
                <a:gd name="T6" fmla="*/ 0 w 1140"/>
                <a:gd name="T7" fmla="*/ 1221 h 1380"/>
                <a:gd name="T8" fmla="*/ 34 w 1140"/>
                <a:gd name="T9" fmla="*/ 1221 h 1380"/>
                <a:gd name="T10" fmla="*/ 0 w 1140"/>
                <a:gd name="T11" fmla="*/ 1177 h 1380"/>
                <a:gd name="T12" fmla="*/ 34 w 1140"/>
                <a:gd name="T13" fmla="*/ 1097 h 1380"/>
                <a:gd name="T14" fmla="*/ 34 w 1140"/>
                <a:gd name="T15" fmla="*/ 1115 h 1380"/>
                <a:gd name="T16" fmla="*/ 0 w 1140"/>
                <a:gd name="T17" fmla="*/ 1035 h 1380"/>
                <a:gd name="T18" fmla="*/ 34 w 1140"/>
                <a:gd name="T19" fmla="*/ 1035 h 1380"/>
                <a:gd name="T20" fmla="*/ 0 w 1140"/>
                <a:gd name="T21" fmla="*/ 989 h 1380"/>
                <a:gd name="T22" fmla="*/ 34 w 1140"/>
                <a:gd name="T23" fmla="*/ 909 h 1380"/>
                <a:gd name="T24" fmla="*/ 34 w 1140"/>
                <a:gd name="T25" fmla="*/ 927 h 1380"/>
                <a:gd name="T26" fmla="*/ 0 w 1140"/>
                <a:gd name="T27" fmla="*/ 847 h 1380"/>
                <a:gd name="T28" fmla="*/ 34 w 1140"/>
                <a:gd name="T29" fmla="*/ 847 h 1380"/>
                <a:gd name="T30" fmla="*/ 0 w 1140"/>
                <a:gd name="T31" fmla="*/ 803 h 1380"/>
                <a:gd name="T32" fmla="*/ 34 w 1140"/>
                <a:gd name="T33" fmla="*/ 723 h 1380"/>
                <a:gd name="T34" fmla="*/ 34 w 1140"/>
                <a:gd name="T35" fmla="*/ 739 h 1380"/>
                <a:gd name="T36" fmla="*/ 0 w 1140"/>
                <a:gd name="T37" fmla="*/ 659 h 1380"/>
                <a:gd name="T38" fmla="*/ 34 w 1140"/>
                <a:gd name="T39" fmla="*/ 659 h 1380"/>
                <a:gd name="T40" fmla="*/ 0 w 1140"/>
                <a:gd name="T41" fmla="*/ 615 h 1380"/>
                <a:gd name="T42" fmla="*/ 34 w 1140"/>
                <a:gd name="T43" fmla="*/ 535 h 1380"/>
                <a:gd name="T44" fmla="*/ 34 w 1140"/>
                <a:gd name="T45" fmla="*/ 553 h 1380"/>
                <a:gd name="T46" fmla="*/ 0 w 1140"/>
                <a:gd name="T47" fmla="*/ 473 h 1380"/>
                <a:gd name="T48" fmla="*/ 34 w 1140"/>
                <a:gd name="T49" fmla="*/ 473 h 1380"/>
                <a:gd name="T50" fmla="*/ 0 w 1140"/>
                <a:gd name="T51" fmla="*/ 427 h 1380"/>
                <a:gd name="T52" fmla="*/ 34 w 1140"/>
                <a:gd name="T53" fmla="*/ 347 h 1380"/>
                <a:gd name="T54" fmla="*/ 34 w 1140"/>
                <a:gd name="T55" fmla="*/ 365 h 1380"/>
                <a:gd name="T56" fmla="*/ 0 w 1140"/>
                <a:gd name="T57" fmla="*/ 285 h 1380"/>
                <a:gd name="T58" fmla="*/ 34 w 1140"/>
                <a:gd name="T59" fmla="*/ 285 h 1380"/>
                <a:gd name="T60" fmla="*/ 576 w 1140"/>
                <a:gd name="T61" fmla="*/ 303 h 1380"/>
                <a:gd name="T62" fmla="*/ 34 w 1140"/>
                <a:gd name="T63" fmla="*/ 222 h 1380"/>
                <a:gd name="T64" fmla="*/ 34 w 1140"/>
                <a:gd name="T65" fmla="*/ 239 h 1380"/>
                <a:gd name="T66" fmla="*/ 576 w 1140"/>
                <a:gd name="T67" fmla="*/ 222 h 1380"/>
                <a:gd name="T68" fmla="*/ 610 w 1140"/>
                <a:gd name="T69" fmla="*/ 222 h 1380"/>
                <a:gd name="T70" fmla="*/ 0 w 1140"/>
                <a:gd name="T71" fmla="*/ 177 h 1380"/>
                <a:gd name="T72" fmla="*/ 610 w 1140"/>
                <a:gd name="T73" fmla="*/ 159 h 1380"/>
                <a:gd name="T74" fmla="*/ 610 w 1140"/>
                <a:gd name="T75" fmla="*/ 177 h 1380"/>
                <a:gd name="T76" fmla="*/ 0 w 1140"/>
                <a:gd name="T77" fmla="*/ 97 h 1380"/>
                <a:gd name="T78" fmla="*/ 34 w 1140"/>
                <a:gd name="T79" fmla="*/ 97 h 1380"/>
                <a:gd name="T80" fmla="*/ 576 w 1140"/>
                <a:gd name="T81" fmla="*/ 115 h 1380"/>
                <a:gd name="T82" fmla="*/ 1140 w 1140"/>
                <a:gd name="T83" fmla="*/ 0 h 1380"/>
                <a:gd name="T84" fmla="*/ 34 w 1140"/>
                <a:gd name="T85" fmla="*/ 52 h 1380"/>
                <a:gd name="T86" fmla="*/ 576 w 1140"/>
                <a:gd name="T87" fmla="*/ 52 h 1380"/>
                <a:gd name="T88" fmla="*/ 1140 w 1140"/>
                <a:gd name="T89" fmla="*/ 36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0" h="1380">
                  <a:moveTo>
                    <a:pt x="34" y="1347"/>
                  </a:moveTo>
                  <a:lnTo>
                    <a:pt x="0" y="1347"/>
                  </a:lnTo>
                  <a:lnTo>
                    <a:pt x="0" y="1380"/>
                  </a:lnTo>
                  <a:lnTo>
                    <a:pt x="34" y="1380"/>
                  </a:lnTo>
                  <a:lnTo>
                    <a:pt x="34" y="1347"/>
                  </a:lnTo>
                  <a:close/>
                  <a:moveTo>
                    <a:pt x="34" y="1285"/>
                  </a:moveTo>
                  <a:lnTo>
                    <a:pt x="0" y="1285"/>
                  </a:lnTo>
                  <a:lnTo>
                    <a:pt x="0" y="1303"/>
                  </a:lnTo>
                  <a:lnTo>
                    <a:pt x="34" y="1303"/>
                  </a:lnTo>
                  <a:lnTo>
                    <a:pt x="34" y="1285"/>
                  </a:lnTo>
                  <a:close/>
                  <a:moveTo>
                    <a:pt x="34" y="1221"/>
                  </a:moveTo>
                  <a:lnTo>
                    <a:pt x="0" y="1221"/>
                  </a:lnTo>
                  <a:lnTo>
                    <a:pt x="0" y="1239"/>
                  </a:lnTo>
                  <a:lnTo>
                    <a:pt x="34" y="1239"/>
                  </a:lnTo>
                  <a:lnTo>
                    <a:pt x="34" y="1221"/>
                  </a:lnTo>
                  <a:close/>
                  <a:moveTo>
                    <a:pt x="34" y="1159"/>
                  </a:moveTo>
                  <a:lnTo>
                    <a:pt x="0" y="1159"/>
                  </a:lnTo>
                  <a:lnTo>
                    <a:pt x="0" y="1177"/>
                  </a:lnTo>
                  <a:lnTo>
                    <a:pt x="34" y="1177"/>
                  </a:lnTo>
                  <a:lnTo>
                    <a:pt x="34" y="1159"/>
                  </a:lnTo>
                  <a:close/>
                  <a:moveTo>
                    <a:pt x="34" y="1097"/>
                  </a:moveTo>
                  <a:lnTo>
                    <a:pt x="0" y="1097"/>
                  </a:lnTo>
                  <a:lnTo>
                    <a:pt x="0" y="1115"/>
                  </a:lnTo>
                  <a:lnTo>
                    <a:pt x="34" y="1115"/>
                  </a:lnTo>
                  <a:lnTo>
                    <a:pt x="34" y="1097"/>
                  </a:lnTo>
                  <a:close/>
                  <a:moveTo>
                    <a:pt x="34" y="1035"/>
                  </a:moveTo>
                  <a:lnTo>
                    <a:pt x="0" y="1035"/>
                  </a:lnTo>
                  <a:lnTo>
                    <a:pt x="0" y="1053"/>
                  </a:lnTo>
                  <a:lnTo>
                    <a:pt x="34" y="1053"/>
                  </a:lnTo>
                  <a:lnTo>
                    <a:pt x="34" y="1035"/>
                  </a:lnTo>
                  <a:close/>
                  <a:moveTo>
                    <a:pt x="34" y="971"/>
                  </a:moveTo>
                  <a:lnTo>
                    <a:pt x="0" y="971"/>
                  </a:lnTo>
                  <a:lnTo>
                    <a:pt x="0" y="989"/>
                  </a:lnTo>
                  <a:lnTo>
                    <a:pt x="34" y="989"/>
                  </a:lnTo>
                  <a:lnTo>
                    <a:pt x="34" y="971"/>
                  </a:lnTo>
                  <a:close/>
                  <a:moveTo>
                    <a:pt x="34" y="909"/>
                  </a:moveTo>
                  <a:lnTo>
                    <a:pt x="0" y="909"/>
                  </a:lnTo>
                  <a:lnTo>
                    <a:pt x="0" y="927"/>
                  </a:lnTo>
                  <a:lnTo>
                    <a:pt x="34" y="927"/>
                  </a:lnTo>
                  <a:lnTo>
                    <a:pt x="34" y="909"/>
                  </a:lnTo>
                  <a:close/>
                  <a:moveTo>
                    <a:pt x="34" y="847"/>
                  </a:moveTo>
                  <a:lnTo>
                    <a:pt x="0" y="847"/>
                  </a:lnTo>
                  <a:lnTo>
                    <a:pt x="0" y="865"/>
                  </a:lnTo>
                  <a:lnTo>
                    <a:pt x="34" y="865"/>
                  </a:lnTo>
                  <a:lnTo>
                    <a:pt x="34" y="847"/>
                  </a:lnTo>
                  <a:close/>
                  <a:moveTo>
                    <a:pt x="34" y="785"/>
                  </a:moveTo>
                  <a:lnTo>
                    <a:pt x="0" y="785"/>
                  </a:lnTo>
                  <a:lnTo>
                    <a:pt x="0" y="803"/>
                  </a:lnTo>
                  <a:lnTo>
                    <a:pt x="34" y="803"/>
                  </a:lnTo>
                  <a:lnTo>
                    <a:pt x="34" y="785"/>
                  </a:lnTo>
                  <a:close/>
                  <a:moveTo>
                    <a:pt x="34" y="723"/>
                  </a:moveTo>
                  <a:lnTo>
                    <a:pt x="0" y="723"/>
                  </a:lnTo>
                  <a:lnTo>
                    <a:pt x="0" y="739"/>
                  </a:lnTo>
                  <a:lnTo>
                    <a:pt x="34" y="739"/>
                  </a:lnTo>
                  <a:lnTo>
                    <a:pt x="34" y="723"/>
                  </a:lnTo>
                  <a:close/>
                  <a:moveTo>
                    <a:pt x="34" y="659"/>
                  </a:moveTo>
                  <a:lnTo>
                    <a:pt x="0" y="659"/>
                  </a:lnTo>
                  <a:lnTo>
                    <a:pt x="0" y="677"/>
                  </a:lnTo>
                  <a:lnTo>
                    <a:pt x="34" y="677"/>
                  </a:lnTo>
                  <a:lnTo>
                    <a:pt x="34" y="659"/>
                  </a:lnTo>
                  <a:close/>
                  <a:moveTo>
                    <a:pt x="34" y="597"/>
                  </a:moveTo>
                  <a:lnTo>
                    <a:pt x="0" y="597"/>
                  </a:lnTo>
                  <a:lnTo>
                    <a:pt x="0" y="615"/>
                  </a:lnTo>
                  <a:lnTo>
                    <a:pt x="34" y="615"/>
                  </a:lnTo>
                  <a:lnTo>
                    <a:pt x="34" y="597"/>
                  </a:lnTo>
                  <a:close/>
                  <a:moveTo>
                    <a:pt x="34" y="535"/>
                  </a:moveTo>
                  <a:lnTo>
                    <a:pt x="0" y="535"/>
                  </a:lnTo>
                  <a:lnTo>
                    <a:pt x="0" y="553"/>
                  </a:lnTo>
                  <a:lnTo>
                    <a:pt x="34" y="553"/>
                  </a:lnTo>
                  <a:lnTo>
                    <a:pt x="34" y="535"/>
                  </a:lnTo>
                  <a:close/>
                  <a:moveTo>
                    <a:pt x="34" y="473"/>
                  </a:moveTo>
                  <a:lnTo>
                    <a:pt x="0" y="473"/>
                  </a:lnTo>
                  <a:lnTo>
                    <a:pt x="0" y="489"/>
                  </a:lnTo>
                  <a:lnTo>
                    <a:pt x="34" y="489"/>
                  </a:lnTo>
                  <a:lnTo>
                    <a:pt x="34" y="473"/>
                  </a:lnTo>
                  <a:close/>
                  <a:moveTo>
                    <a:pt x="34" y="409"/>
                  </a:moveTo>
                  <a:lnTo>
                    <a:pt x="0" y="409"/>
                  </a:lnTo>
                  <a:lnTo>
                    <a:pt x="0" y="427"/>
                  </a:lnTo>
                  <a:lnTo>
                    <a:pt x="34" y="427"/>
                  </a:lnTo>
                  <a:lnTo>
                    <a:pt x="34" y="409"/>
                  </a:lnTo>
                  <a:close/>
                  <a:moveTo>
                    <a:pt x="34" y="347"/>
                  </a:moveTo>
                  <a:lnTo>
                    <a:pt x="0" y="347"/>
                  </a:lnTo>
                  <a:lnTo>
                    <a:pt x="0" y="365"/>
                  </a:lnTo>
                  <a:lnTo>
                    <a:pt x="34" y="365"/>
                  </a:lnTo>
                  <a:lnTo>
                    <a:pt x="34" y="347"/>
                  </a:lnTo>
                  <a:close/>
                  <a:moveTo>
                    <a:pt x="34" y="285"/>
                  </a:moveTo>
                  <a:lnTo>
                    <a:pt x="0" y="285"/>
                  </a:lnTo>
                  <a:lnTo>
                    <a:pt x="0" y="303"/>
                  </a:lnTo>
                  <a:lnTo>
                    <a:pt x="34" y="303"/>
                  </a:lnTo>
                  <a:lnTo>
                    <a:pt x="34" y="285"/>
                  </a:lnTo>
                  <a:close/>
                  <a:moveTo>
                    <a:pt x="610" y="285"/>
                  </a:moveTo>
                  <a:lnTo>
                    <a:pt x="576" y="285"/>
                  </a:lnTo>
                  <a:lnTo>
                    <a:pt x="576" y="303"/>
                  </a:lnTo>
                  <a:lnTo>
                    <a:pt x="610" y="303"/>
                  </a:lnTo>
                  <a:lnTo>
                    <a:pt x="610" y="285"/>
                  </a:lnTo>
                  <a:close/>
                  <a:moveTo>
                    <a:pt x="34" y="222"/>
                  </a:moveTo>
                  <a:lnTo>
                    <a:pt x="0" y="222"/>
                  </a:lnTo>
                  <a:lnTo>
                    <a:pt x="0" y="239"/>
                  </a:lnTo>
                  <a:lnTo>
                    <a:pt x="34" y="239"/>
                  </a:lnTo>
                  <a:lnTo>
                    <a:pt x="34" y="222"/>
                  </a:lnTo>
                  <a:close/>
                  <a:moveTo>
                    <a:pt x="610" y="222"/>
                  </a:moveTo>
                  <a:lnTo>
                    <a:pt x="576" y="222"/>
                  </a:lnTo>
                  <a:lnTo>
                    <a:pt x="576" y="239"/>
                  </a:lnTo>
                  <a:lnTo>
                    <a:pt x="610" y="239"/>
                  </a:lnTo>
                  <a:lnTo>
                    <a:pt x="610" y="222"/>
                  </a:lnTo>
                  <a:close/>
                  <a:moveTo>
                    <a:pt x="34" y="159"/>
                  </a:moveTo>
                  <a:lnTo>
                    <a:pt x="0" y="159"/>
                  </a:lnTo>
                  <a:lnTo>
                    <a:pt x="0" y="177"/>
                  </a:lnTo>
                  <a:lnTo>
                    <a:pt x="34" y="177"/>
                  </a:lnTo>
                  <a:lnTo>
                    <a:pt x="34" y="159"/>
                  </a:lnTo>
                  <a:close/>
                  <a:moveTo>
                    <a:pt x="610" y="159"/>
                  </a:moveTo>
                  <a:lnTo>
                    <a:pt x="576" y="159"/>
                  </a:lnTo>
                  <a:lnTo>
                    <a:pt x="576" y="177"/>
                  </a:lnTo>
                  <a:lnTo>
                    <a:pt x="610" y="177"/>
                  </a:lnTo>
                  <a:lnTo>
                    <a:pt x="610" y="159"/>
                  </a:lnTo>
                  <a:close/>
                  <a:moveTo>
                    <a:pt x="34" y="97"/>
                  </a:moveTo>
                  <a:lnTo>
                    <a:pt x="0" y="97"/>
                  </a:lnTo>
                  <a:lnTo>
                    <a:pt x="0" y="115"/>
                  </a:lnTo>
                  <a:lnTo>
                    <a:pt x="34" y="115"/>
                  </a:lnTo>
                  <a:lnTo>
                    <a:pt x="34" y="97"/>
                  </a:lnTo>
                  <a:close/>
                  <a:moveTo>
                    <a:pt x="610" y="97"/>
                  </a:moveTo>
                  <a:lnTo>
                    <a:pt x="576" y="97"/>
                  </a:lnTo>
                  <a:lnTo>
                    <a:pt x="576" y="115"/>
                  </a:lnTo>
                  <a:lnTo>
                    <a:pt x="610" y="115"/>
                  </a:lnTo>
                  <a:lnTo>
                    <a:pt x="610" y="97"/>
                  </a:lnTo>
                  <a:close/>
                  <a:moveTo>
                    <a:pt x="1140" y="0"/>
                  </a:moveTo>
                  <a:lnTo>
                    <a:pt x="0" y="0"/>
                  </a:lnTo>
                  <a:lnTo>
                    <a:pt x="0" y="52"/>
                  </a:lnTo>
                  <a:lnTo>
                    <a:pt x="34" y="52"/>
                  </a:lnTo>
                  <a:lnTo>
                    <a:pt x="34" y="36"/>
                  </a:lnTo>
                  <a:lnTo>
                    <a:pt x="576" y="36"/>
                  </a:lnTo>
                  <a:lnTo>
                    <a:pt x="576" y="52"/>
                  </a:lnTo>
                  <a:lnTo>
                    <a:pt x="610" y="52"/>
                  </a:lnTo>
                  <a:lnTo>
                    <a:pt x="610" y="36"/>
                  </a:lnTo>
                  <a:lnTo>
                    <a:pt x="1140" y="36"/>
                  </a:lnTo>
                  <a:lnTo>
                    <a:pt x="1140" y="0"/>
                  </a:lnTo>
                  <a:close/>
                </a:path>
              </a:pathLst>
            </a:custGeom>
            <a:solidFill>
              <a:srgbClr val="82A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3" name="Freeform 98">
              <a:extLst>
                <a:ext uri="{FF2B5EF4-FFF2-40B4-BE49-F238E27FC236}">
                  <a16:creationId xmlns:a16="http://schemas.microsoft.com/office/drawing/2014/main" id="{CBDC212C-1FED-4713-B57E-5768F2E4FC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301" y="1123951"/>
              <a:ext cx="1809750" cy="2190750"/>
            </a:xfrm>
            <a:custGeom>
              <a:avLst/>
              <a:gdLst>
                <a:gd name="T0" fmla="*/ 0 w 1140"/>
                <a:gd name="T1" fmla="*/ 1380 h 1380"/>
                <a:gd name="T2" fmla="*/ 34 w 1140"/>
                <a:gd name="T3" fmla="*/ 1285 h 1380"/>
                <a:gd name="T4" fmla="*/ 34 w 1140"/>
                <a:gd name="T5" fmla="*/ 1303 h 1380"/>
                <a:gd name="T6" fmla="*/ 0 w 1140"/>
                <a:gd name="T7" fmla="*/ 1221 h 1380"/>
                <a:gd name="T8" fmla="*/ 34 w 1140"/>
                <a:gd name="T9" fmla="*/ 1221 h 1380"/>
                <a:gd name="T10" fmla="*/ 0 w 1140"/>
                <a:gd name="T11" fmla="*/ 1177 h 1380"/>
                <a:gd name="T12" fmla="*/ 34 w 1140"/>
                <a:gd name="T13" fmla="*/ 1097 h 1380"/>
                <a:gd name="T14" fmla="*/ 34 w 1140"/>
                <a:gd name="T15" fmla="*/ 1115 h 1380"/>
                <a:gd name="T16" fmla="*/ 0 w 1140"/>
                <a:gd name="T17" fmla="*/ 1035 h 1380"/>
                <a:gd name="T18" fmla="*/ 34 w 1140"/>
                <a:gd name="T19" fmla="*/ 1035 h 1380"/>
                <a:gd name="T20" fmla="*/ 0 w 1140"/>
                <a:gd name="T21" fmla="*/ 989 h 1380"/>
                <a:gd name="T22" fmla="*/ 34 w 1140"/>
                <a:gd name="T23" fmla="*/ 909 h 1380"/>
                <a:gd name="T24" fmla="*/ 34 w 1140"/>
                <a:gd name="T25" fmla="*/ 927 h 1380"/>
                <a:gd name="T26" fmla="*/ 0 w 1140"/>
                <a:gd name="T27" fmla="*/ 847 h 1380"/>
                <a:gd name="T28" fmla="*/ 34 w 1140"/>
                <a:gd name="T29" fmla="*/ 847 h 1380"/>
                <a:gd name="T30" fmla="*/ 0 w 1140"/>
                <a:gd name="T31" fmla="*/ 803 h 1380"/>
                <a:gd name="T32" fmla="*/ 34 w 1140"/>
                <a:gd name="T33" fmla="*/ 723 h 1380"/>
                <a:gd name="T34" fmla="*/ 34 w 1140"/>
                <a:gd name="T35" fmla="*/ 739 h 1380"/>
                <a:gd name="T36" fmla="*/ 0 w 1140"/>
                <a:gd name="T37" fmla="*/ 659 h 1380"/>
                <a:gd name="T38" fmla="*/ 34 w 1140"/>
                <a:gd name="T39" fmla="*/ 659 h 1380"/>
                <a:gd name="T40" fmla="*/ 0 w 1140"/>
                <a:gd name="T41" fmla="*/ 615 h 1380"/>
                <a:gd name="T42" fmla="*/ 34 w 1140"/>
                <a:gd name="T43" fmla="*/ 535 h 1380"/>
                <a:gd name="T44" fmla="*/ 34 w 1140"/>
                <a:gd name="T45" fmla="*/ 553 h 1380"/>
                <a:gd name="T46" fmla="*/ 0 w 1140"/>
                <a:gd name="T47" fmla="*/ 473 h 1380"/>
                <a:gd name="T48" fmla="*/ 34 w 1140"/>
                <a:gd name="T49" fmla="*/ 473 h 1380"/>
                <a:gd name="T50" fmla="*/ 0 w 1140"/>
                <a:gd name="T51" fmla="*/ 427 h 1380"/>
                <a:gd name="T52" fmla="*/ 34 w 1140"/>
                <a:gd name="T53" fmla="*/ 347 h 1380"/>
                <a:gd name="T54" fmla="*/ 34 w 1140"/>
                <a:gd name="T55" fmla="*/ 365 h 1380"/>
                <a:gd name="T56" fmla="*/ 0 w 1140"/>
                <a:gd name="T57" fmla="*/ 285 h 1380"/>
                <a:gd name="T58" fmla="*/ 34 w 1140"/>
                <a:gd name="T59" fmla="*/ 285 h 1380"/>
                <a:gd name="T60" fmla="*/ 576 w 1140"/>
                <a:gd name="T61" fmla="*/ 303 h 1380"/>
                <a:gd name="T62" fmla="*/ 34 w 1140"/>
                <a:gd name="T63" fmla="*/ 222 h 1380"/>
                <a:gd name="T64" fmla="*/ 34 w 1140"/>
                <a:gd name="T65" fmla="*/ 239 h 1380"/>
                <a:gd name="T66" fmla="*/ 576 w 1140"/>
                <a:gd name="T67" fmla="*/ 222 h 1380"/>
                <a:gd name="T68" fmla="*/ 610 w 1140"/>
                <a:gd name="T69" fmla="*/ 222 h 1380"/>
                <a:gd name="T70" fmla="*/ 0 w 1140"/>
                <a:gd name="T71" fmla="*/ 177 h 1380"/>
                <a:gd name="T72" fmla="*/ 610 w 1140"/>
                <a:gd name="T73" fmla="*/ 159 h 1380"/>
                <a:gd name="T74" fmla="*/ 610 w 1140"/>
                <a:gd name="T75" fmla="*/ 177 h 1380"/>
                <a:gd name="T76" fmla="*/ 0 w 1140"/>
                <a:gd name="T77" fmla="*/ 97 h 1380"/>
                <a:gd name="T78" fmla="*/ 34 w 1140"/>
                <a:gd name="T79" fmla="*/ 97 h 1380"/>
                <a:gd name="T80" fmla="*/ 576 w 1140"/>
                <a:gd name="T81" fmla="*/ 115 h 1380"/>
                <a:gd name="T82" fmla="*/ 1140 w 1140"/>
                <a:gd name="T83" fmla="*/ 0 h 1380"/>
                <a:gd name="T84" fmla="*/ 34 w 1140"/>
                <a:gd name="T85" fmla="*/ 52 h 1380"/>
                <a:gd name="T86" fmla="*/ 576 w 1140"/>
                <a:gd name="T87" fmla="*/ 52 h 1380"/>
                <a:gd name="T88" fmla="*/ 1140 w 1140"/>
                <a:gd name="T89" fmla="*/ 36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0" h="1380">
                  <a:moveTo>
                    <a:pt x="34" y="1347"/>
                  </a:moveTo>
                  <a:lnTo>
                    <a:pt x="0" y="1347"/>
                  </a:lnTo>
                  <a:lnTo>
                    <a:pt x="0" y="1380"/>
                  </a:lnTo>
                  <a:lnTo>
                    <a:pt x="34" y="1380"/>
                  </a:lnTo>
                  <a:lnTo>
                    <a:pt x="34" y="1347"/>
                  </a:lnTo>
                  <a:moveTo>
                    <a:pt x="34" y="1285"/>
                  </a:moveTo>
                  <a:lnTo>
                    <a:pt x="0" y="1285"/>
                  </a:lnTo>
                  <a:lnTo>
                    <a:pt x="0" y="1303"/>
                  </a:lnTo>
                  <a:lnTo>
                    <a:pt x="34" y="1303"/>
                  </a:lnTo>
                  <a:lnTo>
                    <a:pt x="34" y="1285"/>
                  </a:lnTo>
                  <a:moveTo>
                    <a:pt x="34" y="1221"/>
                  </a:moveTo>
                  <a:lnTo>
                    <a:pt x="0" y="1221"/>
                  </a:lnTo>
                  <a:lnTo>
                    <a:pt x="0" y="1239"/>
                  </a:lnTo>
                  <a:lnTo>
                    <a:pt x="34" y="1239"/>
                  </a:lnTo>
                  <a:lnTo>
                    <a:pt x="34" y="1221"/>
                  </a:lnTo>
                  <a:moveTo>
                    <a:pt x="34" y="1159"/>
                  </a:moveTo>
                  <a:lnTo>
                    <a:pt x="0" y="1159"/>
                  </a:lnTo>
                  <a:lnTo>
                    <a:pt x="0" y="1177"/>
                  </a:lnTo>
                  <a:lnTo>
                    <a:pt x="34" y="1177"/>
                  </a:lnTo>
                  <a:lnTo>
                    <a:pt x="34" y="1159"/>
                  </a:lnTo>
                  <a:moveTo>
                    <a:pt x="34" y="1097"/>
                  </a:moveTo>
                  <a:lnTo>
                    <a:pt x="0" y="1097"/>
                  </a:lnTo>
                  <a:lnTo>
                    <a:pt x="0" y="1115"/>
                  </a:lnTo>
                  <a:lnTo>
                    <a:pt x="34" y="1115"/>
                  </a:lnTo>
                  <a:lnTo>
                    <a:pt x="34" y="1097"/>
                  </a:lnTo>
                  <a:moveTo>
                    <a:pt x="34" y="1035"/>
                  </a:moveTo>
                  <a:lnTo>
                    <a:pt x="0" y="1035"/>
                  </a:lnTo>
                  <a:lnTo>
                    <a:pt x="0" y="1053"/>
                  </a:lnTo>
                  <a:lnTo>
                    <a:pt x="34" y="1053"/>
                  </a:lnTo>
                  <a:lnTo>
                    <a:pt x="34" y="1035"/>
                  </a:lnTo>
                  <a:moveTo>
                    <a:pt x="34" y="971"/>
                  </a:moveTo>
                  <a:lnTo>
                    <a:pt x="0" y="971"/>
                  </a:lnTo>
                  <a:lnTo>
                    <a:pt x="0" y="989"/>
                  </a:lnTo>
                  <a:lnTo>
                    <a:pt x="34" y="989"/>
                  </a:lnTo>
                  <a:lnTo>
                    <a:pt x="34" y="971"/>
                  </a:lnTo>
                  <a:moveTo>
                    <a:pt x="34" y="909"/>
                  </a:moveTo>
                  <a:lnTo>
                    <a:pt x="0" y="909"/>
                  </a:lnTo>
                  <a:lnTo>
                    <a:pt x="0" y="927"/>
                  </a:lnTo>
                  <a:lnTo>
                    <a:pt x="34" y="927"/>
                  </a:lnTo>
                  <a:lnTo>
                    <a:pt x="34" y="909"/>
                  </a:lnTo>
                  <a:moveTo>
                    <a:pt x="34" y="847"/>
                  </a:moveTo>
                  <a:lnTo>
                    <a:pt x="0" y="847"/>
                  </a:lnTo>
                  <a:lnTo>
                    <a:pt x="0" y="865"/>
                  </a:lnTo>
                  <a:lnTo>
                    <a:pt x="34" y="865"/>
                  </a:lnTo>
                  <a:lnTo>
                    <a:pt x="34" y="847"/>
                  </a:lnTo>
                  <a:moveTo>
                    <a:pt x="34" y="785"/>
                  </a:moveTo>
                  <a:lnTo>
                    <a:pt x="0" y="785"/>
                  </a:lnTo>
                  <a:lnTo>
                    <a:pt x="0" y="803"/>
                  </a:lnTo>
                  <a:lnTo>
                    <a:pt x="34" y="803"/>
                  </a:lnTo>
                  <a:lnTo>
                    <a:pt x="34" y="785"/>
                  </a:lnTo>
                  <a:moveTo>
                    <a:pt x="34" y="723"/>
                  </a:moveTo>
                  <a:lnTo>
                    <a:pt x="0" y="723"/>
                  </a:lnTo>
                  <a:lnTo>
                    <a:pt x="0" y="739"/>
                  </a:lnTo>
                  <a:lnTo>
                    <a:pt x="34" y="739"/>
                  </a:lnTo>
                  <a:lnTo>
                    <a:pt x="34" y="723"/>
                  </a:lnTo>
                  <a:moveTo>
                    <a:pt x="34" y="659"/>
                  </a:moveTo>
                  <a:lnTo>
                    <a:pt x="0" y="659"/>
                  </a:lnTo>
                  <a:lnTo>
                    <a:pt x="0" y="677"/>
                  </a:lnTo>
                  <a:lnTo>
                    <a:pt x="34" y="677"/>
                  </a:lnTo>
                  <a:lnTo>
                    <a:pt x="34" y="659"/>
                  </a:lnTo>
                  <a:moveTo>
                    <a:pt x="34" y="597"/>
                  </a:moveTo>
                  <a:lnTo>
                    <a:pt x="0" y="597"/>
                  </a:lnTo>
                  <a:lnTo>
                    <a:pt x="0" y="615"/>
                  </a:lnTo>
                  <a:lnTo>
                    <a:pt x="34" y="615"/>
                  </a:lnTo>
                  <a:lnTo>
                    <a:pt x="34" y="597"/>
                  </a:lnTo>
                  <a:moveTo>
                    <a:pt x="34" y="535"/>
                  </a:moveTo>
                  <a:lnTo>
                    <a:pt x="0" y="535"/>
                  </a:lnTo>
                  <a:lnTo>
                    <a:pt x="0" y="553"/>
                  </a:lnTo>
                  <a:lnTo>
                    <a:pt x="34" y="553"/>
                  </a:lnTo>
                  <a:lnTo>
                    <a:pt x="34" y="535"/>
                  </a:lnTo>
                  <a:moveTo>
                    <a:pt x="34" y="473"/>
                  </a:moveTo>
                  <a:lnTo>
                    <a:pt x="0" y="473"/>
                  </a:lnTo>
                  <a:lnTo>
                    <a:pt x="0" y="489"/>
                  </a:lnTo>
                  <a:lnTo>
                    <a:pt x="34" y="489"/>
                  </a:lnTo>
                  <a:lnTo>
                    <a:pt x="34" y="473"/>
                  </a:lnTo>
                  <a:moveTo>
                    <a:pt x="34" y="409"/>
                  </a:moveTo>
                  <a:lnTo>
                    <a:pt x="0" y="409"/>
                  </a:lnTo>
                  <a:lnTo>
                    <a:pt x="0" y="427"/>
                  </a:lnTo>
                  <a:lnTo>
                    <a:pt x="34" y="427"/>
                  </a:lnTo>
                  <a:lnTo>
                    <a:pt x="34" y="409"/>
                  </a:lnTo>
                  <a:moveTo>
                    <a:pt x="34" y="347"/>
                  </a:moveTo>
                  <a:lnTo>
                    <a:pt x="0" y="347"/>
                  </a:lnTo>
                  <a:lnTo>
                    <a:pt x="0" y="365"/>
                  </a:lnTo>
                  <a:lnTo>
                    <a:pt x="34" y="365"/>
                  </a:lnTo>
                  <a:lnTo>
                    <a:pt x="34" y="347"/>
                  </a:lnTo>
                  <a:moveTo>
                    <a:pt x="34" y="285"/>
                  </a:moveTo>
                  <a:lnTo>
                    <a:pt x="0" y="285"/>
                  </a:lnTo>
                  <a:lnTo>
                    <a:pt x="0" y="303"/>
                  </a:lnTo>
                  <a:lnTo>
                    <a:pt x="34" y="303"/>
                  </a:lnTo>
                  <a:lnTo>
                    <a:pt x="34" y="285"/>
                  </a:lnTo>
                  <a:moveTo>
                    <a:pt x="610" y="285"/>
                  </a:moveTo>
                  <a:lnTo>
                    <a:pt x="576" y="285"/>
                  </a:lnTo>
                  <a:lnTo>
                    <a:pt x="576" y="303"/>
                  </a:lnTo>
                  <a:lnTo>
                    <a:pt x="610" y="303"/>
                  </a:lnTo>
                  <a:lnTo>
                    <a:pt x="610" y="285"/>
                  </a:lnTo>
                  <a:moveTo>
                    <a:pt x="34" y="222"/>
                  </a:moveTo>
                  <a:lnTo>
                    <a:pt x="0" y="222"/>
                  </a:lnTo>
                  <a:lnTo>
                    <a:pt x="0" y="239"/>
                  </a:lnTo>
                  <a:lnTo>
                    <a:pt x="34" y="239"/>
                  </a:lnTo>
                  <a:lnTo>
                    <a:pt x="34" y="222"/>
                  </a:lnTo>
                  <a:moveTo>
                    <a:pt x="610" y="222"/>
                  </a:moveTo>
                  <a:lnTo>
                    <a:pt x="576" y="222"/>
                  </a:lnTo>
                  <a:lnTo>
                    <a:pt x="576" y="239"/>
                  </a:lnTo>
                  <a:lnTo>
                    <a:pt x="610" y="239"/>
                  </a:lnTo>
                  <a:lnTo>
                    <a:pt x="610" y="222"/>
                  </a:lnTo>
                  <a:moveTo>
                    <a:pt x="34" y="159"/>
                  </a:moveTo>
                  <a:lnTo>
                    <a:pt x="0" y="159"/>
                  </a:lnTo>
                  <a:lnTo>
                    <a:pt x="0" y="177"/>
                  </a:lnTo>
                  <a:lnTo>
                    <a:pt x="34" y="177"/>
                  </a:lnTo>
                  <a:lnTo>
                    <a:pt x="34" y="159"/>
                  </a:lnTo>
                  <a:moveTo>
                    <a:pt x="610" y="159"/>
                  </a:moveTo>
                  <a:lnTo>
                    <a:pt x="576" y="159"/>
                  </a:lnTo>
                  <a:lnTo>
                    <a:pt x="576" y="177"/>
                  </a:lnTo>
                  <a:lnTo>
                    <a:pt x="610" y="177"/>
                  </a:lnTo>
                  <a:lnTo>
                    <a:pt x="610" y="159"/>
                  </a:lnTo>
                  <a:moveTo>
                    <a:pt x="34" y="97"/>
                  </a:moveTo>
                  <a:lnTo>
                    <a:pt x="0" y="97"/>
                  </a:lnTo>
                  <a:lnTo>
                    <a:pt x="0" y="115"/>
                  </a:lnTo>
                  <a:lnTo>
                    <a:pt x="34" y="115"/>
                  </a:lnTo>
                  <a:lnTo>
                    <a:pt x="34" y="97"/>
                  </a:lnTo>
                  <a:moveTo>
                    <a:pt x="610" y="97"/>
                  </a:moveTo>
                  <a:lnTo>
                    <a:pt x="576" y="97"/>
                  </a:lnTo>
                  <a:lnTo>
                    <a:pt x="576" y="115"/>
                  </a:lnTo>
                  <a:lnTo>
                    <a:pt x="610" y="115"/>
                  </a:lnTo>
                  <a:lnTo>
                    <a:pt x="610" y="97"/>
                  </a:lnTo>
                  <a:moveTo>
                    <a:pt x="1140" y="0"/>
                  </a:moveTo>
                  <a:lnTo>
                    <a:pt x="0" y="0"/>
                  </a:lnTo>
                  <a:lnTo>
                    <a:pt x="0" y="52"/>
                  </a:lnTo>
                  <a:lnTo>
                    <a:pt x="34" y="52"/>
                  </a:lnTo>
                  <a:lnTo>
                    <a:pt x="34" y="36"/>
                  </a:lnTo>
                  <a:lnTo>
                    <a:pt x="576" y="36"/>
                  </a:lnTo>
                  <a:lnTo>
                    <a:pt x="576" y="52"/>
                  </a:lnTo>
                  <a:lnTo>
                    <a:pt x="610" y="52"/>
                  </a:lnTo>
                  <a:lnTo>
                    <a:pt x="610" y="36"/>
                  </a:lnTo>
                  <a:lnTo>
                    <a:pt x="1140" y="36"/>
                  </a:lnTo>
                  <a:lnTo>
                    <a:pt x="11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4" name="Rectangle 99">
              <a:extLst>
                <a:ext uri="{FF2B5EF4-FFF2-40B4-BE49-F238E27FC236}">
                  <a16:creationId xmlns:a16="http://schemas.microsoft.com/office/drawing/2014/main" id="{A0F06910-0DC7-416B-A402-5E2F6C204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206501"/>
              <a:ext cx="53975" cy="71438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5" name="Rectangle 100">
              <a:extLst>
                <a:ext uri="{FF2B5EF4-FFF2-40B4-BE49-F238E27FC236}">
                  <a16:creationId xmlns:a16="http://schemas.microsoft.com/office/drawing/2014/main" id="{5A90CCFF-6DD7-4434-B611-2E615A825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206501"/>
              <a:ext cx="53975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6" name="Rectangle 101">
              <a:extLst>
                <a:ext uri="{FF2B5EF4-FFF2-40B4-BE49-F238E27FC236}">
                  <a16:creationId xmlns:a16="http://schemas.microsoft.com/office/drawing/2014/main" id="{F0DFF081-391E-4E60-A56F-45835AF2D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30651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7" name="Rectangle 102">
              <a:extLst>
                <a:ext uri="{FF2B5EF4-FFF2-40B4-BE49-F238E27FC236}">
                  <a16:creationId xmlns:a16="http://schemas.microsoft.com/office/drawing/2014/main" id="{C70425DE-8D77-4CC6-8265-ABA5E12BA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30651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8" name="Rectangle 103">
              <a:extLst>
                <a:ext uri="{FF2B5EF4-FFF2-40B4-BE49-F238E27FC236}">
                  <a16:creationId xmlns:a16="http://schemas.microsoft.com/office/drawing/2014/main" id="{AB1B1DF8-2668-478F-8F8E-86E066A69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404938"/>
              <a:ext cx="53975" cy="71438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49" name="Rectangle 104">
              <a:extLst>
                <a:ext uri="{FF2B5EF4-FFF2-40B4-BE49-F238E27FC236}">
                  <a16:creationId xmlns:a16="http://schemas.microsoft.com/office/drawing/2014/main" id="{B42D3064-D64F-4963-B629-51AF3D969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404938"/>
              <a:ext cx="53975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0" name="Rectangle 105">
              <a:extLst>
                <a:ext uri="{FF2B5EF4-FFF2-40B4-BE49-F238E27FC236}">
                  <a16:creationId xmlns:a16="http://schemas.microsoft.com/office/drawing/2014/main" id="{4473B73A-AA16-47EE-AA87-8377C3701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503363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1" name="Rectangle 106">
              <a:extLst>
                <a:ext uri="{FF2B5EF4-FFF2-40B4-BE49-F238E27FC236}">
                  <a16:creationId xmlns:a16="http://schemas.microsoft.com/office/drawing/2014/main" id="{07C95B37-AEDE-41DE-9251-80BE49CFB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503363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2" name="Rectangle 107">
              <a:extLst>
                <a:ext uri="{FF2B5EF4-FFF2-40B4-BE49-F238E27FC236}">
                  <a16:creationId xmlns:a16="http://schemas.microsoft.com/office/drawing/2014/main" id="{BCB9321C-E490-4076-BE8F-2E369D161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60496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3" name="Rectangle 108">
              <a:extLst>
                <a:ext uri="{FF2B5EF4-FFF2-40B4-BE49-F238E27FC236}">
                  <a16:creationId xmlns:a16="http://schemas.microsoft.com/office/drawing/2014/main" id="{DA2718B7-6749-48D8-AE75-683AF43ED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60496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4" name="Rectangle 109">
              <a:extLst>
                <a:ext uri="{FF2B5EF4-FFF2-40B4-BE49-F238E27FC236}">
                  <a16:creationId xmlns:a16="http://schemas.microsoft.com/office/drawing/2014/main" id="{90502BDA-F018-4158-BF53-A36F8995C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70338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5" name="Rectangle 110">
              <a:extLst>
                <a:ext uri="{FF2B5EF4-FFF2-40B4-BE49-F238E27FC236}">
                  <a16:creationId xmlns:a16="http://schemas.microsoft.com/office/drawing/2014/main" id="{B3CB9FB5-BCF1-451A-B53F-24F7BD451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70338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6" name="Rectangle 111">
              <a:extLst>
                <a:ext uri="{FF2B5EF4-FFF2-40B4-BE49-F238E27FC236}">
                  <a16:creationId xmlns:a16="http://schemas.microsoft.com/office/drawing/2014/main" id="{0BCD2504-1A7C-4FC9-9D97-A45CC7E4F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801813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7" name="Rectangle 112">
              <a:extLst>
                <a:ext uri="{FF2B5EF4-FFF2-40B4-BE49-F238E27FC236}">
                  <a16:creationId xmlns:a16="http://schemas.microsoft.com/office/drawing/2014/main" id="{9F3E825D-2274-4E7E-89F8-1BD0F56EA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801813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8" name="Rectangle 113">
              <a:extLst>
                <a:ext uri="{FF2B5EF4-FFF2-40B4-BE49-F238E27FC236}">
                  <a16:creationId xmlns:a16="http://schemas.microsoft.com/office/drawing/2014/main" id="{88516B37-0FB3-44B2-A67E-7FBE8BD8A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900238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59" name="Rectangle 114">
              <a:extLst>
                <a:ext uri="{FF2B5EF4-FFF2-40B4-BE49-F238E27FC236}">
                  <a16:creationId xmlns:a16="http://schemas.microsoft.com/office/drawing/2014/main" id="{AB2A46C3-8491-45C7-94A0-2EDE78640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1900238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0" name="Rectangle 115">
              <a:extLst>
                <a:ext uri="{FF2B5EF4-FFF2-40B4-BE49-F238E27FC236}">
                  <a16:creationId xmlns:a16="http://schemas.microsoft.com/office/drawing/2014/main" id="{94DAACEA-72F6-45D7-9CA3-B3E5C0A35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00183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1" name="Rectangle 116">
              <a:extLst>
                <a:ext uri="{FF2B5EF4-FFF2-40B4-BE49-F238E27FC236}">
                  <a16:creationId xmlns:a16="http://schemas.microsoft.com/office/drawing/2014/main" id="{BEB7AB1C-3EFB-467B-BACD-A06C15EE7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00183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2" name="Rectangle 117">
              <a:extLst>
                <a:ext uri="{FF2B5EF4-FFF2-40B4-BE49-F238E27FC236}">
                  <a16:creationId xmlns:a16="http://schemas.microsoft.com/office/drawing/2014/main" id="{25CE4115-592C-4A42-BA31-63DF37AB2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10026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3" name="Rectangle 118">
              <a:extLst>
                <a:ext uri="{FF2B5EF4-FFF2-40B4-BE49-F238E27FC236}">
                  <a16:creationId xmlns:a16="http://schemas.microsoft.com/office/drawing/2014/main" id="{FEEA5B4B-D7E5-4065-B725-8A437530D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10026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4" name="Rectangle 119">
              <a:extLst>
                <a:ext uri="{FF2B5EF4-FFF2-40B4-BE49-F238E27FC236}">
                  <a16:creationId xmlns:a16="http://schemas.microsoft.com/office/drawing/2014/main" id="{A2DB5A3F-639D-40DB-BDCD-B5382B681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198688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5" name="Rectangle 120">
              <a:extLst>
                <a:ext uri="{FF2B5EF4-FFF2-40B4-BE49-F238E27FC236}">
                  <a16:creationId xmlns:a16="http://schemas.microsoft.com/office/drawing/2014/main" id="{9446691B-9348-482B-9B2C-B9C758D89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198688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6" name="Rectangle 121">
              <a:extLst>
                <a:ext uri="{FF2B5EF4-FFF2-40B4-BE49-F238E27FC236}">
                  <a16:creationId xmlns:a16="http://schemas.microsoft.com/office/drawing/2014/main" id="{5ECC05ED-C936-4D14-A39C-36D3C0741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297113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7" name="Rectangle 122">
              <a:extLst>
                <a:ext uri="{FF2B5EF4-FFF2-40B4-BE49-F238E27FC236}">
                  <a16:creationId xmlns:a16="http://schemas.microsoft.com/office/drawing/2014/main" id="{3BB2D97C-D95F-4A5B-8861-E819A46B5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297113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8" name="Rectangle 123">
              <a:extLst>
                <a:ext uri="{FF2B5EF4-FFF2-40B4-BE49-F238E27FC236}">
                  <a16:creationId xmlns:a16="http://schemas.microsoft.com/office/drawing/2014/main" id="{D5A4ADA1-46E7-413B-8894-E30EEB3C7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39871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69" name="Rectangle 124">
              <a:extLst>
                <a:ext uri="{FF2B5EF4-FFF2-40B4-BE49-F238E27FC236}">
                  <a16:creationId xmlns:a16="http://schemas.microsoft.com/office/drawing/2014/main" id="{606B3858-2D69-46B3-A836-17A7A79CA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39871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0" name="Rectangle 125">
              <a:extLst>
                <a:ext uri="{FF2B5EF4-FFF2-40B4-BE49-F238E27FC236}">
                  <a16:creationId xmlns:a16="http://schemas.microsoft.com/office/drawing/2014/main" id="{CD30E683-14AE-4A8F-B347-367F9B43D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49713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1" name="Rectangle 126">
              <a:extLst>
                <a:ext uri="{FF2B5EF4-FFF2-40B4-BE49-F238E27FC236}">
                  <a16:creationId xmlns:a16="http://schemas.microsoft.com/office/drawing/2014/main" id="{D3B45D9F-65A7-4FF4-93EC-06A6DE2B5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49713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2" name="Rectangle 127">
              <a:extLst>
                <a:ext uri="{FF2B5EF4-FFF2-40B4-BE49-F238E27FC236}">
                  <a16:creationId xmlns:a16="http://schemas.microsoft.com/office/drawing/2014/main" id="{D3A1EAD8-EED2-4FD8-A645-98B52DEE4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59556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3" name="Rectangle 128">
              <a:extLst>
                <a:ext uri="{FF2B5EF4-FFF2-40B4-BE49-F238E27FC236}">
                  <a16:creationId xmlns:a16="http://schemas.microsoft.com/office/drawing/2014/main" id="{CABE86F1-6406-4C6E-883E-F3E0ED6B1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59556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4" name="Rectangle 129">
              <a:extLst>
                <a:ext uri="{FF2B5EF4-FFF2-40B4-BE49-F238E27FC236}">
                  <a16:creationId xmlns:a16="http://schemas.microsoft.com/office/drawing/2014/main" id="{1508B975-5DD3-478B-8FC8-19F76161F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693988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5" name="Rectangle 130">
              <a:extLst>
                <a:ext uri="{FF2B5EF4-FFF2-40B4-BE49-F238E27FC236}">
                  <a16:creationId xmlns:a16="http://schemas.microsoft.com/office/drawing/2014/main" id="{AA413FEB-0E26-4A32-92FC-28C7B173A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693988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6" name="Rectangle 131">
              <a:extLst>
                <a:ext uri="{FF2B5EF4-FFF2-40B4-BE49-F238E27FC236}">
                  <a16:creationId xmlns:a16="http://schemas.microsoft.com/office/drawing/2014/main" id="{5324AF14-D4B3-4F82-81E4-C429EB6E7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79558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7" name="Rectangle 132">
              <a:extLst>
                <a:ext uri="{FF2B5EF4-FFF2-40B4-BE49-F238E27FC236}">
                  <a16:creationId xmlns:a16="http://schemas.microsoft.com/office/drawing/2014/main" id="{117AFA7C-D023-41C1-AD0C-2C519696D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79558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8" name="Rectangle 133">
              <a:extLst>
                <a:ext uri="{FF2B5EF4-FFF2-40B4-BE49-F238E27FC236}">
                  <a16:creationId xmlns:a16="http://schemas.microsoft.com/office/drawing/2014/main" id="{DAD56455-A59F-437A-A76F-4628DB26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89401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79" name="Rectangle 134">
              <a:extLst>
                <a:ext uri="{FF2B5EF4-FFF2-40B4-BE49-F238E27FC236}">
                  <a16:creationId xmlns:a16="http://schemas.microsoft.com/office/drawing/2014/main" id="{D8693156-5B6D-458B-8CB0-7FFFB862E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89401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0" name="Rectangle 135">
              <a:extLst>
                <a:ext uri="{FF2B5EF4-FFF2-40B4-BE49-F238E27FC236}">
                  <a16:creationId xmlns:a16="http://schemas.microsoft.com/office/drawing/2014/main" id="{3F44F88D-CA33-47F4-B2FD-B3C513F4F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99243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1" name="Rectangle 136">
              <a:extLst>
                <a:ext uri="{FF2B5EF4-FFF2-40B4-BE49-F238E27FC236}">
                  <a16:creationId xmlns:a16="http://schemas.microsoft.com/office/drawing/2014/main" id="{AC052022-B061-4AAB-8508-8B74D09DD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299243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2" name="Rectangle 137">
              <a:extLst>
                <a:ext uri="{FF2B5EF4-FFF2-40B4-BE49-F238E27FC236}">
                  <a16:creationId xmlns:a16="http://schemas.microsoft.com/office/drawing/2014/main" id="{42FF6C5A-7248-478B-8A97-6C1ACD771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3090863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3" name="Rectangle 138">
              <a:extLst>
                <a:ext uri="{FF2B5EF4-FFF2-40B4-BE49-F238E27FC236}">
                  <a16:creationId xmlns:a16="http://schemas.microsoft.com/office/drawing/2014/main" id="{599CDD73-7E5E-4AA3-970A-E162CFBC5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3090863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4" name="Rectangle 139">
              <a:extLst>
                <a:ext uri="{FF2B5EF4-FFF2-40B4-BE49-F238E27FC236}">
                  <a16:creationId xmlns:a16="http://schemas.microsoft.com/office/drawing/2014/main" id="{6D773708-5976-4EA6-859D-DEB614628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319246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5" name="Rectangle 140">
              <a:extLst>
                <a:ext uri="{FF2B5EF4-FFF2-40B4-BE49-F238E27FC236}">
                  <a16:creationId xmlns:a16="http://schemas.microsoft.com/office/drawing/2014/main" id="{F98D2FD3-1C66-49E0-8A66-BD26FAB1A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1" y="319246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6" name="Rectangle 141">
              <a:extLst>
                <a:ext uri="{FF2B5EF4-FFF2-40B4-BE49-F238E27FC236}">
                  <a16:creationId xmlns:a16="http://schemas.microsoft.com/office/drawing/2014/main" id="{6176A99B-57FD-44E0-BFEE-DC0A92BAD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206501"/>
              <a:ext cx="53975" cy="71438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7" name="Rectangle 142">
              <a:extLst>
                <a:ext uri="{FF2B5EF4-FFF2-40B4-BE49-F238E27FC236}">
                  <a16:creationId xmlns:a16="http://schemas.microsoft.com/office/drawing/2014/main" id="{6229D968-9875-4B5F-BD64-412BCCAA0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206501"/>
              <a:ext cx="53975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8" name="Rectangle 143">
              <a:extLst>
                <a:ext uri="{FF2B5EF4-FFF2-40B4-BE49-F238E27FC236}">
                  <a16:creationId xmlns:a16="http://schemas.microsoft.com/office/drawing/2014/main" id="{94D762AC-BD06-4D28-83DE-0E8B874FD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30651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89" name="Rectangle 144">
              <a:extLst>
                <a:ext uri="{FF2B5EF4-FFF2-40B4-BE49-F238E27FC236}">
                  <a16:creationId xmlns:a16="http://schemas.microsoft.com/office/drawing/2014/main" id="{B296735A-BD34-4226-BE7B-C38D8C292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30651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0" name="Rectangle 145">
              <a:extLst>
                <a:ext uri="{FF2B5EF4-FFF2-40B4-BE49-F238E27FC236}">
                  <a16:creationId xmlns:a16="http://schemas.microsoft.com/office/drawing/2014/main" id="{459A3868-F8CF-4AD3-AC04-2566DD29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404938"/>
              <a:ext cx="53975" cy="71438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1" name="Rectangle 146">
              <a:extLst>
                <a:ext uri="{FF2B5EF4-FFF2-40B4-BE49-F238E27FC236}">
                  <a16:creationId xmlns:a16="http://schemas.microsoft.com/office/drawing/2014/main" id="{375EE69E-C022-4C5F-ABCF-C12ECB64F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404938"/>
              <a:ext cx="53975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2" name="Rectangle 147">
              <a:extLst>
                <a:ext uri="{FF2B5EF4-FFF2-40B4-BE49-F238E27FC236}">
                  <a16:creationId xmlns:a16="http://schemas.microsoft.com/office/drawing/2014/main" id="{D344D68E-C958-41D4-81A5-B8CE378CE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503363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3" name="Rectangle 148">
              <a:extLst>
                <a:ext uri="{FF2B5EF4-FFF2-40B4-BE49-F238E27FC236}">
                  <a16:creationId xmlns:a16="http://schemas.microsoft.com/office/drawing/2014/main" id="{3F5712E4-06C8-4038-92EC-63443E109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503363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4" name="Freeform 149">
              <a:extLst>
                <a:ext uri="{FF2B5EF4-FFF2-40B4-BE49-F238E27FC236}">
                  <a16:creationId xmlns:a16="http://schemas.microsoft.com/office/drawing/2014/main" id="{3C58F869-E674-4AB6-AE80-F4870C47E8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1701" y="1674813"/>
              <a:ext cx="53975" cy="1416050"/>
            </a:xfrm>
            <a:custGeom>
              <a:avLst/>
              <a:gdLst>
                <a:gd name="T0" fmla="*/ 0 w 34"/>
                <a:gd name="T1" fmla="*/ 874 h 892"/>
                <a:gd name="T2" fmla="*/ 34 w 34"/>
                <a:gd name="T3" fmla="*/ 892 h 892"/>
                <a:gd name="T4" fmla="*/ 34 w 34"/>
                <a:gd name="T5" fmla="*/ 812 h 892"/>
                <a:gd name="T6" fmla="*/ 0 w 34"/>
                <a:gd name="T7" fmla="*/ 830 h 892"/>
                <a:gd name="T8" fmla="*/ 34 w 34"/>
                <a:gd name="T9" fmla="*/ 812 h 892"/>
                <a:gd name="T10" fmla="*/ 0 w 34"/>
                <a:gd name="T11" fmla="*/ 750 h 892"/>
                <a:gd name="T12" fmla="*/ 34 w 34"/>
                <a:gd name="T13" fmla="*/ 768 h 892"/>
                <a:gd name="T14" fmla="*/ 34 w 34"/>
                <a:gd name="T15" fmla="*/ 688 h 892"/>
                <a:gd name="T16" fmla="*/ 0 w 34"/>
                <a:gd name="T17" fmla="*/ 706 h 892"/>
                <a:gd name="T18" fmla="*/ 34 w 34"/>
                <a:gd name="T19" fmla="*/ 688 h 892"/>
                <a:gd name="T20" fmla="*/ 0 w 34"/>
                <a:gd name="T21" fmla="*/ 624 h 892"/>
                <a:gd name="T22" fmla="*/ 34 w 34"/>
                <a:gd name="T23" fmla="*/ 642 h 892"/>
                <a:gd name="T24" fmla="*/ 34 w 34"/>
                <a:gd name="T25" fmla="*/ 562 h 892"/>
                <a:gd name="T26" fmla="*/ 0 w 34"/>
                <a:gd name="T27" fmla="*/ 580 h 892"/>
                <a:gd name="T28" fmla="*/ 34 w 34"/>
                <a:gd name="T29" fmla="*/ 562 h 892"/>
                <a:gd name="T30" fmla="*/ 0 w 34"/>
                <a:gd name="T31" fmla="*/ 500 h 892"/>
                <a:gd name="T32" fmla="*/ 34 w 34"/>
                <a:gd name="T33" fmla="*/ 518 h 892"/>
                <a:gd name="T34" fmla="*/ 34 w 34"/>
                <a:gd name="T35" fmla="*/ 438 h 892"/>
                <a:gd name="T36" fmla="*/ 0 w 34"/>
                <a:gd name="T37" fmla="*/ 456 h 892"/>
                <a:gd name="T38" fmla="*/ 34 w 34"/>
                <a:gd name="T39" fmla="*/ 438 h 892"/>
                <a:gd name="T40" fmla="*/ 0 w 34"/>
                <a:gd name="T41" fmla="*/ 376 h 892"/>
                <a:gd name="T42" fmla="*/ 34 w 34"/>
                <a:gd name="T43" fmla="*/ 392 h 892"/>
                <a:gd name="T44" fmla="*/ 34 w 34"/>
                <a:gd name="T45" fmla="*/ 312 h 892"/>
                <a:gd name="T46" fmla="*/ 0 w 34"/>
                <a:gd name="T47" fmla="*/ 330 h 892"/>
                <a:gd name="T48" fmla="*/ 34 w 34"/>
                <a:gd name="T49" fmla="*/ 312 h 892"/>
                <a:gd name="T50" fmla="*/ 0 w 34"/>
                <a:gd name="T51" fmla="*/ 250 h 892"/>
                <a:gd name="T52" fmla="*/ 34 w 34"/>
                <a:gd name="T53" fmla="*/ 268 h 892"/>
                <a:gd name="T54" fmla="*/ 34 w 34"/>
                <a:gd name="T55" fmla="*/ 188 h 892"/>
                <a:gd name="T56" fmla="*/ 0 w 34"/>
                <a:gd name="T57" fmla="*/ 206 h 892"/>
                <a:gd name="T58" fmla="*/ 34 w 34"/>
                <a:gd name="T59" fmla="*/ 188 h 892"/>
                <a:gd name="T60" fmla="*/ 0 w 34"/>
                <a:gd name="T61" fmla="*/ 126 h 892"/>
                <a:gd name="T62" fmla="*/ 34 w 34"/>
                <a:gd name="T63" fmla="*/ 142 h 892"/>
                <a:gd name="T64" fmla="*/ 34 w 34"/>
                <a:gd name="T65" fmla="*/ 62 h 892"/>
                <a:gd name="T66" fmla="*/ 0 w 34"/>
                <a:gd name="T67" fmla="*/ 80 h 892"/>
                <a:gd name="T68" fmla="*/ 34 w 34"/>
                <a:gd name="T69" fmla="*/ 62 h 892"/>
                <a:gd name="T70" fmla="*/ 0 w 34"/>
                <a:gd name="T71" fmla="*/ 0 h 892"/>
                <a:gd name="T72" fmla="*/ 34 w 34"/>
                <a:gd name="T73" fmla="*/ 18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892">
                  <a:moveTo>
                    <a:pt x="34" y="874"/>
                  </a:moveTo>
                  <a:lnTo>
                    <a:pt x="0" y="874"/>
                  </a:lnTo>
                  <a:lnTo>
                    <a:pt x="0" y="892"/>
                  </a:lnTo>
                  <a:lnTo>
                    <a:pt x="34" y="892"/>
                  </a:lnTo>
                  <a:lnTo>
                    <a:pt x="34" y="874"/>
                  </a:lnTo>
                  <a:close/>
                  <a:moveTo>
                    <a:pt x="34" y="812"/>
                  </a:moveTo>
                  <a:lnTo>
                    <a:pt x="0" y="812"/>
                  </a:lnTo>
                  <a:lnTo>
                    <a:pt x="0" y="830"/>
                  </a:lnTo>
                  <a:lnTo>
                    <a:pt x="34" y="830"/>
                  </a:lnTo>
                  <a:lnTo>
                    <a:pt x="34" y="812"/>
                  </a:lnTo>
                  <a:close/>
                  <a:moveTo>
                    <a:pt x="34" y="750"/>
                  </a:moveTo>
                  <a:lnTo>
                    <a:pt x="0" y="750"/>
                  </a:lnTo>
                  <a:lnTo>
                    <a:pt x="0" y="768"/>
                  </a:lnTo>
                  <a:lnTo>
                    <a:pt x="34" y="768"/>
                  </a:lnTo>
                  <a:lnTo>
                    <a:pt x="34" y="750"/>
                  </a:lnTo>
                  <a:close/>
                  <a:moveTo>
                    <a:pt x="34" y="688"/>
                  </a:moveTo>
                  <a:lnTo>
                    <a:pt x="0" y="688"/>
                  </a:lnTo>
                  <a:lnTo>
                    <a:pt x="0" y="706"/>
                  </a:lnTo>
                  <a:lnTo>
                    <a:pt x="34" y="706"/>
                  </a:lnTo>
                  <a:lnTo>
                    <a:pt x="34" y="688"/>
                  </a:lnTo>
                  <a:close/>
                  <a:moveTo>
                    <a:pt x="34" y="624"/>
                  </a:moveTo>
                  <a:lnTo>
                    <a:pt x="0" y="624"/>
                  </a:lnTo>
                  <a:lnTo>
                    <a:pt x="0" y="642"/>
                  </a:lnTo>
                  <a:lnTo>
                    <a:pt x="34" y="642"/>
                  </a:lnTo>
                  <a:lnTo>
                    <a:pt x="34" y="624"/>
                  </a:lnTo>
                  <a:close/>
                  <a:moveTo>
                    <a:pt x="34" y="562"/>
                  </a:moveTo>
                  <a:lnTo>
                    <a:pt x="0" y="562"/>
                  </a:lnTo>
                  <a:lnTo>
                    <a:pt x="0" y="580"/>
                  </a:lnTo>
                  <a:lnTo>
                    <a:pt x="34" y="580"/>
                  </a:lnTo>
                  <a:lnTo>
                    <a:pt x="34" y="562"/>
                  </a:lnTo>
                  <a:close/>
                  <a:moveTo>
                    <a:pt x="34" y="500"/>
                  </a:moveTo>
                  <a:lnTo>
                    <a:pt x="0" y="500"/>
                  </a:lnTo>
                  <a:lnTo>
                    <a:pt x="0" y="518"/>
                  </a:lnTo>
                  <a:lnTo>
                    <a:pt x="34" y="518"/>
                  </a:lnTo>
                  <a:lnTo>
                    <a:pt x="34" y="500"/>
                  </a:lnTo>
                  <a:close/>
                  <a:moveTo>
                    <a:pt x="34" y="438"/>
                  </a:moveTo>
                  <a:lnTo>
                    <a:pt x="0" y="438"/>
                  </a:lnTo>
                  <a:lnTo>
                    <a:pt x="0" y="456"/>
                  </a:lnTo>
                  <a:lnTo>
                    <a:pt x="34" y="456"/>
                  </a:lnTo>
                  <a:lnTo>
                    <a:pt x="34" y="438"/>
                  </a:lnTo>
                  <a:close/>
                  <a:moveTo>
                    <a:pt x="34" y="376"/>
                  </a:moveTo>
                  <a:lnTo>
                    <a:pt x="0" y="376"/>
                  </a:lnTo>
                  <a:lnTo>
                    <a:pt x="0" y="392"/>
                  </a:lnTo>
                  <a:lnTo>
                    <a:pt x="34" y="392"/>
                  </a:lnTo>
                  <a:lnTo>
                    <a:pt x="34" y="376"/>
                  </a:lnTo>
                  <a:close/>
                  <a:moveTo>
                    <a:pt x="34" y="312"/>
                  </a:moveTo>
                  <a:lnTo>
                    <a:pt x="0" y="312"/>
                  </a:lnTo>
                  <a:lnTo>
                    <a:pt x="0" y="330"/>
                  </a:lnTo>
                  <a:lnTo>
                    <a:pt x="34" y="330"/>
                  </a:lnTo>
                  <a:lnTo>
                    <a:pt x="34" y="312"/>
                  </a:lnTo>
                  <a:close/>
                  <a:moveTo>
                    <a:pt x="34" y="250"/>
                  </a:moveTo>
                  <a:lnTo>
                    <a:pt x="0" y="250"/>
                  </a:lnTo>
                  <a:lnTo>
                    <a:pt x="0" y="268"/>
                  </a:lnTo>
                  <a:lnTo>
                    <a:pt x="34" y="268"/>
                  </a:lnTo>
                  <a:lnTo>
                    <a:pt x="34" y="250"/>
                  </a:lnTo>
                  <a:close/>
                  <a:moveTo>
                    <a:pt x="34" y="188"/>
                  </a:moveTo>
                  <a:lnTo>
                    <a:pt x="0" y="188"/>
                  </a:lnTo>
                  <a:lnTo>
                    <a:pt x="0" y="206"/>
                  </a:lnTo>
                  <a:lnTo>
                    <a:pt x="34" y="206"/>
                  </a:lnTo>
                  <a:lnTo>
                    <a:pt x="34" y="188"/>
                  </a:lnTo>
                  <a:close/>
                  <a:moveTo>
                    <a:pt x="34" y="126"/>
                  </a:moveTo>
                  <a:lnTo>
                    <a:pt x="0" y="126"/>
                  </a:lnTo>
                  <a:lnTo>
                    <a:pt x="0" y="142"/>
                  </a:lnTo>
                  <a:lnTo>
                    <a:pt x="34" y="142"/>
                  </a:lnTo>
                  <a:lnTo>
                    <a:pt x="34" y="126"/>
                  </a:lnTo>
                  <a:close/>
                  <a:moveTo>
                    <a:pt x="34" y="62"/>
                  </a:moveTo>
                  <a:lnTo>
                    <a:pt x="0" y="62"/>
                  </a:lnTo>
                  <a:lnTo>
                    <a:pt x="0" y="80"/>
                  </a:lnTo>
                  <a:lnTo>
                    <a:pt x="34" y="80"/>
                  </a:lnTo>
                  <a:lnTo>
                    <a:pt x="34" y="62"/>
                  </a:lnTo>
                  <a:close/>
                  <a:moveTo>
                    <a:pt x="34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34" y="1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2AB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5" name="Freeform 150">
              <a:extLst>
                <a:ext uri="{FF2B5EF4-FFF2-40B4-BE49-F238E27FC236}">
                  <a16:creationId xmlns:a16="http://schemas.microsoft.com/office/drawing/2014/main" id="{8E791FB7-C869-4530-8CD8-0F4BDC83E6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1701" y="1674813"/>
              <a:ext cx="53975" cy="1416050"/>
            </a:xfrm>
            <a:custGeom>
              <a:avLst/>
              <a:gdLst>
                <a:gd name="T0" fmla="*/ 0 w 34"/>
                <a:gd name="T1" fmla="*/ 874 h 892"/>
                <a:gd name="T2" fmla="*/ 34 w 34"/>
                <a:gd name="T3" fmla="*/ 892 h 892"/>
                <a:gd name="T4" fmla="*/ 34 w 34"/>
                <a:gd name="T5" fmla="*/ 812 h 892"/>
                <a:gd name="T6" fmla="*/ 0 w 34"/>
                <a:gd name="T7" fmla="*/ 830 h 892"/>
                <a:gd name="T8" fmla="*/ 34 w 34"/>
                <a:gd name="T9" fmla="*/ 812 h 892"/>
                <a:gd name="T10" fmla="*/ 0 w 34"/>
                <a:gd name="T11" fmla="*/ 750 h 892"/>
                <a:gd name="T12" fmla="*/ 34 w 34"/>
                <a:gd name="T13" fmla="*/ 768 h 892"/>
                <a:gd name="T14" fmla="*/ 34 w 34"/>
                <a:gd name="T15" fmla="*/ 688 h 892"/>
                <a:gd name="T16" fmla="*/ 0 w 34"/>
                <a:gd name="T17" fmla="*/ 706 h 892"/>
                <a:gd name="T18" fmla="*/ 34 w 34"/>
                <a:gd name="T19" fmla="*/ 688 h 892"/>
                <a:gd name="T20" fmla="*/ 0 w 34"/>
                <a:gd name="T21" fmla="*/ 624 h 892"/>
                <a:gd name="T22" fmla="*/ 34 w 34"/>
                <a:gd name="T23" fmla="*/ 642 h 892"/>
                <a:gd name="T24" fmla="*/ 34 w 34"/>
                <a:gd name="T25" fmla="*/ 562 h 892"/>
                <a:gd name="T26" fmla="*/ 0 w 34"/>
                <a:gd name="T27" fmla="*/ 580 h 892"/>
                <a:gd name="T28" fmla="*/ 34 w 34"/>
                <a:gd name="T29" fmla="*/ 562 h 892"/>
                <a:gd name="T30" fmla="*/ 0 w 34"/>
                <a:gd name="T31" fmla="*/ 500 h 892"/>
                <a:gd name="T32" fmla="*/ 34 w 34"/>
                <a:gd name="T33" fmla="*/ 518 h 892"/>
                <a:gd name="T34" fmla="*/ 34 w 34"/>
                <a:gd name="T35" fmla="*/ 438 h 892"/>
                <a:gd name="T36" fmla="*/ 0 w 34"/>
                <a:gd name="T37" fmla="*/ 456 h 892"/>
                <a:gd name="T38" fmla="*/ 34 w 34"/>
                <a:gd name="T39" fmla="*/ 438 h 892"/>
                <a:gd name="T40" fmla="*/ 0 w 34"/>
                <a:gd name="T41" fmla="*/ 376 h 892"/>
                <a:gd name="T42" fmla="*/ 34 w 34"/>
                <a:gd name="T43" fmla="*/ 392 h 892"/>
                <a:gd name="T44" fmla="*/ 34 w 34"/>
                <a:gd name="T45" fmla="*/ 312 h 892"/>
                <a:gd name="T46" fmla="*/ 0 w 34"/>
                <a:gd name="T47" fmla="*/ 330 h 892"/>
                <a:gd name="T48" fmla="*/ 34 w 34"/>
                <a:gd name="T49" fmla="*/ 312 h 892"/>
                <a:gd name="T50" fmla="*/ 0 w 34"/>
                <a:gd name="T51" fmla="*/ 250 h 892"/>
                <a:gd name="T52" fmla="*/ 34 w 34"/>
                <a:gd name="T53" fmla="*/ 268 h 892"/>
                <a:gd name="T54" fmla="*/ 34 w 34"/>
                <a:gd name="T55" fmla="*/ 188 h 892"/>
                <a:gd name="T56" fmla="*/ 0 w 34"/>
                <a:gd name="T57" fmla="*/ 206 h 892"/>
                <a:gd name="T58" fmla="*/ 34 w 34"/>
                <a:gd name="T59" fmla="*/ 188 h 892"/>
                <a:gd name="T60" fmla="*/ 0 w 34"/>
                <a:gd name="T61" fmla="*/ 126 h 892"/>
                <a:gd name="T62" fmla="*/ 34 w 34"/>
                <a:gd name="T63" fmla="*/ 142 h 892"/>
                <a:gd name="T64" fmla="*/ 34 w 34"/>
                <a:gd name="T65" fmla="*/ 62 h 892"/>
                <a:gd name="T66" fmla="*/ 0 w 34"/>
                <a:gd name="T67" fmla="*/ 80 h 892"/>
                <a:gd name="T68" fmla="*/ 34 w 34"/>
                <a:gd name="T69" fmla="*/ 62 h 892"/>
                <a:gd name="T70" fmla="*/ 0 w 34"/>
                <a:gd name="T71" fmla="*/ 0 h 892"/>
                <a:gd name="T72" fmla="*/ 34 w 34"/>
                <a:gd name="T73" fmla="*/ 18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892">
                  <a:moveTo>
                    <a:pt x="34" y="874"/>
                  </a:moveTo>
                  <a:lnTo>
                    <a:pt x="0" y="874"/>
                  </a:lnTo>
                  <a:lnTo>
                    <a:pt x="0" y="892"/>
                  </a:lnTo>
                  <a:lnTo>
                    <a:pt x="34" y="892"/>
                  </a:lnTo>
                  <a:lnTo>
                    <a:pt x="34" y="874"/>
                  </a:lnTo>
                  <a:moveTo>
                    <a:pt x="34" y="812"/>
                  </a:moveTo>
                  <a:lnTo>
                    <a:pt x="0" y="812"/>
                  </a:lnTo>
                  <a:lnTo>
                    <a:pt x="0" y="830"/>
                  </a:lnTo>
                  <a:lnTo>
                    <a:pt x="34" y="830"/>
                  </a:lnTo>
                  <a:lnTo>
                    <a:pt x="34" y="812"/>
                  </a:lnTo>
                  <a:moveTo>
                    <a:pt x="34" y="750"/>
                  </a:moveTo>
                  <a:lnTo>
                    <a:pt x="0" y="750"/>
                  </a:lnTo>
                  <a:lnTo>
                    <a:pt x="0" y="768"/>
                  </a:lnTo>
                  <a:lnTo>
                    <a:pt x="34" y="768"/>
                  </a:lnTo>
                  <a:lnTo>
                    <a:pt x="34" y="750"/>
                  </a:lnTo>
                  <a:moveTo>
                    <a:pt x="34" y="688"/>
                  </a:moveTo>
                  <a:lnTo>
                    <a:pt x="0" y="688"/>
                  </a:lnTo>
                  <a:lnTo>
                    <a:pt x="0" y="706"/>
                  </a:lnTo>
                  <a:lnTo>
                    <a:pt x="34" y="706"/>
                  </a:lnTo>
                  <a:lnTo>
                    <a:pt x="34" y="688"/>
                  </a:lnTo>
                  <a:moveTo>
                    <a:pt x="34" y="624"/>
                  </a:moveTo>
                  <a:lnTo>
                    <a:pt x="0" y="624"/>
                  </a:lnTo>
                  <a:lnTo>
                    <a:pt x="0" y="642"/>
                  </a:lnTo>
                  <a:lnTo>
                    <a:pt x="34" y="642"/>
                  </a:lnTo>
                  <a:lnTo>
                    <a:pt x="34" y="624"/>
                  </a:lnTo>
                  <a:moveTo>
                    <a:pt x="34" y="562"/>
                  </a:moveTo>
                  <a:lnTo>
                    <a:pt x="0" y="562"/>
                  </a:lnTo>
                  <a:lnTo>
                    <a:pt x="0" y="580"/>
                  </a:lnTo>
                  <a:lnTo>
                    <a:pt x="34" y="580"/>
                  </a:lnTo>
                  <a:lnTo>
                    <a:pt x="34" y="562"/>
                  </a:lnTo>
                  <a:moveTo>
                    <a:pt x="34" y="500"/>
                  </a:moveTo>
                  <a:lnTo>
                    <a:pt x="0" y="500"/>
                  </a:lnTo>
                  <a:lnTo>
                    <a:pt x="0" y="518"/>
                  </a:lnTo>
                  <a:lnTo>
                    <a:pt x="34" y="518"/>
                  </a:lnTo>
                  <a:lnTo>
                    <a:pt x="34" y="500"/>
                  </a:lnTo>
                  <a:moveTo>
                    <a:pt x="34" y="438"/>
                  </a:moveTo>
                  <a:lnTo>
                    <a:pt x="0" y="438"/>
                  </a:lnTo>
                  <a:lnTo>
                    <a:pt x="0" y="456"/>
                  </a:lnTo>
                  <a:lnTo>
                    <a:pt x="34" y="456"/>
                  </a:lnTo>
                  <a:lnTo>
                    <a:pt x="34" y="438"/>
                  </a:lnTo>
                  <a:moveTo>
                    <a:pt x="34" y="376"/>
                  </a:moveTo>
                  <a:lnTo>
                    <a:pt x="0" y="376"/>
                  </a:lnTo>
                  <a:lnTo>
                    <a:pt x="0" y="392"/>
                  </a:lnTo>
                  <a:lnTo>
                    <a:pt x="34" y="392"/>
                  </a:lnTo>
                  <a:lnTo>
                    <a:pt x="34" y="376"/>
                  </a:lnTo>
                  <a:moveTo>
                    <a:pt x="34" y="312"/>
                  </a:moveTo>
                  <a:lnTo>
                    <a:pt x="0" y="312"/>
                  </a:lnTo>
                  <a:lnTo>
                    <a:pt x="0" y="330"/>
                  </a:lnTo>
                  <a:lnTo>
                    <a:pt x="34" y="330"/>
                  </a:lnTo>
                  <a:lnTo>
                    <a:pt x="34" y="312"/>
                  </a:lnTo>
                  <a:moveTo>
                    <a:pt x="34" y="250"/>
                  </a:moveTo>
                  <a:lnTo>
                    <a:pt x="0" y="250"/>
                  </a:lnTo>
                  <a:lnTo>
                    <a:pt x="0" y="268"/>
                  </a:lnTo>
                  <a:lnTo>
                    <a:pt x="34" y="268"/>
                  </a:lnTo>
                  <a:lnTo>
                    <a:pt x="34" y="250"/>
                  </a:lnTo>
                  <a:moveTo>
                    <a:pt x="34" y="188"/>
                  </a:moveTo>
                  <a:lnTo>
                    <a:pt x="0" y="188"/>
                  </a:lnTo>
                  <a:lnTo>
                    <a:pt x="0" y="206"/>
                  </a:lnTo>
                  <a:lnTo>
                    <a:pt x="34" y="206"/>
                  </a:lnTo>
                  <a:lnTo>
                    <a:pt x="34" y="188"/>
                  </a:lnTo>
                  <a:moveTo>
                    <a:pt x="34" y="126"/>
                  </a:moveTo>
                  <a:lnTo>
                    <a:pt x="0" y="126"/>
                  </a:lnTo>
                  <a:lnTo>
                    <a:pt x="0" y="142"/>
                  </a:lnTo>
                  <a:lnTo>
                    <a:pt x="34" y="142"/>
                  </a:lnTo>
                  <a:lnTo>
                    <a:pt x="34" y="126"/>
                  </a:lnTo>
                  <a:moveTo>
                    <a:pt x="34" y="62"/>
                  </a:moveTo>
                  <a:lnTo>
                    <a:pt x="0" y="62"/>
                  </a:lnTo>
                  <a:lnTo>
                    <a:pt x="0" y="80"/>
                  </a:lnTo>
                  <a:lnTo>
                    <a:pt x="34" y="80"/>
                  </a:lnTo>
                  <a:lnTo>
                    <a:pt x="34" y="62"/>
                  </a:lnTo>
                  <a:moveTo>
                    <a:pt x="34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34" y="18"/>
                  </a:lnTo>
                  <a:lnTo>
                    <a:pt x="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6" name="Rectangle 151">
              <a:extLst>
                <a:ext uri="{FF2B5EF4-FFF2-40B4-BE49-F238E27FC236}">
                  <a16:creationId xmlns:a16="http://schemas.microsoft.com/office/drawing/2014/main" id="{079E3B8A-5A5C-49D2-8E11-D5338BF5F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60496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7" name="Rectangle 152">
              <a:extLst>
                <a:ext uri="{FF2B5EF4-FFF2-40B4-BE49-F238E27FC236}">
                  <a16:creationId xmlns:a16="http://schemas.microsoft.com/office/drawing/2014/main" id="{74D059EB-8917-40CC-8E6F-BAA903FBA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60496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8" name="Rectangle 153">
              <a:extLst>
                <a:ext uri="{FF2B5EF4-FFF2-40B4-BE49-F238E27FC236}">
                  <a16:creationId xmlns:a16="http://schemas.microsoft.com/office/drawing/2014/main" id="{A97DDD7C-54FE-4C60-B7A1-80657C02F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70338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99" name="Rectangle 154">
              <a:extLst>
                <a:ext uri="{FF2B5EF4-FFF2-40B4-BE49-F238E27FC236}">
                  <a16:creationId xmlns:a16="http://schemas.microsoft.com/office/drawing/2014/main" id="{22EF963F-7CB2-4110-AD7B-B1828D6BF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70338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0" name="Rectangle 155">
              <a:extLst>
                <a:ext uri="{FF2B5EF4-FFF2-40B4-BE49-F238E27FC236}">
                  <a16:creationId xmlns:a16="http://schemas.microsoft.com/office/drawing/2014/main" id="{F1511CBC-2FD5-489B-84E0-6805A7E37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801813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1" name="Rectangle 156">
              <a:extLst>
                <a:ext uri="{FF2B5EF4-FFF2-40B4-BE49-F238E27FC236}">
                  <a16:creationId xmlns:a16="http://schemas.microsoft.com/office/drawing/2014/main" id="{F98387D1-8A3E-49DB-B2AE-7EE59E024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801813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2" name="Rectangle 157">
              <a:extLst>
                <a:ext uri="{FF2B5EF4-FFF2-40B4-BE49-F238E27FC236}">
                  <a16:creationId xmlns:a16="http://schemas.microsoft.com/office/drawing/2014/main" id="{BAEB9E04-7B5D-49B0-80F9-9AC23DA10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900238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3" name="Rectangle 158">
              <a:extLst>
                <a:ext uri="{FF2B5EF4-FFF2-40B4-BE49-F238E27FC236}">
                  <a16:creationId xmlns:a16="http://schemas.microsoft.com/office/drawing/2014/main" id="{C495CBD2-071B-40B2-9E80-0E373FFE6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1900238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4" name="Rectangle 159">
              <a:extLst>
                <a:ext uri="{FF2B5EF4-FFF2-40B4-BE49-F238E27FC236}">
                  <a16:creationId xmlns:a16="http://schemas.microsoft.com/office/drawing/2014/main" id="{96495B5E-BC4E-4B28-81DA-291926AC3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00183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5" name="Rectangle 160">
              <a:extLst>
                <a:ext uri="{FF2B5EF4-FFF2-40B4-BE49-F238E27FC236}">
                  <a16:creationId xmlns:a16="http://schemas.microsoft.com/office/drawing/2014/main" id="{16084F82-A95B-4DA9-90C8-96DCF0EC7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00183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6" name="Rectangle 161">
              <a:extLst>
                <a:ext uri="{FF2B5EF4-FFF2-40B4-BE49-F238E27FC236}">
                  <a16:creationId xmlns:a16="http://schemas.microsoft.com/office/drawing/2014/main" id="{E2392C8E-09E2-4D79-AA9A-AED112F43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10026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7" name="Rectangle 162">
              <a:extLst>
                <a:ext uri="{FF2B5EF4-FFF2-40B4-BE49-F238E27FC236}">
                  <a16:creationId xmlns:a16="http://schemas.microsoft.com/office/drawing/2014/main" id="{9C59260F-2C87-434C-9762-C04071471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10026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8" name="Rectangle 163">
              <a:extLst>
                <a:ext uri="{FF2B5EF4-FFF2-40B4-BE49-F238E27FC236}">
                  <a16:creationId xmlns:a16="http://schemas.microsoft.com/office/drawing/2014/main" id="{C5D066F2-F712-4966-8A0B-FC97A632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198688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09" name="Rectangle 164">
              <a:extLst>
                <a:ext uri="{FF2B5EF4-FFF2-40B4-BE49-F238E27FC236}">
                  <a16:creationId xmlns:a16="http://schemas.microsoft.com/office/drawing/2014/main" id="{AF5D0F11-DBAB-4D4C-A4F1-5E717D846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198688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0" name="Rectangle 165">
              <a:extLst>
                <a:ext uri="{FF2B5EF4-FFF2-40B4-BE49-F238E27FC236}">
                  <a16:creationId xmlns:a16="http://schemas.microsoft.com/office/drawing/2014/main" id="{7538087C-C30D-4A58-AC91-47E8DA4AC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297113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1" name="Rectangle 166">
              <a:extLst>
                <a:ext uri="{FF2B5EF4-FFF2-40B4-BE49-F238E27FC236}">
                  <a16:creationId xmlns:a16="http://schemas.microsoft.com/office/drawing/2014/main" id="{9D141A6D-0A1B-4B0B-8E44-BE4DD50AE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297113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2" name="Rectangle 167">
              <a:extLst>
                <a:ext uri="{FF2B5EF4-FFF2-40B4-BE49-F238E27FC236}">
                  <a16:creationId xmlns:a16="http://schemas.microsoft.com/office/drawing/2014/main" id="{ECFB5EEC-502E-468A-BD21-223520A89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39871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3" name="Rectangle 168">
              <a:extLst>
                <a:ext uri="{FF2B5EF4-FFF2-40B4-BE49-F238E27FC236}">
                  <a16:creationId xmlns:a16="http://schemas.microsoft.com/office/drawing/2014/main" id="{8ACDBA6E-807C-4055-B532-D06C43B4C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39871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4" name="Rectangle 169">
              <a:extLst>
                <a:ext uri="{FF2B5EF4-FFF2-40B4-BE49-F238E27FC236}">
                  <a16:creationId xmlns:a16="http://schemas.microsoft.com/office/drawing/2014/main" id="{27291FC1-F23A-42C3-B17A-383C1D5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49713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5" name="Rectangle 170">
              <a:extLst>
                <a:ext uri="{FF2B5EF4-FFF2-40B4-BE49-F238E27FC236}">
                  <a16:creationId xmlns:a16="http://schemas.microsoft.com/office/drawing/2014/main" id="{27EA8786-B324-454A-BD81-4BEAE134B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49713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6" name="Rectangle 171">
              <a:extLst>
                <a:ext uri="{FF2B5EF4-FFF2-40B4-BE49-F238E27FC236}">
                  <a16:creationId xmlns:a16="http://schemas.microsoft.com/office/drawing/2014/main" id="{E1665160-682A-4988-B3EE-50B63B9B1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59556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7" name="Rectangle 172">
              <a:extLst>
                <a:ext uri="{FF2B5EF4-FFF2-40B4-BE49-F238E27FC236}">
                  <a16:creationId xmlns:a16="http://schemas.microsoft.com/office/drawing/2014/main" id="{4E50462D-1CE4-4CA3-8E61-60C2215DC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59556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8" name="Rectangle 173">
              <a:extLst>
                <a:ext uri="{FF2B5EF4-FFF2-40B4-BE49-F238E27FC236}">
                  <a16:creationId xmlns:a16="http://schemas.microsoft.com/office/drawing/2014/main" id="{BA6DBD5C-4F4E-408A-87D2-604F3743E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693988"/>
              <a:ext cx="53975" cy="73025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19" name="Rectangle 174">
              <a:extLst>
                <a:ext uri="{FF2B5EF4-FFF2-40B4-BE49-F238E27FC236}">
                  <a16:creationId xmlns:a16="http://schemas.microsoft.com/office/drawing/2014/main" id="{16860A59-BECA-43B9-A5DD-4378ECE72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693988"/>
              <a:ext cx="53975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0" name="Rectangle 175">
              <a:extLst>
                <a:ext uri="{FF2B5EF4-FFF2-40B4-BE49-F238E27FC236}">
                  <a16:creationId xmlns:a16="http://schemas.microsoft.com/office/drawing/2014/main" id="{9A7E5E63-6246-406E-80E4-717FBCA8B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79558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1" name="Rectangle 176">
              <a:extLst>
                <a:ext uri="{FF2B5EF4-FFF2-40B4-BE49-F238E27FC236}">
                  <a16:creationId xmlns:a16="http://schemas.microsoft.com/office/drawing/2014/main" id="{123539AB-478C-48C0-9152-B09CDB45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79558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2" name="Rectangle 177">
              <a:extLst>
                <a:ext uri="{FF2B5EF4-FFF2-40B4-BE49-F238E27FC236}">
                  <a16:creationId xmlns:a16="http://schemas.microsoft.com/office/drawing/2014/main" id="{425147B5-42BF-4A4E-A6DD-A777B373C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894013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3" name="Rectangle 178">
              <a:extLst>
                <a:ext uri="{FF2B5EF4-FFF2-40B4-BE49-F238E27FC236}">
                  <a16:creationId xmlns:a16="http://schemas.microsoft.com/office/drawing/2014/main" id="{74B69F49-DC27-4EDB-81A8-43F21FBB8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894013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4" name="Rectangle 179">
              <a:extLst>
                <a:ext uri="{FF2B5EF4-FFF2-40B4-BE49-F238E27FC236}">
                  <a16:creationId xmlns:a16="http://schemas.microsoft.com/office/drawing/2014/main" id="{AD5571D1-ECC8-433B-AD43-0F56EEC94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992438"/>
              <a:ext cx="53975" cy="698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5" name="Rectangle 180">
              <a:extLst>
                <a:ext uri="{FF2B5EF4-FFF2-40B4-BE49-F238E27FC236}">
                  <a16:creationId xmlns:a16="http://schemas.microsoft.com/office/drawing/2014/main" id="{1B38D509-0784-41BF-94AC-922E8CC10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2992438"/>
              <a:ext cx="53975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6" name="Rectangle 181">
              <a:extLst>
                <a:ext uri="{FF2B5EF4-FFF2-40B4-BE49-F238E27FC236}">
                  <a16:creationId xmlns:a16="http://schemas.microsoft.com/office/drawing/2014/main" id="{9DC18E06-25D4-4210-A0B9-93AC5204B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3090863"/>
              <a:ext cx="53975" cy="19050"/>
            </a:xfrm>
            <a:prstGeom prst="rect">
              <a:avLst/>
            </a:prstGeom>
            <a:solidFill>
              <a:srgbClr val="16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7" name="Rectangle 182">
              <a:extLst>
                <a:ext uri="{FF2B5EF4-FFF2-40B4-BE49-F238E27FC236}">
                  <a16:creationId xmlns:a16="http://schemas.microsoft.com/office/drawing/2014/main" id="{6888CDBA-F0AA-4AF7-9676-EB56598B7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1" y="3090863"/>
              <a:ext cx="53975" cy="19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28" name="Freeform 183">
              <a:extLst>
                <a:ext uri="{FF2B5EF4-FFF2-40B4-BE49-F238E27FC236}">
                  <a16:creationId xmlns:a16="http://schemas.microsoft.com/office/drawing/2014/main" id="{1EDFAA7E-1D91-4E6E-B51D-9540C8B718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1263" y="1087438"/>
              <a:ext cx="1884363" cy="2255838"/>
            </a:xfrm>
            <a:custGeom>
              <a:avLst/>
              <a:gdLst>
                <a:gd name="T0" fmla="*/ 0 w 1187"/>
                <a:gd name="T1" fmla="*/ 0 h 1421"/>
                <a:gd name="T2" fmla="*/ 0 w 1187"/>
                <a:gd name="T3" fmla="*/ 1421 h 1421"/>
                <a:gd name="T4" fmla="*/ 1187 w 1187"/>
                <a:gd name="T5" fmla="*/ 1421 h 1421"/>
                <a:gd name="T6" fmla="*/ 1187 w 1187"/>
                <a:gd name="T7" fmla="*/ 0 h 1421"/>
                <a:gd name="T8" fmla="*/ 0 w 1187"/>
                <a:gd name="T9" fmla="*/ 0 h 1421"/>
                <a:gd name="T10" fmla="*/ 36 w 1187"/>
                <a:gd name="T11" fmla="*/ 36 h 1421"/>
                <a:gd name="T12" fmla="*/ 575 w 1187"/>
                <a:gd name="T13" fmla="*/ 36 h 1421"/>
                <a:gd name="T14" fmla="*/ 575 w 1187"/>
                <a:gd name="T15" fmla="*/ 1385 h 1421"/>
                <a:gd name="T16" fmla="*/ 36 w 1187"/>
                <a:gd name="T17" fmla="*/ 1385 h 1421"/>
                <a:gd name="T18" fmla="*/ 36 w 1187"/>
                <a:gd name="T19" fmla="*/ 36 h 1421"/>
                <a:gd name="T20" fmla="*/ 1151 w 1187"/>
                <a:gd name="T21" fmla="*/ 1385 h 1421"/>
                <a:gd name="T22" fmla="*/ 611 w 1187"/>
                <a:gd name="T23" fmla="*/ 1385 h 1421"/>
                <a:gd name="T24" fmla="*/ 611 w 1187"/>
                <a:gd name="T25" fmla="*/ 36 h 1421"/>
                <a:gd name="T26" fmla="*/ 1151 w 1187"/>
                <a:gd name="T27" fmla="*/ 36 h 1421"/>
                <a:gd name="T28" fmla="*/ 1151 w 1187"/>
                <a:gd name="T29" fmla="*/ 1385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7" h="1421">
                  <a:moveTo>
                    <a:pt x="0" y="0"/>
                  </a:moveTo>
                  <a:lnTo>
                    <a:pt x="0" y="1421"/>
                  </a:lnTo>
                  <a:lnTo>
                    <a:pt x="1187" y="1421"/>
                  </a:lnTo>
                  <a:lnTo>
                    <a:pt x="1187" y="0"/>
                  </a:lnTo>
                  <a:lnTo>
                    <a:pt x="0" y="0"/>
                  </a:lnTo>
                  <a:close/>
                  <a:moveTo>
                    <a:pt x="36" y="36"/>
                  </a:moveTo>
                  <a:lnTo>
                    <a:pt x="575" y="36"/>
                  </a:lnTo>
                  <a:lnTo>
                    <a:pt x="575" y="1385"/>
                  </a:lnTo>
                  <a:lnTo>
                    <a:pt x="36" y="1385"/>
                  </a:lnTo>
                  <a:lnTo>
                    <a:pt x="36" y="36"/>
                  </a:lnTo>
                  <a:close/>
                  <a:moveTo>
                    <a:pt x="1151" y="1385"/>
                  </a:moveTo>
                  <a:lnTo>
                    <a:pt x="611" y="1385"/>
                  </a:lnTo>
                  <a:lnTo>
                    <a:pt x="611" y="36"/>
                  </a:lnTo>
                  <a:lnTo>
                    <a:pt x="1151" y="36"/>
                  </a:lnTo>
                  <a:lnTo>
                    <a:pt x="1151" y="1385"/>
                  </a:lnTo>
                  <a:close/>
                </a:path>
              </a:pathLst>
            </a:custGeom>
            <a:solidFill>
              <a:srgbClr val="0341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6" name="Freeform 1078">
              <a:extLst>
                <a:ext uri="{FF2B5EF4-FFF2-40B4-BE49-F238E27FC236}">
                  <a16:creationId xmlns:a16="http://schemas.microsoft.com/office/drawing/2014/main" id="{FA443391-DF94-487B-A54A-B7A75436D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638" y="3532188"/>
              <a:ext cx="22225" cy="7938"/>
            </a:xfrm>
            <a:custGeom>
              <a:avLst/>
              <a:gdLst>
                <a:gd name="T0" fmla="*/ 0 w 8"/>
                <a:gd name="T1" fmla="*/ 0 h 3"/>
                <a:gd name="T2" fmla="*/ 0 w 8"/>
                <a:gd name="T3" fmla="*/ 0 h 3"/>
                <a:gd name="T4" fmla="*/ 8 w 8"/>
                <a:gd name="T5" fmla="*/ 3 h 3"/>
                <a:gd name="T6" fmla="*/ 8 w 8"/>
                <a:gd name="T7" fmla="*/ 3 h 3"/>
                <a:gd name="T8" fmla="*/ 0 w 8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1"/>
                    <a:pt x="5" y="2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5" y="2"/>
                    <a:pt x="3" y="1"/>
                    <a:pt x="0" y="0"/>
                  </a:cubicBezTo>
                </a:path>
              </a:pathLst>
            </a:custGeom>
            <a:solidFill>
              <a:srgbClr val="9AA6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1861" name="Group 1860">
            <a:extLst>
              <a:ext uri="{FF2B5EF4-FFF2-40B4-BE49-F238E27FC236}">
                <a16:creationId xmlns:a16="http://schemas.microsoft.com/office/drawing/2014/main" id="{5B4A2870-E1CB-49FA-8BF7-1E764EF9F72B}"/>
              </a:ext>
            </a:extLst>
          </p:cNvPr>
          <p:cNvGrpSpPr/>
          <p:nvPr/>
        </p:nvGrpSpPr>
        <p:grpSpPr>
          <a:xfrm>
            <a:off x="28163" y="4803494"/>
            <a:ext cx="3905159" cy="2044742"/>
            <a:chOff x="4410075" y="3255963"/>
            <a:chExt cx="3968750" cy="2078038"/>
          </a:xfrm>
        </p:grpSpPr>
        <p:sp>
          <p:nvSpPr>
            <p:cNvPr id="879" name="Freeform 838">
              <a:extLst>
                <a:ext uri="{FF2B5EF4-FFF2-40B4-BE49-F238E27FC236}">
                  <a16:creationId xmlns:a16="http://schemas.microsoft.com/office/drawing/2014/main" id="{97BB9315-A421-4AF7-9F17-F7FF9BB62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9263" y="3587750"/>
              <a:ext cx="42863" cy="357188"/>
            </a:xfrm>
            <a:custGeom>
              <a:avLst/>
              <a:gdLst>
                <a:gd name="T0" fmla="*/ 0 w 27"/>
                <a:gd name="T1" fmla="*/ 0 h 225"/>
                <a:gd name="T2" fmla="*/ 27 w 27"/>
                <a:gd name="T3" fmla="*/ 225 h 225"/>
                <a:gd name="T4" fmla="*/ 0 w 27"/>
                <a:gd name="T5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225">
                  <a:moveTo>
                    <a:pt x="0" y="0"/>
                  </a:moveTo>
                  <a:lnTo>
                    <a:pt x="27" y="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61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0" name="Line 839">
              <a:extLst>
                <a:ext uri="{FF2B5EF4-FFF2-40B4-BE49-F238E27FC236}">
                  <a16:creationId xmlns:a16="http://schemas.microsoft.com/office/drawing/2014/main" id="{A55167F5-FE15-464D-9568-3FB335F50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9263" y="3587750"/>
              <a:ext cx="42863" cy="35718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1" name="Freeform 840">
              <a:extLst>
                <a:ext uri="{FF2B5EF4-FFF2-40B4-BE49-F238E27FC236}">
                  <a16:creationId xmlns:a16="http://schemas.microsoft.com/office/drawing/2014/main" id="{61D28602-9FE8-42ED-9655-955C8509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9738" y="3576638"/>
              <a:ext cx="65088" cy="379413"/>
            </a:xfrm>
            <a:custGeom>
              <a:avLst/>
              <a:gdLst>
                <a:gd name="T0" fmla="*/ 20 w 25"/>
                <a:gd name="T1" fmla="*/ 146 h 146"/>
                <a:gd name="T2" fmla="*/ 15 w 25"/>
                <a:gd name="T3" fmla="*/ 142 h 146"/>
                <a:gd name="T4" fmla="*/ 0 w 25"/>
                <a:gd name="T5" fmla="*/ 5 h 146"/>
                <a:gd name="T6" fmla="*/ 4 w 25"/>
                <a:gd name="T7" fmla="*/ 0 h 146"/>
                <a:gd name="T8" fmla="*/ 9 w 25"/>
                <a:gd name="T9" fmla="*/ 4 h 146"/>
                <a:gd name="T10" fmla="*/ 24 w 25"/>
                <a:gd name="T11" fmla="*/ 141 h 146"/>
                <a:gd name="T12" fmla="*/ 20 w 25"/>
                <a:gd name="T13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46">
                  <a:moveTo>
                    <a:pt x="20" y="146"/>
                  </a:moveTo>
                  <a:cubicBezTo>
                    <a:pt x="18" y="146"/>
                    <a:pt x="16" y="144"/>
                    <a:pt x="15" y="14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0"/>
                    <a:pt x="4" y="0"/>
                  </a:cubicBezTo>
                  <a:cubicBezTo>
                    <a:pt x="6" y="0"/>
                    <a:pt x="9" y="2"/>
                    <a:pt x="9" y="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5" y="144"/>
                    <a:pt x="23" y="146"/>
                    <a:pt x="20" y="146"/>
                  </a:cubicBezTo>
                  <a:close/>
                </a:path>
              </a:pathLst>
            </a:custGeom>
            <a:solidFill>
              <a:srgbClr val="231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2" name="Freeform 841">
              <a:extLst>
                <a:ext uri="{FF2B5EF4-FFF2-40B4-BE49-F238E27FC236}">
                  <a16:creationId xmlns:a16="http://schemas.microsoft.com/office/drawing/2014/main" id="{B7DDA777-8AA3-4496-A42B-266B65466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9263" y="3605213"/>
              <a:ext cx="44450" cy="98425"/>
            </a:xfrm>
            <a:custGeom>
              <a:avLst/>
              <a:gdLst>
                <a:gd name="T0" fmla="*/ 15 w 17"/>
                <a:gd name="T1" fmla="*/ 38 h 38"/>
                <a:gd name="T2" fmla="*/ 14 w 17"/>
                <a:gd name="T3" fmla="*/ 37 h 38"/>
                <a:gd name="T4" fmla="*/ 10 w 17"/>
                <a:gd name="T5" fmla="*/ 4 h 38"/>
                <a:gd name="T6" fmla="*/ 2 w 17"/>
                <a:gd name="T7" fmla="*/ 4 h 38"/>
                <a:gd name="T8" fmla="*/ 0 w 17"/>
                <a:gd name="T9" fmla="*/ 3 h 38"/>
                <a:gd name="T10" fmla="*/ 1 w 17"/>
                <a:gd name="T11" fmla="*/ 2 h 38"/>
                <a:gd name="T12" fmla="*/ 13 w 17"/>
                <a:gd name="T13" fmla="*/ 0 h 38"/>
                <a:gd name="T14" fmla="*/ 17 w 17"/>
                <a:gd name="T15" fmla="*/ 37 h 38"/>
                <a:gd name="T16" fmla="*/ 16 w 17"/>
                <a:gd name="T17" fmla="*/ 38 h 38"/>
                <a:gd name="T18" fmla="*/ 15 w 17"/>
                <a:gd name="T1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38">
                  <a:moveTo>
                    <a:pt x="15" y="38"/>
                  </a:moveTo>
                  <a:cubicBezTo>
                    <a:pt x="15" y="38"/>
                    <a:pt x="14" y="38"/>
                    <a:pt x="14" y="37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7"/>
                    <a:pt x="16" y="38"/>
                    <a:pt x="16" y="38"/>
                  </a:cubicBezTo>
                  <a:lnTo>
                    <a:pt x="15" y="38"/>
                  </a:lnTo>
                  <a:close/>
                </a:path>
              </a:pathLst>
            </a:custGeom>
            <a:solidFill>
              <a:srgbClr val="231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3" name="Freeform 842">
              <a:extLst>
                <a:ext uri="{FF2B5EF4-FFF2-40B4-BE49-F238E27FC236}">
                  <a16:creationId xmlns:a16="http://schemas.microsoft.com/office/drawing/2014/main" id="{F99AB660-DE01-493A-8DEC-3DA566599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4350" y="3589338"/>
              <a:ext cx="52388" cy="354013"/>
            </a:xfrm>
            <a:custGeom>
              <a:avLst/>
              <a:gdLst>
                <a:gd name="T0" fmla="*/ 33 w 33"/>
                <a:gd name="T1" fmla="*/ 0 h 223"/>
                <a:gd name="T2" fmla="*/ 0 w 33"/>
                <a:gd name="T3" fmla="*/ 223 h 223"/>
                <a:gd name="T4" fmla="*/ 33 w 33"/>
                <a:gd name="T5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223">
                  <a:moveTo>
                    <a:pt x="33" y="0"/>
                  </a:moveTo>
                  <a:lnTo>
                    <a:pt x="0" y="22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DF61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4" name="Line 843">
              <a:extLst>
                <a:ext uri="{FF2B5EF4-FFF2-40B4-BE49-F238E27FC236}">
                  <a16:creationId xmlns:a16="http://schemas.microsoft.com/office/drawing/2014/main" id="{2C715DAD-9BD3-475C-9A69-8C4B5493D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34350" y="3589338"/>
              <a:ext cx="52388" cy="35401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5" name="Freeform 844">
              <a:extLst>
                <a:ext uri="{FF2B5EF4-FFF2-40B4-BE49-F238E27FC236}">
                  <a16:creationId xmlns:a16="http://schemas.microsoft.com/office/drawing/2014/main" id="{16C53852-1788-4E46-AEC2-E71C521D7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4825" y="3576638"/>
              <a:ext cx="74613" cy="379413"/>
            </a:xfrm>
            <a:custGeom>
              <a:avLst/>
              <a:gdLst>
                <a:gd name="T0" fmla="*/ 4 w 29"/>
                <a:gd name="T1" fmla="*/ 146 h 146"/>
                <a:gd name="T2" fmla="*/ 4 w 29"/>
                <a:gd name="T3" fmla="*/ 146 h 146"/>
                <a:gd name="T4" fmla="*/ 0 w 29"/>
                <a:gd name="T5" fmla="*/ 141 h 146"/>
                <a:gd name="T6" fmla="*/ 20 w 29"/>
                <a:gd name="T7" fmla="*/ 4 h 146"/>
                <a:gd name="T8" fmla="*/ 25 w 29"/>
                <a:gd name="T9" fmla="*/ 0 h 146"/>
                <a:gd name="T10" fmla="*/ 29 w 29"/>
                <a:gd name="T11" fmla="*/ 5 h 146"/>
                <a:gd name="T12" fmla="*/ 9 w 29"/>
                <a:gd name="T13" fmla="*/ 142 h 146"/>
                <a:gd name="T14" fmla="*/ 4 w 29"/>
                <a:gd name="T15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146">
                  <a:moveTo>
                    <a:pt x="4" y="146"/>
                  </a:moveTo>
                  <a:cubicBezTo>
                    <a:pt x="4" y="146"/>
                    <a:pt x="4" y="146"/>
                    <a:pt x="4" y="146"/>
                  </a:cubicBezTo>
                  <a:cubicBezTo>
                    <a:pt x="1" y="145"/>
                    <a:pt x="0" y="143"/>
                    <a:pt x="0" y="141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2"/>
                    <a:pt x="22" y="0"/>
                    <a:pt x="25" y="0"/>
                  </a:cubicBezTo>
                  <a:cubicBezTo>
                    <a:pt x="27" y="1"/>
                    <a:pt x="29" y="3"/>
                    <a:pt x="29" y="5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8" y="144"/>
                    <a:pt x="7" y="146"/>
                    <a:pt x="4" y="146"/>
                  </a:cubicBezTo>
                  <a:close/>
                </a:path>
              </a:pathLst>
            </a:custGeom>
            <a:solidFill>
              <a:srgbClr val="231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6" name="Freeform 845">
              <a:extLst>
                <a:ext uri="{FF2B5EF4-FFF2-40B4-BE49-F238E27FC236}">
                  <a16:creationId xmlns:a16="http://schemas.microsoft.com/office/drawing/2014/main" id="{49975D10-2504-4B57-BCF0-28E503EAC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8800" y="3609975"/>
              <a:ext cx="33338" cy="101600"/>
            </a:xfrm>
            <a:custGeom>
              <a:avLst/>
              <a:gdLst>
                <a:gd name="T0" fmla="*/ 7 w 13"/>
                <a:gd name="T1" fmla="*/ 39 h 39"/>
                <a:gd name="T2" fmla="*/ 6 w 13"/>
                <a:gd name="T3" fmla="*/ 39 h 39"/>
                <a:gd name="T4" fmla="*/ 5 w 13"/>
                <a:gd name="T5" fmla="*/ 37 h 39"/>
                <a:gd name="T6" fmla="*/ 10 w 13"/>
                <a:gd name="T7" fmla="*/ 4 h 39"/>
                <a:gd name="T8" fmla="*/ 2 w 13"/>
                <a:gd name="T9" fmla="*/ 3 h 39"/>
                <a:gd name="T10" fmla="*/ 0 w 13"/>
                <a:gd name="T11" fmla="*/ 1 h 39"/>
                <a:gd name="T12" fmla="*/ 2 w 13"/>
                <a:gd name="T13" fmla="*/ 0 h 39"/>
                <a:gd name="T14" fmla="*/ 13 w 13"/>
                <a:gd name="T15" fmla="*/ 1 h 39"/>
                <a:gd name="T16" fmla="*/ 8 w 13"/>
                <a:gd name="T17" fmla="*/ 38 h 39"/>
                <a:gd name="T18" fmla="*/ 7 w 13"/>
                <a:gd name="T1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39">
                  <a:moveTo>
                    <a:pt x="7" y="39"/>
                  </a:moveTo>
                  <a:cubicBezTo>
                    <a:pt x="6" y="39"/>
                    <a:pt x="6" y="39"/>
                    <a:pt x="6" y="39"/>
                  </a:cubicBezTo>
                  <a:cubicBezTo>
                    <a:pt x="6" y="39"/>
                    <a:pt x="5" y="38"/>
                    <a:pt x="5" y="37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7" y="39"/>
                    <a:pt x="7" y="39"/>
                  </a:cubicBezTo>
                  <a:close/>
                </a:path>
              </a:pathLst>
            </a:custGeom>
            <a:solidFill>
              <a:srgbClr val="231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7" name="Freeform 846">
              <a:extLst>
                <a:ext uri="{FF2B5EF4-FFF2-40B4-BE49-F238E27FC236}">
                  <a16:creationId xmlns:a16="http://schemas.microsoft.com/office/drawing/2014/main" id="{4DC9391D-C588-49CA-8C24-7EDD67D51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8463" y="3779838"/>
              <a:ext cx="228600" cy="233363"/>
            </a:xfrm>
            <a:custGeom>
              <a:avLst/>
              <a:gdLst>
                <a:gd name="T0" fmla="*/ 144 w 144"/>
                <a:gd name="T1" fmla="*/ 0 h 147"/>
                <a:gd name="T2" fmla="*/ 0 w 144"/>
                <a:gd name="T3" fmla="*/ 0 h 147"/>
                <a:gd name="T4" fmla="*/ 32 w 144"/>
                <a:gd name="T5" fmla="*/ 147 h 147"/>
                <a:gd name="T6" fmla="*/ 113 w 144"/>
                <a:gd name="T7" fmla="*/ 147 h 147"/>
                <a:gd name="T8" fmla="*/ 144 w 144"/>
                <a:gd name="T9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47">
                  <a:moveTo>
                    <a:pt x="144" y="0"/>
                  </a:moveTo>
                  <a:lnTo>
                    <a:pt x="0" y="0"/>
                  </a:lnTo>
                  <a:lnTo>
                    <a:pt x="32" y="147"/>
                  </a:lnTo>
                  <a:lnTo>
                    <a:pt x="113" y="147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218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8" name="Freeform 847">
              <a:extLst>
                <a:ext uri="{FF2B5EF4-FFF2-40B4-BE49-F238E27FC236}">
                  <a16:creationId xmlns:a16="http://schemas.microsoft.com/office/drawing/2014/main" id="{A8D8EFF8-905A-4C9B-AC3E-E99AAAC69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475" y="3924300"/>
              <a:ext cx="273050" cy="84138"/>
            </a:xfrm>
            <a:custGeom>
              <a:avLst/>
              <a:gdLst>
                <a:gd name="T0" fmla="*/ 0 w 172"/>
                <a:gd name="T1" fmla="*/ 0 h 53"/>
                <a:gd name="T2" fmla="*/ 0 w 172"/>
                <a:gd name="T3" fmla="*/ 12 h 53"/>
                <a:gd name="T4" fmla="*/ 161 w 172"/>
                <a:gd name="T5" fmla="*/ 12 h 53"/>
                <a:gd name="T6" fmla="*/ 161 w 172"/>
                <a:gd name="T7" fmla="*/ 43 h 53"/>
                <a:gd name="T8" fmla="*/ 0 w 172"/>
                <a:gd name="T9" fmla="*/ 43 h 53"/>
                <a:gd name="T10" fmla="*/ 0 w 172"/>
                <a:gd name="T11" fmla="*/ 53 h 53"/>
                <a:gd name="T12" fmla="*/ 172 w 172"/>
                <a:gd name="T13" fmla="*/ 53 h 53"/>
                <a:gd name="T14" fmla="*/ 172 w 172"/>
                <a:gd name="T15" fmla="*/ 0 h 53"/>
                <a:gd name="T16" fmla="*/ 0 w 172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53">
                  <a:moveTo>
                    <a:pt x="0" y="0"/>
                  </a:moveTo>
                  <a:lnTo>
                    <a:pt x="0" y="12"/>
                  </a:lnTo>
                  <a:lnTo>
                    <a:pt x="161" y="12"/>
                  </a:lnTo>
                  <a:lnTo>
                    <a:pt x="161" y="43"/>
                  </a:lnTo>
                  <a:lnTo>
                    <a:pt x="0" y="43"/>
                  </a:lnTo>
                  <a:lnTo>
                    <a:pt x="0" y="53"/>
                  </a:lnTo>
                  <a:lnTo>
                    <a:pt x="172" y="53"/>
                  </a:lnTo>
                  <a:lnTo>
                    <a:pt x="1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9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89" name="Freeform 848">
              <a:extLst>
                <a:ext uri="{FF2B5EF4-FFF2-40B4-BE49-F238E27FC236}">
                  <a16:creationId xmlns:a16="http://schemas.microsoft.com/office/drawing/2014/main" id="{4A93FE01-BC16-40F9-A841-3556954DB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475" y="3924300"/>
              <a:ext cx="273050" cy="84138"/>
            </a:xfrm>
            <a:custGeom>
              <a:avLst/>
              <a:gdLst>
                <a:gd name="T0" fmla="*/ 0 w 172"/>
                <a:gd name="T1" fmla="*/ 0 h 53"/>
                <a:gd name="T2" fmla="*/ 0 w 172"/>
                <a:gd name="T3" fmla="*/ 12 h 53"/>
                <a:gd name="T4" fmla="*/ 161 w 172"/>
                <a:gd name="T5" fmla="*/ 12 h 53"/>
                <a:gd name="T6" fmla="*/ 161 w 172"/>
                <a:gd name="T7" fmla="*/ 43 h 53"/>
                <a:gd name="T8" fmla="*/ 0 w 172"/>
                <a:gd name="T9" fmla="*/ 43 h 53"/>
                <a:gd name="T10" fmla="*/ 0 w 172"/>
                <a:gd name="T11" fmla="*/ 53 h 53"/>
                <a:gd name="T12" fmla="*/ 172 w 172"/>
                <a:gd name="T13" fmla="*/ 53 h 53"/>
                <a:gd name="T14" fmla="*/ 172 w 172"/>
                <a:gd name="T15" fmla="*/ 0 h 53"/>
                <a:gd name="T16" fmla="*/ 0 w 172"/>
                <a:gd name="T1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53">
                  <a:moveTo>
                    <a:pt x="0" y="0"/>
                  </a:moveTo>
                  <a:lnTo>
                    <a:pt x="0" y="12"/>
                  </a:lnTo>
                  <a:lnTo>
                    <a:pt x="161" y="12"/>
                  </a:lnTo>
                  <a:lnTo>
                    <a:pt x="161" y="43"/>
                  </a:lnTo>
                  <a:lnTo>
                    <a:pt x="0" y="43"/>
                  </a:lnTo>
                  <a:lnTo>
                    <a:pt x="0" y="53"/>
                  </a:lnTo>
                  <a:lnTo>
                    <a:pt x="172" y="53"/>
                  </a:lnTo>
                  <a:lnTo>
                    <a:pt x="17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0" name="Rectangle 849">
              <a:extLst>
                <a:ext uri="{FF2B5EF4-FFF2-40B4-BE49-F238E27FC236}">
                  <a16:creationId xmlns:a16="http://schemas.microsoft.com/office/drawing/2014/main" id="{E4128914-CB4F-4DB2-9E2B-BFEB99AC5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525" y="3924300"/>
              <a:ext cx="273050" cy="84138"/>
            </a:xfrm>
            <a:prstGeom prst="rect">
              <a:avLst/>
            </a:prstGeom>
            <a:solidFill>
              <a:srgbClr val="0665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1" name="Rectangle 850">
              <a:extLst>
                <a:ext uri="{FF2B5EF4-FFF2-40B4-BE49-F238E27FC236}">
                  <a16:creationId xmlns:a16="http://schemas.microsoft.com/office/drawing/2014/main" id="{3640F68E-45F7-45E3-B88A-E902022B3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525" y="3924300"/>
              <a:ext cx="273050" cy="84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2" name="Rectangle 851">
              <a:extLst>
                <a:ext uri="{FF2B5EF4-FFF2-40B4-BE49-F238E27FC236}">
                  <a16:creationId xmlns:a16="http://schemas.microsoft.com/office/drawing/2014/main" id="{BA56690D-E0F7-44F3-A4E3-C0991BCAC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575" y="3924300"/>
              <a:ext cx="12700" cy="84138"/>
            </a:xfrm>
            <a:prstGeom prst="rect">
              <a:avLst/>
            </a:prstGeom>
            <a:solidFill>
              <a:srgbClr val="F9B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3" name="Rectangle 852">
              <a:extLst>
                <a:ext uri="{FF2B5EF4-FFF2-40B4-BE49-F238E27FC236}">
                  <a16:creationId xmlns:a16="http://schemas.microsoft.com/office/drawing/2014/main" id="{02D08C73-7B39-4089-8B2F-5E7EEEA7B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575" y="3924300"/>
              <a:ext cx="12700" cy="84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4" name="Rectangle 853">
              <a:extLst>
                <a:ext uri="{FF2B5EF4-FFF2-40B4-BE49-F238E27FC236}">
                  <a16:creationId xmlns:a16="http://schemas.microsoft.com/office/drawing/2014/main" id="{5F50213E-B433-4F98-83F9-37DDCFDB5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3924300"/>
              <a:ext cx="14288" cy="84138"/>
            </a:xfrm>
            <a:prstGeom prst="rect">
              <a:avLst/>
            </a:prstGeom>
            <a:solidFill>
              <a:srgbClr val="F9B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5" name="Rectangle 854">
              <a:extLst>
                <a:ext uri="{FF2B5EF4-FFF2-40B4-BE49-F238E27FC236}">
                  <a16:creationId xmlns:a16="http://schemas.microsoft.com/office/drawing/2014/main" id="{015E19A4-D849-407E-925B-20CDF8741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3924300"/>
              <a:ext cx="14288" cy="84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6" name="Freeform 855">
              <a:extLst>
                <a:ext uri="{FF2B5EF4-FFF2-40B4-BE49-F238E27FC236}">
                  <a16:creationId xmlns:a16="http://schemas.microsoft.com/office/drawing/2014/main" id="{6E79C4C4-0484-46A0-A2B6-3EAD7099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2525" y="3924300"/>
              <a:ext cx="122238" cy="20638"/>
            </a:xfrm>
            <a:custGeom>
              <a:avLst/>
              <a:gdLst>
                <a:gd name="T0" fmla="*/ 12 w 77"/>
                <a:gd name="T1" fmla="*/ 0 h 13"/>
                <a:gd name="T2" fmla="*/ 0 w 77"/>
                <a:gd name="T3" fmla="*/ 0 h 13"/>
                <a:gd name="T4" fmla="*/ 0 w 77"/>
                <a:gd name="T5" fmla="*/ 13 h 13"/>
                <a:gd name="T6" fmla="*/ 12 w 77"/>
                <a:gd name="T7" fmla="*/ 13 h 13"/>
                <a:gd name="T8" fmla="*/ 12 w 77"/>
                <a:gd name="T9" fmla="*/ 0 h 13"/>
                <a:gd name="T10" fmla="*/ 26 w 77"/>
                <a:gd name="T11" fmla="*/ 0 h 13"/>
                <a:gd name="T12" fmla="*/ 20 w 77"/>
                <a:gd name="T13" fmla="*/ 0 h 13"/>
                <a:gd name="T14" fmla="*/ 20 w 77"/>
                <a:gd name="T15" fmla="*/ 13 h 13"/>
                <a:gd name="T16" fmla="*/ 26 w 77"/>
                <a:gd name="T17" fmla="*/ 13 h 13"/>
                <a:gd name="T18" fmla="*/ 26 w 77"/>
                <a:gd name="T19" fmla="*/ 0 h 13"/>
                <a:gd name="T20" fmla="*/ 77 w 77"/>
                <a:gd name="T21" fmla="*/ 0 h 13"/>
                <a:gd name="T22" fmla="*/ 35 w 77"/>
                <a:gd name="T23" fmla="*/ 0 h 13"/>
                <a:gd name="T24" fmla="*/ 35 w 77"/>
                <a:gd name="T25" fmla="*/ 13 h 13"/>
                <a:gd name="T26" fmla="*/ 77 w 77"/>
                <a:gd name="T27" fmla="*/ 13 h 13"/>
                <a:gd name="T28" fmla="*/ 77 w 77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7" h="13">
                  <a:moveTo>
                    <a:pt x="12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12" y="13"/>
                  </a:lnTo>
                  <a:lnTo>
                    <a:pt x="12" y="0"/>
                  </a:lnTo>
                  <a:close/>
                  <a:moveTo>
                    <a:pt x="26" y="0"/>
                  </a:moveTo>
                  <a:lnTo>
                    <a:pt x="20" y="0"/>
                  </a:lnTo>
                  <a:lnTo>
                    <a:pt x="20" y="13"/>
                  </a:lnTo>
                  <a:lnTo>
                    <a:pt x="26" y="13"/>
                  </a:lnTo>
                  <a:lnTo>
                    <a:pt x="26" y="0"/>
                  </a:lnTo>
                  <a:close/>
                  <a:moveTo>
                    <a:pt x="77" y="0"/>
                  </a:moveTo>
                  <a:lnTo>
                    <a:pt x="35" y="0"/>
                  </a:lnTo>
                  <a:lnTo>
                    <a:pt x="35" y="13"/>
                  </a:lnTo>
                  <a:lnTo>
                    <a:pt x="77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450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7" name="Freeform 856">
              <a:extLst>
                <a:ext uri="{FF2B5EF4-FFF2-40B4-BE49-F238E27FC236}">
                  <a16:creationId xmlns:a16="http://schemas.microsoft.com/office/drawing/2014/main" id="{211EB3C9-0AB2-4E27-BC00-A2C74FDF7A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2525" y="3924300"/>
              <a:ext cx="122238" cy="20638"/>
            </a:xfrm>
            <a:custGeom>
              <a:avLst/>
              <a:gdLst>
                <a:gd name="T0" fmla="*/ 12 w 77"/>
                <a:gd name="T1" fmla="*/ 0 h 13"/>
                <a:gd name="T2" fmla="*/ 0 w 77"/>
                <a:gd name="T3" fmla="*/ 0 h 13"/>
                <a:gd name="T4" fmla="*/ 0 w 77"/>
                <a:gd name="T5" fmla="*/ 13 h 13"/>
                <a:gd name="T6" fmla="*/ 12 w 77"/>
                <a:gd name="T7" fmla="*/ 13 h 13"/>
                <a:gd name="T8" fmla="*/ 12 w 77"/>
                <a:gd name="T9" fmla="*/ 0 h 13"/>
                <a:gd name="T10" fmla="*/ 26 w 77"/>
                <a:gd name="T11" fmla="*/ 0 h 13"/>
                <a:gd name="T12" fmla="*/ 20 w 77"/>
                <a:gd name="T13" fmla="*/ 0 h 13"/>
                <a:gd name="T14" fmla="*/ 20 w 77"/>
                <a:gd name="T15" fmla="*/ 13 h 13"/>
                <a:gd name="T16" fmla="*/ 26 w 77"/>
                <a:gd name="T17" fmla="*/ 13 h 13"/>
                <a:gd name="T18" fmla="*/ 26 w 77"/>
                <a:gd name="T19" fmla="*/ 0 h 13"/>
                <a:gd name="T20" fmla="*/ 77 w 77"/>
                <a:gd name="T21" fmla="*/ 0 h 13"/>
                <a:gd name="T22" fmla="*/ 35 w 77"/>
                <a:gd name="T23" fmla="*/ 0 h 13"/>
                <a:gd name="T24" fmla="*/ 35 w 77"/>
                <a:gd name="T25" fmla="*/ 13 h 13"/>
                <a:gd name="T26" fmla="*/ 77 w 77"/>
                <a:gd name="T27" fmla="*/ 13 h 13"/>
                <a:gd name="T28" fmla="*/ 77 w 77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7" h="13">
                  <a:moveTo>
                    <a:pt x="12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12" y="13"/>
                  </a:lnTo>
                  <a:lnTo>
                    <a:pt x="12" y="0"/>
                  </a:lnTo>
                  <a:moveTo>
                    <a:pt x="26" y="0"/>
                  </a:moveTo>
                  <a:lnTo>
                    <a:pt x="20" y="0"/>
                  </a:lnTo>
                  <a:lnTo>
                    <a:pt x="20" y="13"/>
                  </a:lnTo>
                  <a:lnTo>
                    <a:pt x="26" y="13"/>
                  </a:lnTo>
                  <a:lnTo>
                    <a:pt x="26" y="0"/>
                  </a:lnTo>
                  <a:moveTo>
                    <a:pt x="77" y="0"/>
                  </a:moveTo>
                  <a:lnTo>
                    <a:pt x="35" y="0"/>
                  </a:lnTo>
                  <a:lnTo>
                    <a:pt x="35" y="13"/>
                  </a:lnTo>
                  <a:lnTo>
                    <a:pt x="77" y="13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8" name="Rectangle 857">
              <a:extLst>
                <a:ext uri="{FF2B5EF4-FFF2-40B4-BE49-F238E27FC236}">
                  <a16:creationId xmlns:a16="http://schemas.microsoft.com/office/drawing/2014/main" id="{4F640E08-689B-4B09-9941-CEA9A4F2B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575" y="3924300"/>
              <a:ext cx="12700" cy="20638"/>
            </a:xfrm>
            <a:prstGeom prst="rect">
              <a:avLst/>
            </a:prstGeom>
            <a:solidFill>
              <a:srgbClr val="B09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899" name="Rectangle 858">
              <a:extLst>
                <a:ext uri="{FF2B5EF4-FFF2-40B4-BE49-F238E27FC236}">
                  <a16:creationId xmlns:a16="http://schemas.microsoft.com/office/drawing/2014/main" id="{64E1F70A-DD27-41F5-85BB-BAF863C68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575" y="3924300"/>
              <a:ext cx="12700" cy="20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0" name="Rectangle 859">
              <a:extLst>
                <a:ext uri="{FF2B5EF4-FFF2-40B4-BE49-F238E27FC236}">
                  <a16:creationId xmlns:a16="http://schemas.microsoft.com/office/drawing/2014/main" id="{9A478AF1-D07A-4069-8487-05FD0043C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3924300"/>
              <a:ext cx="14288" cy="20638"/>
            </a:xfrm>
            <a:prstGeom prst="rect">
              <a:avLst/>
            </a:prstGeom>
            <a:solidFill>
              <a:srgbClr val="B09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1" name="Rectangle 860">
              <a:extLst>
                <a:ext uri="{FF2B5EF4-FFF2-40B4-BE49-F238E27FC236}">
                  <a16:creationId xmlns:a16="http://schemas.microsoft.com/office/drawing/2014/main" id="{FF78A756-2E0F-4DDB-BCCE-098D854AD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3924300"/>
              <a:ext cx="14288" cy="20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2" name="Rectangle 861">
              <a:extLst>
                <a:ext uri="{FF2B5EF4-FFF2-40B4-BE49-F238E27FC236}">
                  <a16:creationId xmlns:a16="http://schemas.microsoft.com/office/drawing/2014/main" id="{9BA7AAD7-E9B3-47ED-9053-23FE7A4BE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763" y="3943350"/>
              <a:ext cx="241300" cy="49213"/>
            </a:xfrm>
            <a:prstGeom prst="rect">
              <a:avLst/>
            </a:prstGeom>
            <a:solidFill>
              <a:srgbClr val="FFD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3" name="Rectangle 862">
              <a:extLst>
                <a:ext uri="{FF2B5EF4-FFF2-40B4-BE49-F238E27FC236}">
                  <a16:creationId xmlns:a16="http://schemas.microsoft.com/office/drawing/2014/main" id="{8F2E7219-7EC5-46E4-842D-2FD86CD12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763" y="3943350"/>
              <a:ext cx="241300" cy="4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4" name="Rectangle 863">
              <a:extLst>
                <a:ext uri="{FF2B5EF4-FFF2-40B4-BE49-F238E27FC236}">
                  <a16:creationId xmlns:a16="http://schemas.microsoft.com/office/drawing/2014/main" id="{AB02C4BD-7C8A-4A47-97AC-5CC751D03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763" y="3943350"/>
              <a:ext cx="241300" cy="17463"/>
            </a:xfrm>
            <a:prstGeom prst="rect">
              <a:avLst/>
            </a:prstGeom>
            <a:solidFill>
              <a:srgbClr val="DABC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5" name="Rectangle 864">
              <a:extLst>
                <a:ext uri="{FF2B5EF4-FFF2-40B4-BE49-F238E27FC236}">
                  <a16:creationId xmlns:a16="http://schemas.microsoft.com/office/drawing/2014/main" id="{2EF6FDC2-62E8-4124-B46D-DDB9AE857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763" y="3943350"/>
              <a:ext cx="241300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6" name="Freeform 865">
              <a:extLst>
                <a:ext uri="{FF2B5EF4-FFF2-40B4-BE49-F238E27FC236}">
                  <a16:creationId xmlns:a16="http://schemas.microsoft.com/office/drawing/2014/main" id="{3BA307E4-1231-480E-AA32-1AA024195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225" y="3841750"/>
              <a:ext cx="273050" cy="82550"/>
            </a:xfrm>
            <a:custGeom>
              <a:avLst/>
              <a:gdLst>
                <a:gd name="T0" fmla="*/ 0 w 172"/>
                <a:gd name="T1" fmla="*/ 0 h 52"/>
                <a:gd name="T2" fmla="*/ 0 w 172"/>
                <a:gd name="T3" fmla="*/ 10 h 52"/>
                <a:gd name="T4" fmla="*/ 162 w 172"/>
                <a:gd name="T5" fmla="*/ 10 h 52"/>
                <a:gd name="T6" fmla="*/ 162 w 172"/>
                <a:gd name="T7" fmla="*/ 41 h 52"/>
                <a:gd name="T8" fmla="*/ 0 w 172"/>
                <a:gd name="T9" fmla="*/ 41 h 52"/>
                <a:gd name="T10" fmla="*/ 0 w 172"/>
                <a:gd name="T11" fmla="*/ 52 h 52"/>
                <a:gd name="T12" fmla="*/ 172 w 172"/>
                <a:gd name="T13" fmla="*/ 52 h 52"/>
                <a:gd name="T14" fmla="*/ 172 w 172"/>
                <a:gd name="T15" fmla="*/ 0 h 52"/>
                <a:gd name="T16" fmla="*/ 0 w 172"/>
                <a:gd name="T1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52">
                  <a:moveTo>
                    <a:pt x="0" y="0"/>
                  </a:moveTo>
                  <a:lnTo>
                    <a:pt x="0" y="10"/>
                  </a:lnTo>
                  <a:lnTo>
                    <a:pt x="162" y="10"/>
                  </a:lnTo>
                  <a:lnTo>
                    <a:pt x="162" y="41"/>
                  </a:lnTo>
                  <a:lnTo>
                    <a:pt x="0" y="41"/>
                  </a:lnTo>
                  <a:lnTo>
                    <a:pt x="0" y="52"/>
                  </a:lnTo>
                  <a:lnTo>
                    <a:pt x="172" y="52"/>
                  </a:lnTo>
                  <a:lnTo>
                    <a:pt x="1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7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7" name="Freeform 866">
              <a:extLst>
                <a:ext uri="{FF2B5EF4-FFF2-40B4-BE49-F238E27FC236}">
                  <a16:creationId xmlns:a16="http://schemas.microsoft.com/office/drawing/2014/main" id="{F1DD1AD4-493D-40B2-BE21-AFB3F9080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225" y="3841750"/>
              <a:ext cx="273050" cy="82550"/>
            </a:xfrm>
            <a:custGeom>
              <a:avLst/>
              <a:gdLst>
                <a:gd name="T0" fmla="*/ 0 w 172"/>
                <a:gd name="T1" fmla="*/ 0 h 52"/>
                <a:gd name="T2" fmla="*/ 0 w 172"/>
                <a:gd name="T3" fmla="*/ 10 h 52"/>
                <a:gd name="T4" fmla="*/ 162 w 172"/>
                <a:gd name="T5" fmla="*/ 10 h 52"/>
                <a:gd name="T6" fmla="*/ 162 w 172"/>
                <a:gd name="T7" fmla="*/ 41 h 52"/>
                <a:gd name="T8" fmla="*/ 0 w 172"/>
                <a:gd name="T9" fmla="*/ 41 h 52"/>
                <a:gd name="T10" fmla="*/ 0 w 172"/>
                <a:gd name="T11" fmla="*/ 52 h 52"/>
                <a:gd name="T12" fmla="*/ 172 w 172"/>
                <a:gd name="T13" fmla="*/ 52 h 52"/>
                <a:gd name="T14" fmla="*/ 172 w 172"/>
                <a:gd name="T15" fmla="*/ 0 h 52"/>
                <a:gd name="T16" fmla="*/ 0 w 172"/>
                <a:gd name="T1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52">
                  <a:moveTo>
                    <a:pt x="0" y="0"/>
                  </a:moveTo>
                  <a:lnTo>
                    <a:pt x="0" y="10"/>
                  </a:lnTo>
                  <a:lnTo>
                    <a:pt x="162" y="10"/>
                  </a:lnTo>
                  <a:lnTo>
                    <a:pt x="162" y="41"/>
                  </a:lnTo>
                  <a:lnTo>
                    <a:pt x="0" y="41"/>
                  </a:lnTo>
                  <a:lnTo>
                    <a:pt x="0" y="52"/>
                  </a:lnTo>
                  <a:lnTo>
                    <a:pt x="172" y="52"/>
                  </a:lnTo>
                  <a:lnTo>
                    <a:pt x="17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8" name="Rectangle 867">
              <a:extLst>
                <a:ext uri="{FF2B5EF4-FFF2-40B4-BE49-F238E27FC236}">
                  <a16:creationId xmlns:a16="http://schemas.microsoft.com/office/drawing/2014/main" id="{48C5F7D5-995F-4E60-B757-590E7D273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275" y="3841750"/>
              <a:ext cx="271463" cy="82550"/>
            </a:xfrm>
            <a:prstGeom prst="rect">
              <a:avLst/>
            </a:prstGeom>
            <a:solidFill>
              <a:srgbClr val="B15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09" name="Rectangle 868">
              <a:extLst>
                <a:ext uri="{FF2B5EF4-FFF2-40B4-BE49-F238E27FC236}">
                  <a16:creationId xmlns:a16="http://schemas.microsoft.com/office/drawing/2014/main" id="{C942763D-08D1-4CA7-BE10-26918DFDC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275" y="3841750"/>
              <a:ext cx="271463" cy="8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0" name="Rectangle 869">
              <a:extLst>
                <a:ext uri="{FF2B5EF4-FFF2-40B4-BE49-F238E27FC236}">
                  <a16:creationId xmlns:a16="http://schemas.microsoft.com/office/drawing/2014/main" id="{D1D5337D-47B1-48AA-A436-4B70595F9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913" y="3841750"/>
              <a:ext cx="12700" cy="82550"/>
            </a:xfrm>
            <a:prstGeom prst="rect">
              <a:avLst/>
            </a:prstGeom>
            <a:solidFill>
              <a:srgbClr val="485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1" name="Rectangle 870">
              <a:extLst>
                <a:ext uri="{FF2B5EF4-FFF2-40B4-BE49-F238E27FC236}">
                  <a16:creationId xmlns:a16="http://schemas.microsoft.com/office/drawing/2014/main" id="{74D87DA5-1E9B-41BE-9AF3-25ECB6D49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5550" y="3841750"/>
              <a:ext cx="15875" cy="82550"/>
            </a:xfrm>
            <a:prstGeom prst="rect">
              <a:avLst/>
            </a:prstGeom>
            <a:solidFill>
              <a:srgbClr val="485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2" name="Rectangle 871">
              <a:extLst>
                <a:ext uri="{FF2B5EF4-FFF2-40B4-BE49-F238E27FC236}">
                  <a16:creationId xmlns:a16="http://schemas.microsoft.com/office/drawing/2014/main" id="{3F7F1857-3371-48B4-B95C-DADED2B9F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925" y="3857625"/>
              <a:ext cx="244475" cy="49213"/>
            </a:xfrm>
            <a:prstGeom prst="rect">
              <a:avLst/>
            </a:prstGeom>
            <a:solidFill>
              <a:srgbClr val="FFD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3" name="Rectangle 872">
              <a:extLst>
                <a:ext uri="{FF2B5EF4-FFF2-40B4-BE49-F238E27FC236}">
                  <a16:creationId xmlns:a16="http://schemas.microsoft.com/office/drawing/2014/main" id="{81AA1CA8-BF46-4FA2-86AC-AA7CEBCB8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925" y="3857625"/>
              <a:ext cx="244475" cy="4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4" name="Rectangle 873">
              <a:extLst>
                <a:ext uri="{FF2B5EF4-FFF2-40B4-BE49-F238E27FC236}">
                  <a16:creationId xmlns:a16="http://schemas.microsoft.com/office/drawing/2014/main" id="{DB2CA841-3925-4665-BBB5-DCB0B9C43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925" y="3857625"/>
              <a:ext cx="244475" cy="17463"/>
            </a:xfrm>
            <a:prstGeom prst="rect">
              <a:avLst/>
            </a:prstGeom>
            <a:solidFill>
              <a:srgbClr val="DABC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5" name="Rectangle 874">
              <a:extLst>
                <a:ext uri="{FF2B5EF4-FFF2-40B4-BE49-F238E27FC236}">
                  <a16:creationId xmlns:a16="http://schemas.microsoft.com/office/drawing/2014/main" id="{27A3504C-4101-4EF9-ADA4-D34F7658B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925" y="3857625"/>
              <a:ext cx="244475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6" name="Freeform 875">
              <a:extLst>
                <a:ext uri="{FF2B5EF4-FFF2-40B4-BE49-F238E27FC236}">
                  <a16:creationId xmlns:a16="http://schemas.microsoft.com/office/drawing/2014/main" id="{D34B51A3-A131-42EE-8062-FA9464BFE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475" y="3756025"/>
              <a:ext cx="273050" cy="85725"/>
            </a:xfrm>
            <a:custGeom>
              <a:avLst/>
              <a:gdLst>
                <a:gd name="T0" fmla="*/ 172 w 172"/>
                <a:gd name="T1" fmla="*/ 54 h 54"/>
                <a:gd name="T2" fmla="*/ 172 w 172"/>
                <a:gd name="T3" fmla="*/ 42 h 54"/>
                <a:gd name="T4" fmla="*/ 12 w 172"/>
                <a:gd name="T5" fmla="*/ 42 h 54"/>
                <a:gd name="T6" fmla="*/ 12 w 172"/>
                <a:gd name="T7" fmla="*/ 11 h 54"/>
                <a:gd name="T8" fmla="*/ 172 w 172"/>
                <a:gd name="T9" fmla="*/ 11 h 54"/>
                <a:gd name="T10" fmla="*/ 172 w 172"/>
                <a:gd name="T11" fmla="*/ 0 h 54"/>
                <a:gd name="T12" fmla="*/ 0 w 172"/>
                <a:gd name="T13" fmla="*/ 0 h 54"/>
                <a:gd name="T14" fmla="*/ 0 w 172"/>
                <a:gd name="T15" fmla="*/ 54 h 54"/>
                <a:gd name="T16" fmla="*/ 172 w 172"/>
                <a:gd name="T1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54">
                  <a:moveTo>
                    <a:pt x="172" y="54"/>
                  </a:moveTo>
                  <a:lnTo>
                    <a:pt x="172" y="42"/>
                  </a:lnTo>
                  <a:lnTo>
                    <a:pt x="12" y="42"/>
                  </a:lnTo>
                  <a:lnTo>
                    <a:pt x="12" y="11"/>
                  </a:lnTo>
                  <a:lnTo>
                    <a:pt x="172" y="11"/>
                  </a:lnTo>
                  <a:lnTo>
                    <a:pt x="172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172" y="54"/>
                  </a:lnTo>
                  <a:close/>
                </a:path>
              </a:pathLst>
            </a:custGeom>
            <a:solidFill>
              <a:srgbClr val="BEDB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7" name="Freeform 876">
              <a:extLst>
                <a:ext uri="{FF2B5EF4-FFF2-40B4-BE49-F238E27FC236}">
                  <a16:creationId xmlns:a16="http://schemas.microsoft.com/office/drawing/2014/main" id="{83DA2316-15D5-4011-9A5F-EFD4CAC42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475" y="3756025"/>
              <a:ext cx="273050" cy="85725"/>
            </a:xfrm>
            <a:custGeom>
              <a:avLst/>
              <a:gdLst>
                <a:gd name="T0" fmla="*/ 172 w 172"/>
                <a:gd name="T1" fmla="*/ 54 h 54"/>
                <a:gd name="T2" fmla="*/ 172 w 172"/>
                <a:gd name="T3" fmla="*/ 42 h 54"/>
                <a:gd name="T4" fmla="*/ 12 w 172"/>
                <a:gd name="T5" fmla="*/ 42 h 54"/>
                <a:gd name="T6" fmla="*/ 12 w 172"/>
                <a:gd name="T7" fmla="*/ 11 h 54"/>
                <a:gd name="T8" fmla="*/ 172 w 172"/>
                <a:gd name="T9" fmla="*/ 11 h 54"/>
                <a:gd name="T10" fmla="*/ 172 w 172"/>
                <a:gd name="T11" fmla="*/ 0 h 54"/>
                <a:gd name="T12" fmla="*/ 0 w 172"/>
                <a:gd name="T13" fmla="*/ 0 h 54"/>
                <a:gd name="T14" fmla="*/ 0 w 172"/>
                <a:gd name="T15" fmla="*/ 54 h 54"/>
                <a:gd name="T16" fmla="*/ 172 w 172"/>
                <a:gd name="T17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54">
                  <a:moveTo>
                    <a:pt x="172" y="54"/>
                  </a:moveTo>
                  <a:lnTo>
                    <a:pt x="172" y="42"/>
                  </a:lnTo>
                  <a:lnTo>
                    <a:pt x="12" y="42"/>
                  </a:lnTo>
                  <a:lnTo>
                    <a:pt x="12" y="11"/>
                  </a:lnTo>
                  <a:lnTo>
                    <a:pt x="172" y="11"/>
                  </a:lnTo>
                  <a:lnTo>
                    <a:pt x="172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172" y="5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8" name="Rectangle 877">
              <a:extLst>
                <a:ext uri="{FF2B5EF4-FFF2-40B4-BE49-F238E27FC236}">
                  <a16:creationId xmlns:a16="http://schemas.microsoft.com/office/drawing/2014/main" id="{B14E58E9-C304-4A7F-96DA-8165AD32D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525" y="3773488"/>
              <a:ext cx="241300" cy="49213"/>
            </a:xfrm>
            <a:prstGeom prst="rect">
              <a:avLst/>
            </a:prstGeom>
            <a:solidFill>
              <a:srgbClr val="FFD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19" name="Rectangle 878">
              <a:extLst>
                <a:ext uri="{FF2B5EF4-FFF2-40B4-BE49-F238E27FC236}">
                  <a16:creationId xmlns:a16="http://schemas.microsoft.com/office/drawing/2014/main" id="{8AEAA062-3833-4D8C-B464-16224ED0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525" y="3773488"/>
              <a:ext cx="241300" cy="4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0" name="Rectangle 879">
              <a:extLst>
                <a:ext uri="{FF2B5EF4-FFF2-40B4-BE49-F238E27FC236}">
                  <a16:creationId xmlns:a16="http://schemas.microsoft.com/office/drawing/2014/main" id="{93248A5C-318A-41FE-BCD5-2CB35B085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9825" y="3773488"/>
              <a:ext cx="241300" cy="49213"/>
            </a:xfrm>
            <a:prstGeom prst="rect">
              <a:avLst/>
            </a:prstGeom>
            <a:solidFill>
              <a:srgbClr val="CCA8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1" name="Rectangle 880">
              <a:extLst>
                <a:ext uri="{FF2B5EF4-FFF2-40B4-BE49-F238E27FC236}">
                  <a16:creationId xmlns:a16="http://schemas.microsoft.com/office/drawing/2014/main" id="{60FAF919-D352-4073-8548-35FE80454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9825" y="3773488"/>
              <a:ext cx="241300" cy="4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2" name="Rectangle 881">
              <a:extLst>
                <a:ext uri="{FF2B5EF4-FFF2-40B4-BE49-F238E27FC236}">
                  <a16:creationId xmlns:a16="http://schemas.microsoft.com/office/drawing/2014/main" id="{B1F64BFA-8429-4045-9C75-D688C03FD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525" y="3756025"/>
              <a:ext cx="241300" cy="17463"/>
            </a:xfrm>
            <a:prstGeom prst="rect">
              <a:avLst/>
            </a:prstGeom>
            <a:solidFill>
              <a:srgbClr val="798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3" name="Rectangle 882">
              <a:extLst>
                <a:ext uri="{FF2B5EF4-FFF2-40B4-BE49-F238E27FC236}">
                  <a16:creationId xmlns:a16="http://schemas.microsoft.com/office/drawing/2014/main" id="{5976A711-45CD-43A9-AC7F-7E3B3D9C3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525" y="3756025"/>
              <a:ext cx="241300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4" name="Rectangle 883">
              <a:extLst>
                <a:ext uri="{FF2B5EF4-FFF2-40B4-BE49-F238E27FC236}">
                  <a16:creationId xmlns:a16="http://schemas.microsoft.com/office/drawing/2014/main" id="{D7F1CDE8-6C70-499D-A777-7DD606603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525" y="3822700"/>
              <a:ext cx="241300" cy="19050"/>
            </a:xfrm>
            <a:prstGeom prst="rect">
              <a:avLst/>
            </a:prstGeom>
            <a:solidFill>
              <a:srgbClr val="798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5" name="Rectangle 884">
              <a:extLst>
                <a:ext uri="{FF2B5EF4-FFF2-40B4-BE49-F238E27FC236}">
                  <a16:creationId xmlns:a16="http://schemas.microsoft.com/office/drawing/2014/main" id="{CD5885AD-17A2-45A0-8055-2439684F2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525" y="3822700"/>
              <a:ext cx="241300" cy="19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6" name="Rectangle 885">
              <a:extLst>
                <a:ext uri="{FF2B5EF4-FFF2-40B4-BE49-F238E27FC236}">
                  <a16:creationId xmlns:a16="http://schemas.microsoft.com/office/drawing/2014/main" id="{E293DF0E-2E51-4A04-A50B-6D1DD4853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525" y="3773488"/>
              <a:ext cx="241300" cy="19050"/>
            </a:xfrm>
            <a:prstGeom prst="rect">
              <a:avLst/>
            </a:prstGeom>
            <a:solidFill>
              <a:srgbClr val="DABC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7" name="Rectangle 886">
              <a:extLst>
                <a:ext uri="{FF2B5EF4-FFF2-40B4-BE49-F238E27FC236}">
                  <a16:creationId xmlns:a16="http://schemas.microsoft.com/office/drawing/2014/main" id="{B0921F44-CD98-4440-8AD8-1ECD36917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525" y="3773488"/>
              <a:ext cx="241300" cy="19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8" name="Freeform 887">
              <a:extLst>
                <a:ext uri="{FF2B5EF4-FFF2-40B4-BE49-F238E27FC236}">
                  <a16:creationId xmlns:a16="http://schemas.microsoft.com/office/drawing/2014/main" id="{12CDC4EC-1DD2-4D5E-81C7-ECCEFE5C1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825" y="3773488"/>
              <a:ext cx="134938" cy="19050"/>
            </a:xfrm>
            <a:custGeom>
              <a:avLst/>
              <a:gdLst>
                <a:gd name="T0" fmla="*/ 85 w 85"/>
                <a:gd name="T1" fmla="*/ 0 h 12"/>
                <a:gd name="T2" fmla="*/ 8 w 85"/>
                <a:gd name="T3" fmla="*/ 0 h 12"/>
                <a:gd name="T4" fmla="*/ 0 w 85"/>
                <a:gd name="T5" fmla="*/ 0 h 12"/>
                <a:gd name="T6" fmla="*/ 0 w 85"/>
                <a:gd name="T7" fmla="*/ 12 h 12"/>
                <a:gd name="T8" fmla="*/ 85 w 85"/>
                <a:gd name="T9" fmla="*/ 12 h 12"/>
                <a:gd name="T10" fmla="*/ 85 w 85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12">
                  <a:moveTo>
                    <a:pt x="85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85" y="12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AE97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29" name="Freeform 888">
              <a:extLst>
                <a:ext uri="{FF2B5EF4-FFF2-40B4-BE49-F238E27FC236}">
                  <a16:creationId xmlns:a16="http://schemas.microsoft.com/office/drawing/2014/main" id="{05ADC352-1C71-4644-A7A1-3EFCFAAFD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825" y="3773488"/>
              <a:ext cx="134938" cy="19050"/>
            </a:xfrm>
            <a:custGeom>
              <a:avLst/>
              <a:gdLst>
                <a:gd name="T0" fmla="*/ 85 w 85"/>
                <a:gd name="T1" fmla="*/ 0 h 12"/>
                <a:gd name="T2" fmla="*/ 8 w 85"/>
                <a:gd name="T3" fmla="*/ 0 h 12"/>
                <a:gd name="T4" fmla="*/ 0 w 85"/>
                <a:gd name="T5" fmla="*/ 0 h 12"/>
                <a:gd name="T6" fmla="*/ 0 w 85"/>
                <a:gd name="T7" fmla="*/ 12 h 12"/>
                <a:gd name="T8" fmla="*/ 85 w 85"/>
                <a:gd name="T9" fmla="*/ 12 h 12"/>
                <a:gd name="T10" fmla="*/ 85 w 85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12">
                  <a:moveTo>
                    <a:pt x="85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85" y="12"/>
                  </a:lnTo>
                  <a:lnTo>
                    <a:pt x="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0" name="Rectangle 889">
              <a:extLst>
                <a:ext uri="{FF2B5EF4-FFF2-40B4-BE49-F238E27FC236}">
                  <a16:creationId xmlns:a16="http://schemas.microsoft.com/office/drawing/2014/main" id="{C2039FB2-E0F4-4D17-810C-079DAD6A4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535363"/>
              <a:ext cx="57150" cy="473075"/>
            </a:xfrm>
            <a:prstGeom prst="rect">
              <a:avLst/>
            </a:prstGeom>
            <a:solidFill>
              <a:srgbClr val="F9BA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1" name="Rectangle 890">
              <a:extLst>
                <a:ext uri="{FF2B5EF4-FFF2-40B4-BE49-F238E27FC236}">
                  <a16:creationId xmlns:a16="http://schemas.microsoft.com/office/drawing/2014/main" id="{1A822D1E-2647-41DC-B400-B8FEEC3B3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535363"/>
              <a:ext cx="571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2" name="Rectangle 891">
              <a:extLst>
                <a:ext uri="{FF2B5EF4-FFF2-40B4-BE49-F238E27FC236}">
                  <a16:creationId xmlns:a16="http://schemas.microsoft.com/office/drawing/2014/main" id="{936AB189-9404-4EA5-81C6-578C839D1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535363"/>
              <a:ext cx="238125" cy="473075"/>
            </a:xfrm>
            <a:prstGeom prst="rect">
              <a:avLst/>
            </a:prstGeom>
            <a:solidFill>
              <a:srgbClr val="D98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3" name="Rectangle 892">
              <a:extLst>
                <a:ext uri="{FF2B5EF4-FFF2-40B4-BE49-F238E27FC236}">
                  <a16:creationId xmlns:a16="http://schemas.microsoft.com/office/drawing/2014/main" id="{33F5AF44-E4C8-427C-AA05-A6C95F149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535363"/>
              <a:ext cx="238125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4" name="Rectangle 893">
              <a:extLst>
                <a:ext uri="{FF2B5EF4-FFF2-40B4-BE49-F238E27FC236}">
                  <a16:creationId xmlns:a16="http://schemas.microsoft.com/office/drawing/2014/main" id="{664C0953-74D4-4525-B1A8-795C717B9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951288"/>
              <a:ext cx="57150" cy="17463"/>
            </a:xfrm>
            <a:prstGeom prst="rect">
              <a:avLst/>
            </a:prstGeom>
            <a:solidFill>
              <a:srgbClr val="485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5" name="Rectangle 894">
              <a:extLst>
                <a:ext uri="{FF2B5EF4-FFF2-40B4-BE49-F238E27FC236}">
                  <a16:creationId xmlns:a16="http://schemas.microsoft.com/office/drawing/2014/main" id="{6D45DBCF-019A-47D6-9DC8-1B92A6B44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951288"/>
              <a:ext cx="57150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6" name="Rectangle 895">
              <a:extLst>
                <a:ext uri="{FF2B5EF4-FFF2-40B4-BE49-F238E27FC236}">
                  <a16:creationId xmlns:a16="http://schemas.microsoft.com/office/drawing/2014/main" id="{368682E6-45F3-4852-959D-F1A7EE5EC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951288"/>
              <a:ext cx="238125" cy="17463"/>
            </a:xfrm>
            <a:prstGeom prst="rect">
              <a:avLst/>
            </a:prstGeom>
            <a:solidFill>
              <a:srgbClr val="342F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7" name="Rectangle 896">
              <a:extLst>
                <a:ext uri="{FF2B5EF4-FFF2-40B4-BE49-F238E27FC236}">
                  <a16:creationId xmlns:a16="http://schemas.microsoft.com/office/drawing/2014/main" id="{3EE2EC60-D0EF-4DDC-8A40-E04C2038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951288"/>
              <a:ext cx="238125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8" name="Rectangle 897">
              <a:extLst>
                <a:ext uri="{FF2B5EF4-FFF2-40B4-BE49-F238E27FC236}">
                  <a16:creationId xmlns:a16="http://schemas.microsoft.com/office/drawing/2014/main" id="{63CB0F7B-606B-484A-AA54-E397975DD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979863"/>
              <a:ext cx="57150" cy="6350"/>
            </a:xfrm>
            <a:prstGeom prst="rect">
              <a:avLst/>
            </a:prstGeom>
            <a:solidFill>
              <a:srgbClr val="485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39" name="Rectangle 898">
              <a:extLst>
                <a:ext uri="{FF2B5EF4-FFF2-40B4-BE49-F238E27FC236}">
                  <a16:creationId xmlns:a16="http://schemas.microsoft.com/office/drawing/2014/main" id="{0A81E5F1-41EA-4863-B97E-19F469990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979863"/>
              <a:ext cx="57150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0" name="Rectangle 899">
              <a:extLst>
                <a:ext uri="{FF2B5EF4-FFF2-40B4-BE49-F238E27FC236}">
                  <a16:creationId xmlns:a16="http://schemas.microsoft.com/office/drawing/2014/main" id="{1D2E9D22-BDAB-4DB6-B884-55B592295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979863"/>
              <a:ext cx="238125" cy="6350"/>
            </a:xfrm>
            <a:prstGeom prst="rect">
              <a:avLst/>
            </a:prstGeom>
            <a:solidFill>
              <a:srgbClr val="342F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1" name="Rectangle 900">
              <a:extLst>
                <a:ext uri="{FF2B5EF4-FFF2-40B4-BE49-F238E27FC236}">
                  <a16:creationId xmlns:a16="http://schemas.microsoft.com/office/drawing/2014/main" id="{1E3B3739-C5BD-4E0E-B745-14BD9FCF1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979863"/>
              <a:ext cx="238125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2" name="Rectangle 901">
              <a:extLst>
                <a:ext uri="{FF2B5EF4-FFF2-40B4-BE49-F238E27FC236}">
                  <a16:creationId xmlns:a16="http://schemas.microsoft.com/office/drawing/2014/main" id="{905C0E45-654C-405C-8B37-E000C1877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575050"/>
              <a:ext cx="57150" cy="17463"/>
            </a:xfrm>
            <a:prstGeom prst="rect">
              <a:avLst/>
            </a:prstGeom>
            <a:solidFill>
              <a:srgbClr val="485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3" name="Rectangle 902">
              <a:extLst>
                <a:ext uri="{FF2B5EF4-FFF2-40B4-BE49-F238E27FC236}">
                  <a16:creationId xmlns:a16="http://schemas.microsoft.com/office/drawing/2014/main" id="{49DF1752-7717-45DA-A575-6C0E0CB9B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575050"/>
              <a:ext cx="57150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4" name="Rectangle 903">
              <a:extLst>
                <a:ext uri="{FF2B5EF4-FFF2-40B4-BE49-F238E27FC236}">
                  <a16:creationId xmlns:a16="http://schemas.microsoft.com/office/drawing/2014/main" id="{E959FE6C-F3BD-4BB7-B6EA-48CAD0270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575050"/>
              <a:ext cx="238125" cy="17463"/>
            </a:xfrm>
            <a:prstGeom prst="rect">
              <a:avLst/>
            </a:prstGeom>
            <a:solidFill>
              <a:srgbClr val="342F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5" name="Rectangle 904">
              <a:extLst>
                <a:ext uri="{FF2B5EF4-FFF2-40B4-BE49-F238E27FC236}">
                  <a16:creationId xmlns:a16="http://schemas.microsoft.com/office/drawing/2014/main" id="{24AEF5B6-9AF7-4DF4-B8E3-74E720CD7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575050"/>
              <a:ext cx="238125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6" name="Freeform 905">
              <a:extLst>
                <a:ext uri="{FF2B5EF4-FFF2-40B4-BE49-F238E27FC236}">
                  <a16:creationId xmlns:a16="http://schemas.microsoft.com/office/drawing/2014/main" id="{642C1782-8456-413F-9E8D-89EF5438AC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3535363"/>
              <a:ext cx="1588" cy="469900"/>
            </a:xfrm>
            <a:custGeom>
              <a:avLst/>
              <a:gdLst>
                <a:gd name="T0" fmla="*/ 1 w 1"/>
                <a:gd name="T1" fmla="*/ 284 h 296"/>
                <a:gd name="T2" fmla="*/ 0 w 1"/>
                <a:gd name="T3" fmla="*/ 284 h 296"/>
                <a:gd name="T4" fmla="*/ 0 w 1"/>
                <a:gd name="T5" fmla="*/ 296 h 296"/>
                <a:gd name="T6" fmla="*/ 1 w 1"/>
                <a:gd name="T7" fmla="*/ 296 h 296"/>
                <a:gd name="T8" fmla="*/ 1 w 1"/>
                <a:gd name="T9" fmla="*/ 284 h 296"/>
                <a:gd name="T10" fmla="*/ 1 w 1"/>
                <a:gd name="T11" fmla="*/ 273 h 296"/>
                <a:gd name="T12" fmla="*/ 0 w 1"/>
                <a:gd name="T13" fmla="*/ 273 h 296"/>
                <a:gd name="T14" fmla="*/ 0 w 1"/>
                <a:gd name="T15" fmla="*/ 280 h 296"/>
                <a:gd name="T16" fmla="*/ 1 w 1"/>
                <a:gd name="T17" fmla="*/ 280 h 296"/>
                <a:gd name="T18" fmla="*/ 1 w 1"/>
                <a:gd name="T19" fmla="*/ 273 h 296"/>
                <a:gd name="T20" fmla="*/ 1 w 1"/>
                <a:gd name="T21" fmla="*/ 36 h 296"/>
                <a:gd name="T22" fmla="*/ 0 w 1"/>
                <a:gd name="T23" fmla="*/ 36 h 296"/>
                <a:gd name="T24" fmla="*/ 0 w 1"/>
                <a:gd name="T25" fmla="*/ 262 h 296"/>
                <a:gd name="T26" fmla="*/ 1 w 1"/>
                <a:gd name="T27" fmla="*/ 262 h 296"/>
                <a:gd name="T28" fmla="*/ 1 w 1"/>
                <a:gd name="T29" fmla="*/ 36 h 296"/>
                <a:gd name="T30" fmla="*/ 1 w 1"/>
                <a:gd name="T31" fmla="*/ 20 h 296"/>
                <a:gd name="T32" fmla="*/ 0 w 1"/>
                <a:gd name="T33" fmla="*/ 20 h 296"/>
                <a:gd name="T34" fmla="*/ 0 w 1"/>
                <a:gd name="T35" fmla="*/ 25 h 296"/>
                <a:gd name="T36" fmla="*/ 1 w 1"/>
                <a:gd name="T37" fmla="*/ 25 h 296"/>
                <a:gd name="T38" fmla="*/ 1 w 1"/>
                <a:gd name="T39" fmla="*/ 20 h 296"/>
                <a:gd name="T40" fmla="*/ 1 w 1"/>
                <a:gd name="T41" fmla="*/ 0 h 296"/>
                <a:gd name="T42" fmla="*/ 0 w 1"/>
                <a:gd name="T43" fmla="*/ 0 h 296"/>
                <a:gd name="T44" fmla="*/ 0 w 1"/>
                <a:gd name="T45" fmla="*/ 13 h 296"/>
                <a:gd name="T46" fmla="*/ 1 w 1"/>
                <a:gd name="T47" fmla="*/ 13 h 296"/>
                <a:gd name="T48" fmla="*/ 1 w 1"/>
                <a:gd name="T49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" h="296">
                  <a:moveTo>
                    <a:pt x="1" y="284"/>
                  </a:moveTo>
                  <a:lnTo>
                    <a:pt x="0" y="284"/>
                  </a:lnTo>
                  <a:lnTo>
                    <a:pt x="0" y="296"/>
                  </a:lnTo>
                  <a:lnTo>
                    <a:pt x="1" y="296"/>
                  </a:lnTo>
                  <a:lnTo>
                    <a:pt x="1" y="284"/>
                  </a:lnTo>
                  <a:close/>
                  <a:moveTo>
                    <a:pt x="1" y="273"/>
                  </a:moveTo>
                  <a:lnTo>
                    <a:pt x="0" y="273"/>
                  </a:lnTo>
                  <a:lnTo>
                    <a:pt x="0" y="280"/>
                  </a:lnTo>
                  <a:lnTo>
                    <a:pt x="1" y="280"/>
                  </a:lnTo>
                  <a:lnTo>
                    <a:pt x="1" y="273"/>
                  </a:lnTo>
                  <a:close/>
                  <a:moveTo>
                    <a:pt x="1" y="36"/>
                  </a:moveTo>
                  <a:lnTo>
                    <a:pt x="0" y="36"/>
                  </a:lnTo>
                  <a:lnTo>
                    <a:pt x="0" y="262"/>
                  </a:lnTo>
                  <a:lnTo>
                    <a:pt x="1" y="262"/>
                  </a:lnTo>
                  <a:lnTo>
                    <a:pt x="1" y="36"/>
                  </a:lnTo>
                  <a:close/>
                  <a:moveTo>
                    <a:pt x="1" y="20"/>
                  </a:moveTo>
                  <a:lnTo>
                    <a:pt x="0" y="20"/>
                  </a:lnTo>
                  <a:lnTo>
                    <a:pt x="0" y="25"/>
                  </a:lnTo>
                  <a:lnTo>
                    <a:pt x="1" y="25"/>
                  </a:lnTo>
                  <a:lnTo>
                    <a:pt x="1" y="20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1" y="1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A71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7" name="Freeform 906">
              <a:extLst>
                <a:ext uri="{FF2B5EF4-FFF2-40B4-BE49-F238E27FC236}">
                  <a16:creationId xmlns:a16="http://schemas.microsoft.com/office/drawing/2014/main" id="{AEDA5D15-FEE4-4A41-9216-11C54B2118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3025" y="3535363"/>
              <a:ext cx="1588" cy="469900"/>
            </a:xfrm>
            <a:custGeom>
              <a:avLst/>
              <a:gdLst>
                <a:gd name="T0" fmla="*/ 1 w 1"/>
                <a:gd name="T1" fmla="*/ 284 h 296"/>
                <a:gd name="T2" fmla="*/ 0 w 1"/>
                <a:gd name="T3" fmla="*/ 284 h 296"/>
                <a:gd name="T4" fmla="*/ 0 w 1"/>
                <a:gd name="T5" fmla="*/ 296 h 296"/>
                <a:gd name="T6" fmla="*/ 1 w 1"/>
                <a:gd name="T7" fmla="*/ 296 h 296"/>
                <a:gd name="T8" fmla="*/ 1 w 1"/>
                <a:gd name="T9" fmla="*/ 284 h 296"/>
                <a:gd name="T10" fmla="*/ 1 w 1"/>
                <a:gd name="T11" fmla="*/ 273 h 296"/>
                <a:gd name="T12" fmla="*/ 0 w 1"/>
                <a:gd name="T13" fmla="*/ 273 h 296"/>
                <a:gd name="T14" fmla="*/ 0 w 1"/>
                <a:gd name="T15" fmla="*/ 280 h 296"/>
                <a:gd name="T16" fmla="*/ 1 w 1"/>
                <a:gd name="T17" fmla="*/ 280 h 296"/>
                <a:gd name="T18" fmla="*/ 1 w 1"/>
                <a:gd name="T19" fmla="*/ 273 h 296"/>
                <a:gd name="T20" fmla="*/ 1 w 1"/>
                <a:gd name="T21" fmla="*/ 36 h 296"/>
                <a:gd name="T22" fmla="*/ 0 w 1"/>
                <a:gd name="T23" fmla="*/ 36 h 296"/>
                <a:gd name="T24" fmla="*/ 0 w 1"/>
                <a:gd name="T25" fmla="*/ 262 h 296"/>
                <a:gd name="T26" fmla="*/ 1 w 1"/>
                <a:gd name="T27" fmla="*/ 262 h 296"/>
                <a:gd name="T28" fmla="*/ 1 w 1"/>
                <a:gd name="T29" fmla="*/ 36 h 296"/>
                <a:gd name="T30" fmla="*/ 1 w 1"/>
                <a:gd name="T31" fmla="*/ 20 h 296"/>
                <a:gd name="T32" fmla="*/ 0 w 1"/>
                <a:gd name="T33" fmla="*/ 20 h 296"/>
                <a:gd name="T34" fmla="*/ 0 w 1"/>
                <a:gd name="T35" fmla="*/ 25 h 296"/>
                <a:gd name="T36" fmla="*/ 1 w 1"/>
                <a:gd name="T37" fmla="*/ 25 h 296"/>
                <a:gd name="T38" fmla="*/ 1 w 1"/>
                <a:gd name="T39" fmla="*/ 20 h 296"/>
                <a:gd name="T40" fmla="*/ 1 w 1"/>
                <a:gd name="T41" fmla="*/ 0 h 296"/>
                <a:gd name="T42" fmla="*/ 0 w 1"/>
                <a:gd name="T43" fmla="*/ 0 h 296"/>
                <a:gd name="T44" fmla="*/ 0 w 1"/>
                <a:gd name="T45" fmla="*/ 13 h 296"/>
                <a:gd name="T46" fmla="*/ 1 w 1"/>
                <a:gd name="T47" fmla="*/ 13 h 296"/>
                <a:gd name="T48" fmla="*/ 1 w 1"/>
                <a:gd name="T49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" h="296">
                  <a:moveTo>
                    <a:pt x="1" y="284"/>
                  </a:moveTo>
                  <a:lnTo>
                    <a:pt x="0" y="284"/>
                  </a:lnTo>
                  <a:lnTo>
                    <a:pt x="0" y="296"/>
                  </a:lnTo>
                  <a:lnTo>
                    <a:pt x="1" y="296"/>
                  </a:lnTo>
                  <a:lnTo>
                    <a:pt x="1" y="284"/>
                  </a:lnTo>
                  <a:moveTo>
                    <a:pt x="1" y="273"/>
                  </a:moveTo>
                  <a:lnTo>
                    <a:pt x="0" y="273"/>
                  </a:lnTo>
                  <a:lnTo>
                    <a:pt x="0" y="280"/>
                  </a:lnTo>
                  <a:lnTo>
                    <a:pt x="1" y="280"/>
                  </a:lnTo>
                  <a:lnTo>
                    <a:pt x="1" y="273"/>
                  </a:lnTo>
                  <a:moveTo>
                    <a:pt x="1" y="36"/>
                  </a:moveTo>
                  <a:lnTo>
                    <a:pt x="0" y="36"/>
                  </a:lnTo>
                  <a:lnTo>
                    <a:pt x="0" y="262"/>
                  </a:lnTo>
                  <a:lnTo>
                    <a:pt x="1" y="262"/>
                  </a:lnTo>
                  <a:lnTo>
                    <a:pt x="1" y="36"/>
                  </a:lnTo>
                  <a:moveTo>
                    <a:pt x="1" y="20"/>
                  </a:moveTo>
                  <a:lnTo>
                    <a:pt x="0" y="20"/>
                  </a:lnTo>
                  <a:lnTo>
                    <a:pt x="0" y="25"/>
                  </a:lnTo>
                  <a:lnTo>
                    <a:pt x="1" y="25"/>
                  </a:lnTo>
                  <a:lnTo>
                    <a:pt x="1" y="20"/>
                  </a:lnTo>
                  <a:moveTo>
                    <a:pt x="1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1" y="1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8" name="Rectangle 907">
              <a:extLst>
                <a:ext uri="{FF2B5EF4-FFF2-40B4-BE49-F238E27FC236}">
                  <a16:creationId xmlns:a16="http://schemas.microsoft.com/office/drawing/2014/main" id="{910DD8C0-38D9-4CD9-89F8-A08A9F98F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3951288"/>
              <a:ext cx="1588" cy="17463"/>
            </a:xfrm>
            <a:prstGeom prst="rect">
              <a:avLst/>
            </a:prstGeom>
            <a:solidFill>
              <a:srgbClr val="252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49" name="Rectangle 908">
              <a:extLst>
                <a:ext uri="{FF2B5EF4-FFF2-40B4-BE49-F238E27FC236}">
                  <a16:creationId xmlns:a16="http://schemas.microsoft.com/office/drawing/2014/main" id="{ECF78678-AA75-4A80-BC28-69D14CBCD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3951288"/>
              <a:ext cx="1588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0" name="Rectangle 909">
              <a:extLst>
                <a:ext uri="{FF2B5EF4-FFF2-40B4-BE49-F238E27FC236}">
                  <a16:creationId xmlns:a16="http://schemas.microsoft.com/office/drawing/2014/main" id="{15CD47AD-341B-4080-8891-3EE37D6A4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3979863"/>
              <a:ext cx="1588" cy="6350"/>
            </a:xfrm>
            <a:prstGeom prst="rect">
              <a:avLst/>
            </a:prstGeom>
            <a:solidFill>
              <a:srgbClr val="252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1" name="Rectangle 910">
              <a:extLst>
                <a:ext uri="{FF2B5EF4-FFF2-40B4-BE49-F238E27FC236}">
                  <a16:creationId xmlns:a16="http://schemas.microsoft.com/office/drawing/2014/main" id="{51575FA6-8FC5-4540-A73D-D1974FEA7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3979863"/>
              <a:ext cx="1588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2" name="Rectangle 911">
              <a:extLst>
                <a:ext uri="{FF2B5EF4-FFF2-40B4-BE49-F238E27FC236}">
                  <a16:creationId xmlns:a16="http://schemas.microsoft.com/office/drawing/2014/main" id="{28AB1523-28A7-4D9B-A093-A15483A4E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3575050"/>
              <a:ext cx="1588" cy="17463"/>
            </a:xfrm>
            <a:prstGeom prst="rect">
              <a:avLst/>
            </a:prstGeom>
            <a:solidFill>
              <a:srgbClr val="252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3" name="Rectangle 912">
              <a:extLst>
                <a:ext uri="{FF2B5EF4-FFF2-40B4-BE49-F238E27FC236}">
                  <a16:creationId xmlns:a16="http://schemas.microsoft.com/office/drawing/2014/main" id="{EEC31AC6-8A00-4233-8FA8-8A2B0AC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025" y="3575050"/>
              <a:ext cx="1588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4" name="Rectangle 913">
              <a:extLst>
                <a:ext uri="{FF2B5EF4-FFF2-40B4-BE49-F238E27FC236}">
                  <a16:creationId xmlns:a16="http://schemas.microsoft.com/office/drawing/2014/main" id="{19B3019F-8D4C-49EF-ABD5-065261339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556000"/>
              <a:ext cx="57150" cy="11113"/>
            </a:xfrm>
            <a:prstGeom prst="rect">
              <a:avLst/>
            </a:prstGeom>
            <a:solidFill>
              <a:srgbClr val="485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5" name="Rectangle 914">
              <a:extLst>
                <a:ext uri="{FF2B5EF4-FFF2-40B4-BE49-F238E27FC236}">
                  <a16:creationId xmlns:a16="http://schemas.microsoft.com/office/drawing/2014/main" id="{4CD5849E-0A16-46D7-9656-96342A48A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763" y="3556000"/>
              <a:ext cx="57150" cy="1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6" name="Rectangle 915">
              <a:extLst>
                <a:ext uri="{FF2B5EF4-FFF2-40B4-BE49-F238E27FC236}">
                  <a16:creationId xmlns:a16="http://schemas.microsoft.com/office/drawing/2014/main" id="{35A8E6FD-D9C1-4E8B-B0B2-6988F8D04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556000"/>
              <a:ext cx="238125" cy="11113"/>
            </a:xfrm>
            <a:prstGeom prst="rect">
              <a:avLst/>
            </a:prstGeom>
            <a:solidFill>
              <a:srgbClr val="342F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7" name="Rectangle 916">
              <a:extLst>
                <a:ext uri="{FF2B5EF4-FFF2-40B4-BE49-F238E27FC236}">
                  <a16:creationId xmlns:a16="http://schemas.microsoft.com/office/drawing/2014/main" id="{82DE174A-C758-4D52-928F-B11C53F93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913" y="3556000"/>
              <a:ext cx="238125" cy="1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8" name="Oval 917">
              <a:extLst>
                <a:ext uri="{FF2B5EF4-FFF2-40B4-BE49-F238E27FC236}">
                  <a16:creationId xmlns:a16="http://schemas.microsoft.com/office/drawing/2014/main" id="{5F9CEF79-1139-4ED1-B94B-AA7B9A8DA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5875" y="3714750"/>
              <a:ext cx="38100" cy="134938"/>
            </a:xfrm>
            <a:prstGeom prst="ellipse">
              <a:avLst/>
            </a:prstGeom>
            <a:solidFill>
              <a:srgbClr val="485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59" name="Freeform 918">
              <a:extLst>
                <a:ext uri="{FF2B5EF4-FFF2-40B4-BE49-F238E27FC236}">
                  <a16:creationId xmlns:a16="http://schemas.microsoft.com/office/drawing/2014/main" id="{BEEC5604-29C9-4369-BED4-3F84CC0484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8738" y="3535363"/>
              <a:ext cx="3175" cy="469900"/>
            </a:xfrm>
            <a:custGeom>
              <a:avLst/>
              <a:gdLst>
                <a:gd name="T0" fmla="*/ 2 w 2"/>
                <a:gd name="T1" fmla="*/ 284 h 296"/>
                <a:gd name="T2" fmla="*/ 0 w 2"/>
                <a:gd name="T3" fmla="*/ 284 h 296"/>
                <a:gd name="T4" fmla="*/ 0 w 2"/>
                <a:gd name="T5" fmla="*/ 296 h 296"/>
                <a:gd name="T6" fmla="*/ 2 w 2"/>
                <a:gd name="T7" fmla="*/ 296 h 296"/>
                <a:gd name="T8" fmla="*/ 2 w 2"/>
                <a:gd name="T9" fmla="*/ 284 h 296"/>
                <a:gd name="T10" fmla="*/ 2 w 2"/>
                <a:gd name="T11" fmla="*/ 273 h 296"/>
                <a:gd name="T12" fmla="*/ 0 w 2"/>
                <a:gd name="T13" fmla="*/ 273 h 296"/>
                <a:gd name="T14" fmla="*/ 0 w 2"/>
                <a:gd name="T15" fmla="*/ 280 h 296"/>
                <a:gd name="T16" fmla="*/ 2 w 2"/>
                <a:gd name="T17" fmla="*/ 280 h 296"/>
                <a:gd name="T18" fmla="*/ 2 w 2"/>
                <a:gd name="T19" fmla="*/ 273 h 296"/>
                <a:gd name="T20" fmla="*/ 2 w 2"/>
                <a:gd name="T21" fmla="*/ 0 h 296"/>
                <a:gd name="T22" fmla="*/ 0 w 2"/>
                <a:gd name="T23" fmla="*/ 0 h 296"/>
                <a:gd name="T24" fmla="*/ 0 w 2"/>
                <a:gd name="T25" fmla="*/ 13 h 296"/>
                <a:gd name="T26" fmla="*/ 2 w 2"/>
                <a:gd name="T27" fmla="*/ 13 h 296"/>
                <a:gd name="T28" fmla="*/ 2 w 2"/>
                <a:gd name="T29" fmla="*/ 20 h 296"/>
                <a:gd name="T30" fmla="*/ 0 w 2"/>
                <a:gd name="T31" fmla="*/ 20 h 296"/>
                <a:gd name="T32" fmla="*/ 0 w 2"/>
                <a:gd name="T33" fmla="*/ 25 h 296"/>
                <a:gd name="T34" fmla="*/ 2 w 2"/>
                <a:gd name="T35" fmla="*/ 25 h 296"/>
                <a:gd name="T36" fmla="*/ 2 w 2"/>
                <a:gd name="T37" fmla="*/ 36 h 296"/>
                <a:gd name="T38" fmla="*/ 0 w 2"/>
                <a:gd name="T39" fmla="*/ 36 h 296"/>
                <a:gd name="T40" fmla="*/ 0 w 2"/>
                <a:gd name="T41" fmla="*/ 262 h 296"/>
                <a:gd name="T42" fmla="*/ 2 w 2"/>
                <a:gd name="T43" fmla="*/ 262 h 296"/>
                <a:gd name="T44" fmla="*/ 2 w 2"/>
                <a:gd name="T45" fmla="*/ 36 h 296"/>
                <a:gd name="T46" fmla="*/ 2 w 2"/>
                <a:gd name="T47" fmla="*/ 36 h 296"/>
                <a:gd name="T48" fmla="*/ 2 w 2"/>
                <a:gd name="T49" fmla="*/ 25 h 296"/>
                <a:gd name="T50" fmla="*/ 2 w 2"/>
                <a:gd name="T51" fmla="*/ 25 h 296"/>
                <a:gd name="T52" fmla="*/ 2 w 2"/>
                <a:gd name="T53" fmla="*/ 20 h 296"/>
                <a:gd name="T54" fmla="*/ 2 w 2"/>
                <a:gd name="T55" fmla="*/ 20 h 296"/>
                <a:gd name="T56" fmla="*/ 2 w 2"/>
                <a:gd name="T57" fmla="*/ 13 h 296"/>
                <a:gd name="T58" fmla="*/ 2 w 2"/>
                <a:gd name="T59" fmla="*/ 13 h 296"/>
                <a:gd name="T60" fmla="*/ 2 w 2"/>
                <a:gd name="T61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" h="296">
                  <a:moveTo>
                    <a:pt x="2" y="284"/>
                  </a:moveTo>
                  <a:lnTo>
                    <a:pt x="0" y="284"/>
                  </a:lnTo>
                  <a:lnTo>
                    <a:pt x="0" y="296"/>
                  </a:lnTo>
                  <a:lnTo>
                    <a:pt x="2" y="296"/>
                  </a:lnTo>
                  <a:lnTo>
                    <a:pt x="2" y="284"/>
                  </a:lnTo>
                  <a:close/>
                  <a:moveTo>
                    <a:pt x="2" y="273"/>
                  </a:moveTo>
                  <a:lnTo>
                    <a:pt x="0" y="273"/>
                  </a:lnTo>
                  <a:lnTo>
                    <a:pt x="0" y="280"/>
                  </a:lnTo>
                  <a:lnTo>
                    <a:pt x="2" y="280"/>
                  </a:lnTo>
                  <a:lnTo>
                    <a:pt x="2" y="273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2" y="25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62"/>
                  </a:lnTo>
                  <a:lnTo>
                    <a:pt x="2" y="262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AC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0" name="Freeform 919">
              <a:extLst>
                <a:ext uri="{FF2B5EF4-FFF2-40B4-BE49-F238E27FC236}">
                  <a16:creationId xmlns:a16="http://schemas.microsoft.com/office/drawing/2014/main" id="{210C29E8-64AD-4250-8C8A-FD20DBBB79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8738" y="3535363"/>
              <a:ext cx="3175" cy="469900"/>
            </a:xfrm>
            <a:custGeom>
              <a:avLst/>
              <a:gdLst>
                <a:gd name="T0" fmla="*/ 2 w 2"/>
                <a:gd name="T1" fmla="*/ 284 h 296"/>
                <a:gd name="T2" fmla="*/ 0 w 2"/>
                <a:gd name="T3" fmla="*/ 284 h 296"/>
                <a:gd name="T4" fmla="*/ 0 w 2"/>
                <a:gd name="T5" fmla="*/ 296 h 296"/>
                <a:gd name="T6" fmla="*/ 2 w 2"/>
                <a:gd name="T7" fmla="*/ 296 h 296"/>
                <a:gd name="T8" fmla="*/ 2 w 2"/>
                <a:gd name="T9" fmla="*/ 284 h 296"/>
                <a:gd name="T10" fmla="*/ 2 w 2"/>
                <a:gd name="T11" fmla="*/ 273 h 296"/>
                <a:gd name="T12" fmla="*/ 0 w 2"/>
                <a:gd name="T13" fmla="*/ 273 h 296"/>
                <a:gd name="T14" fmla="*/ 0 w 2"/>
                <a:gd name="T15" fmla="*/ 280 h 296"/>
                <a:gd name="T16" fmla="*/ 2 w 2"/>
                <a:gd name="T17" fmla="*/ 280 h 296"/>
                <a:gd name="T18" fmla="*/ 2 w 2"/>
                <a:gd name="T19" fmla="*/ 273 h 296"/>
                <a:gd name="T20" fmla="*/ 2 w 2"/>
                <a:gd name="T21" fmla="*/ 0 h 296"/>
                <a:gd name="T22" fmla="*/ 0 w 2"/>
                <a:gd name="T23" fmla="*/ 0 h 296"/>
                <a:gd name="T24" fmla="*/ 0 w 2"/>
                <a:gd name="T25" fmla="*/ 13 h 296"/>
                <a:gd name="T26" fmla="*/ 2 w 2"/>
                <a:gd name="T27" fmla="*/ 13 h 296"/>
                <a:gd name="T28" fmla="*/ 2 w 2"/>
                <a:gd name="T29" fmla="*/ 20 h 296"/>
                <a:gd name="T30" fmla="*/ 0 w 2"/>
                <a:gd name="T31" fmla="*/ 20 h 296"/>
                <a:gd name="T32" fmla="*/ 0 w 2"/>
                <a:gd name="T33" fmla="*/ 25 h 296"/>
                <a:gd name="T34" fmla="*/ 2 w 2"/>
                <a:gd name="T35" fmla="*/ 25 h 296"/>
                <a:gd name="T36" fmla="*/ 2 w 2"/>
                <a:gd name="T37" fmla="*/ 36 h 296"/>
                <a:gd name="T38" fmla="*/ 0 w 2"/>
                <a:gd name="T39" fmla="*/ 36 h 296"/>
                <a:gd name="T40" fmla="*/ 0 w 2"/>
                <a:gd name="T41" fmla="*/ 262 h 296"/>
                <a:gd name="T42" fmla="*/ 2 w 2"/>
                <a:gd name="T43" fmla="*/ 262 h 296"/>
                <a:gd name="T44" fmla="*/ 2 w 2"/>
                <a:gd name="T45" fmla="*/ 36 h 296"/>
                <a:gd name="T46" fmla="*/ 2 w 2"/>
                <a:gd name="T47" fmla="*/ 36 h 296"/>
                <a:gd name="T48" fmla="*/ 2 w 2"/>
                <a:gd name="T49" fmla="*/ 25 h 296"/>
                <a:gd name="T50" fmla="*/ 2 w 2"/>
                <a:gd name="T51" fmla="*/ 25 h 296"/>
                <a:gd name="T52" fmla="*/ 2 w 2"/>
                <a:gd name="T53" fmla="*/ 20 h 296"/>
                <a:gd name="T54" fmla="*/ 2 w 2"/>
                <a:gd name="T55" fmla="*/ 20 h 296"/>
                <a:gd name="T56" fmla="*/ 2 w 2"/>
                <a:gd name="T57" fmla="*/ 13 h 296"/>
                <a:gd name="T58" fmla="*/ 2 w 2"/>
                <a:gd name="T59" fmla="*/ 13 h 296"/>
                <a:gd name="T60" fmla="*/ 2 w 2"/>
                <a:gd name="T61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" h="296">
                  <a:moveTo>
                    <a:pt x="2" y="284"/>
                  </a:moveTo>
                  <a:lnTo>
                    <a:pt x="0" y="284"/>
                  </a:lnTo>
                  <a:lnTo>
                    <a:pt x="0" y="296"/>
                  </a:lnTo>
                  <a:lnTo>
                    <a:pt x="2" y="296"/>
                  </a:lnTo>
                  <a:lnTo>
                    <a:pt x="2" y="284"/>
                  </a:lnTo>
                  <a:moveTo>
                    <a:pt x="2" y="273"/>
                  </a:moveTo>
                  <a:lnTo>
                    <a:pt x="0" y="273"/>
                  </a:lnTo>
                  <a:lnTo>
                    <a:pt x="0" y="280"/>
                  </a:lnTo>
                  <a:lnTo>
                    <a:pt x="2" y="280"/>
                  </a:lnTo>
                  <a:lnTo>
                    <a:pt x="2" y="273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2" y="25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262"/>
                  </a:lnTo>
                  <a:lnTo>
                    <a:pt x="2" y="262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1" name="Freeform 920">
              <a:extLst>
                <a:ext uri="{FF2B5EF4-FFF2-40B4-BE49-F238E27FC236}">
                  <a16:creationId xmlns:a16="http://schemas.microsoft.com/office/drawing/2014/main" id="{254D8306-851D-4FD3-AB07-069B6BF42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8" y="3951288"/>
              <a:ext cx="3175" cy="17463"/>
            </a:xfrm>
            <a:custGeom>
              <a:avLst/>
              <a:gdLst>
                <a:gd name="T0" fmla="*/ 2 w 2"/>
                <a:gd name="T1" fmla="*/ 0 h 11"/>
                <a:gd name="T2" fmla="*/ 2 w 2"/>
                <a:gd name="T3" fmla="*/ 0 h 11"/>
                <a:gd name="T4" fmla="*/ 0 w 2"/>
                <a:gd name="T5" fmla="*/ 0 h 11"/>
                <a:gd name="T6" fmla="*/ 0 w 2"/>
                <a:gd name="T7" fmla="*/ 11 h 11"/>
                <a:gd name="T8" fmla="*/ 2 w 2"/>
                <a:gd name="T9" fmla="*/ 11 h 11"/>
                <a:gd name="T10" fmla="*/ 2 w 2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1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D7C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2" name="Freeform 921">
              <a:extLst>
                <a:ext uri="{FF2B5EF4-FFF2-40B4-BE49-F238E27FC236}">
                  <a16:creationId xmlns:a16="http://schemas.microsoft.com/office/drawing/2014/main" id="{2070EB3C-5009-4490-B06E-569519EC0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8" y="3951288"/>
              <a:ext cx="3175" cy="17463"/>
            </a:xfrm>
            <a:custGeom>
              <a:avLst/>
              <a:gdLst>
                <a:gd name="T0" fmla="*/ 2 w 2"/>
                <a:gd name="T1" fmla="*/ 0 h 11"/>
                <a:gd name="T2" fmla="*/ 2 w 2"/>
                <a:gd name="T3" fmla="*/ 0 h 11"/>
                <a:gd name="T4" fmla="*/ 0 w 2"/>
                <a:gd name="T5" fmla="*/ 0 h 11"/>
                <a:gd name="T6" fmla="*/ 0 w 2"/>
                <a:gd name="T7" fmla="*/ 11 h 11"/>
                <a:gd name="T8" fmla="*/ 2 w 2"/>
                <a:gd name="T9" fmla="*/ 11 h 11"/>
                <a:gd name="T10" fmla="*/ 2 w 2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1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3" name="Freeform 922">
              <a:extLst>
                <a:ext uri="{FF2B5EF4-FFF2-40B4-BE49-F238E27FC236}">
                  <a16:creationId xmlns:a16="http://schemas.microsoft.com/office/drawing/2014/main" id="{3181EE8F-A44C-42C4-A927-5974E784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8" y="3979863"/>
              <a:ext cx="3175" cy="6350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0 w 2"/>
                <a:gd name="T5" fmla="*/ 0 h 4"/>
                <a:gd name="T6" fmla="*/ 0 w 2"/>
                <a:gd name="T7" fmla="*/ 4 h 4"/>
                <a:gd name="T8" fmla="*/ 2 w 2"/>
                <a:gd name="T9" fmla="*/ 4 h 4"/>
                <a:gd name="T10" fmla="*/ 2 w 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2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D7C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4" name="Freeform 923">
              <a:extLst>
                <a:ext uri="{FF2B5EF4-FFF2-40B4-BE49-F238E27FC236}">
                  <a16:creationId xmlns:a16="http://schemas.microsoft.com/office/drawing/2014/main" id="{2F8F6796-ADEB-4F7B-863C-D0589B9D0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8" y="3979863"/>
              <a:ext cx="3175" cy="6350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0 h 4"/>
                <a:gd name="T4" fmla="*/ 0 w 2"/>
                <a:gd name="T5" fmla="*/ 0 h 4"/>
                <a:gd name="T6" fmla="*/ 0 w 2"/>
                <a:gd name="T7" fmla="*/ 4 h 4"/>
                <a:gd name="T8" fmla="*/ 2 w 2"/>
                <a:gd name="T9" fmla="*/ 4 h 4"/>
                <a:gd name="T10" fmla="*/ 2 w 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2" y="4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5" name="Rectangle 924">
              <a:extLst>
                <a:ext uri="{FF2B5EF4-FFF2-40B4-BE49-F238E27FC236}">
                  <a16:creationId xmlns:a16="http://schemas.microsoft.com/office/drawing/2014/main" id="{EC6B5F4B-C528-4AEF-8444-65EB3D555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738" y="3575050"/>
              <a:ext cx="3175" cy="17463"/>
            </a:xfrm>
            <a:prstGeom prst="rect">
              <a:avLst/>
            </a:prstGeom>
            <a:solidFill>
              <a:srgbClr val="6D7C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6" name="Rectangle 925">
              <a:extLst>
                <a:ext uri="{FF2B5EF4-FFF2-40B4-BE49-F238E27FC236}">
                  <a16:creationId xmlns:a16="http://schemas.microsoft.com/office/drawing/2014/main" id="{F42624E7-0DBF-4635-BC88-E7CB8BF99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738" y="3575050"/>
              <a:ext cx="3175" cy="1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7" name="Freeform 926">
              <a:extLst>
                <a:ext uri="{FF2B5EF4-FFF2-40B4-BE49-F238E27FC236}">
                  <a16:creationId xmlns:a16="http://schemas.microsoft.com/office/drawing/2014/main" id="{CD3535E2-790A-4355-B348-1A512DE8D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913" y="3575050"/>
              <a:ext cx="0" cy="17463"/>
            </a:xfrm>
            <a:custGeom>
              <a:avLst/>
              <a:gdLst>
                <a:gd name="T0" fmla="*/ 0 h 11"/>
                <a:gd name="T1" fmla="*/ 0 h 11"/>
                <a:gd name="T2" fmla="*/ 0 h 11"/>
                <a:gd name="T3" fmla="*/ 11 h 11"/>
                <a:gd name="T4" fmla="*/ 11 h 11"/>
                <a:gd name="T5" fmla="*/ 0 h 1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1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5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8" name="Freeform 927">
              <a:extLst>
                <a:ext uri="{FF2B5EF4-FFF2-40B4-BE49-F238E27FC236}">
                  <a16:creationId xmlns:a16="http://schemas.microsoft.com/office/drawing/2014/main" id="{58EBC0B8-2B20-40D8-855B-754D0D78F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913" y="3575050"/>
              <a:ext cx="0" cy="17463"/>
            </a:xfrm>
            <a:custGeom>
              <a:avLst/>
              <a:gdLst>
                <a:gd name="T0" fmla="*/ 0 h 11"/>
                <a:gd name="T1" fmla="*/ 0 h 11"/>
                <a:gd name="T2" fmla="*/ 0 h 11"/>
                <a:gd name="T3" fmla="*/ 11 h 11"/>
                <a:gd name="T4" fmla="*/ 11 h 11"/>
                <a:gd name="T5" fmla="*/ 0 h 1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1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69" name="Rectangle 928">
              <a:extLst>
                <a:ext uri="{FF2B5EF4-FFF2-40B4-BE49-F238E27FC236}">
                  <a16:creationId xmlns:a16="http://schemas.microsoft.com/office/drawing/2014/main" id="{ED6080BF-3ABC-42B6-ADA2-D04DFCE05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738" y="3556000"/>
              <a:ext cx="3175" cy="11113"/>
            </a:xfrm>
            <a:prstGeom prst="rect">
              <a:avLst/>
            </a:prstGeom>
            <a:solidFill>
              <a:srgbClr val="6D7C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0" name="Rectangle 929">
              <a:extLst>
                <a:ext uri="{FF2B5EF4-FFF2-40B4-BE49-F238E27FC236}">
                  <a16:creationId xmlns:a16="http://schemas.microsoft.com/office/drawing/2014/main" id="{FFA9A1A4-23F2-4E43-B55C-23A922A1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738" y="3556000"/>
              <a:ext cx="3175" cy="1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1" name="Freeform 930">
              <a:extLst>
                <a:ext uri="{FF2B5EF4-FFF2-40B4-BE49-F238E27FC236}">
                  <a16:creationId xmlns:a16="http://schemas.microsoft.com/office/drawing/2014/main" id="{665202D2-76DB-4FA2-80F9-2A7B83AC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913" y="3556000"/>
              <a:ext cx="0" cy="11113"/>
            </a:xfrm>
            <a:custGeom>
              <a:avLst/>
              <a:gdLst>
                <a:gd name="T0" fmla="*/ 0 h 7"/>
                <a:gd name="T1" fmla="*/ 0 h 7"/>
                <a:gd name="T2" fmla="*/ 0 h 7"/>
                <a:gd name="T3" fmla="*/ 7 h 7"/>
                <a:gd name="T4" fmla="*/ 7 h 7"/>
                <a:gd name="T5" fmla="*/ 0 h 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7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59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2" name="Freeform 931">
              <a:extLst>
                <a:ext uri="{FF2B5EF4-FFF2-40B4-BE49-F238E27FC236}">
                  <a16:creationId xmlns:a16="http://schemas.microsoft.com/office/drawing/2014/main" id="{0E14DB34-9027-4FF7-8629-79025F457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913" y="3556000"/>
              <a:ext cx="0" cy="11113"/>
            </a:xfrm>
            <a:custGeom>
              <a:avLst/>
              <a:gdLst>
                <a:gd name="T0" fmla="*/ 0 h 7"/>
                <a:gd name="T1" fmla="*/ 0 h 7"/>
                <a:gd name="T2" fmla="*/ 0 h 7"/>
                <a:gd name="T3" fmla="*/ 7 h 7"/>
                <a:gd name="T4" fmla="*/ 7 h 7"/>
                <a:gd name="T5" fmla="*/ 0 h 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7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3" name="Rectangle 932">
              <a:extLst>
                <a:ext uri="{FF2B5EF4-FFF2-40B4-BE49-F238E27FC236}">
                  <a16:creationId xmlns:a16="http://schemas.microsoft.com/office/drawing/2014/main" id="{31146949-92AC-42B5-BDB9-A2E10D560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75" y="3609975"/>
              <a:ext cx="238125" cy="398463"/>
            </a:xfrm>
            <a:prstGeom prst="rect">
              <a:avLst/>
            </a:prstGeom>
            <a:solidFill>
              <a:srgbClr val="4E22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4" name="Rectangle 933">
              <a:extLst>
                <a:ext uri="{FF2B5EF4-FFF2-40B4-BE49-F238E27FC236}">
                  <a16:creationId xmlns:a16="http://schemas.microsoft.com/office/drawing/2014/main" id="{3591A66E-408E-4CE9-99E7-0E14D489C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575" y="3609975"/>
              <a:ext cx="238125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5" name="Rectangle 934">
              <a:extLst>
                <a:ext uri="{FF2B5EF4-FFF2-40B4-BE49-F238E27FC236}">
                  <a16:creationId xmlns:a16="http://schemas.microsoft.com/office/drawing/2014/main" id="{3A59AFB1-EF25-43A6-8F2F-66B0EE24F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275" y="3609975"/>
              <a:ext cx="3175" cy="395288"/>
            </a:xfrm>
            <a:prstGeom prst="rect">
              <a:avLst/>
            </a:prstGeom>
            <a:solidFill>
              <a:srgbClr val="371B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6" name="Rectangle 935">
              <a:extLst>
                <a:ext uri="{FF2B5EF4-FFF2-40B4-BE49-F238E27FC236}">
                  <a16:creationId xmlns:a16="http://schemas.microsoft.com/office/drawing/2014/main" id="{685E17BB-D80D-4BC6-8672-BEEE7E56D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275" y="3609975"/>
              <a:ext cx="3175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7" name="Rectangle 936">
              <a:extLst>
                <a:ext uri="{FF2B5EF4-FFF2-40B4-BE49-F238E27FC236}">
                  <a16:creationId xmlns:a16="http://schemas.microsoft.com/office/drawing/2014/main" id="{B795133A-44AF-401A-865B-9DF04B637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609975"/>
              <a:ext cx="57150" cy="398463"/>
            </a:xfrm>
            <a:prstGeom prst="rect">
              <a:avLst/>
            </a:prstGeom>
            <a:solidFill>
              <a:srgbClr val="70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8" name="Rectangle 937">
              <a:extLst>
                <a:ext uri="{FF2B5EF4-FFF2-40B4-BE49-F238E27FC236}">
                  <a16:creationId xmlns:a16="http://schemas.microsoft.com/office/drawing/2014/main" id="{DCA3ACB9-C900-4858-A7F8-B3280A845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609975"/>
              <a:ext cx="5715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79" name="Rectangle 938">
              <a:extLst>
                <a:ext uri="{FF2B5EF4-FFF2-40B4-BE49-F238E27FC236}">
                  <a16:creationId xmlns:a16="http://schemas.microsoft.com/office/drawing/2014/main" id="{D182406C-9E1A-43C5-BAB4-9CFE2005A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960813"/>
              <a:ext cx="57150" cy="15875"/>
            </a:xfrm>
            <a:prstGeom prst="rect">
              <a:avLst/>
            </a:prstGeom>
            <a:solidFill>
              <a:srgbClr val="C7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0" name="Rectangle 939">
              <a:extLst>
                <a:ext uri="{FF2B5EF4-FFF2-40B4-BE49-F238E27FC236}">
                  <a16:creationId xmlns:a16="http://schemas.microsoft.com/office/drawing/2014/main" id="{F41EB81D-28E7-418C-BB34-F87221725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960813"/>
              <a:ext cx="57150" cy="1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1" name="Rectangle 940">
              <a:extLst>
                <a:ext uri="{FF2B5EF4-FFF2-40B4-BE49-F238E27FC236}">
                  <a16:creationId xmlns:a16="http://schemas.microsoft.com/office/drawing/2014/main" id="{820A0B42-18AF-4331-B6F4-9CDD30828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984625"/>
              <a:ext cx="57150" cy="7938"/>
            </a:xfrm>
            <a:prstGeom prst="rect">
              <a:avLst/>
            </a:prstGeom>
            <a:solidFill>
              <a:srgbClr val="C7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2" name="Rectangle 941">
              <a:extLst>
                <a:ext uri="{FF2B5EF4-FFF2-40B4-BE49-F238E27FC236}">
                  <a16:creationId xmlns:a16="http://schemas.microsoft.com/office/drawing/2014/main" id="{205C5581-F42E-45C5-BAA5-DE90F6110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984625"/>
              <a:ext cx="57150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3" name="Rectangle 942">
              <a:extLst>
                <a:ext uri="{FF2B5EF4-FFF2-40B4-BE49-F238E27FC236}">
                  <a16:creationId xmlns:a16="http://schemas.microsoft.com/office/drawing/2014/main" id="{47D5896D-7A43-4FC3-807C-5EB0D566E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644900"/>
              <a:ext cx="57150" cy="15875"/>
            </a:xfrm>
            <a:prstGeom prst="rect">
              <a:avLst/>
            </a:prstGeom>
            <a:solidFill>
              <a:srgbClr val="C7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4" name="Rectangle 943">
              <a:extLst>
                <a:ext uri="{FF2B5EF4-FFF2-40B4-BE49-F238E27FC236}">
                  <a16:creationId xmlns:a16="http://schemas.microsoft.com/office/drawing/2014/main" id="{60EF7CAE-F6CA-49CE-B4E8-C87E3870A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644900"/>
              <a:ext cx="57150" cy="1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5" name="Rectangle 944">
              <a:extLst>
                <a:ext uri="{FF2B5EF4-FFF2-40B4-BE49-F238E27FC236}">
                  <a16:creationId xmlns:a16="http://schemas.microsoft.com/office/drawing/2014/main" id="{700411C3-B1DE-49CD-A396-5EECF3C18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629025"/>
              <a:ext cx="57150" cy="7938"/>
            </a:xfrm>
            <a:prstGeom prst="rect">
              <a:avLst/>
            </a:prstGeom>
            <a:solidFill>
              <a:srgbClr val="C7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6" name="Rectangle 945">
              <a:extLst>
                <a:ext uri="{FF2B5EF4-FFF2-40B4-BE49-F238E27FC236}">
                  <a16:creationId xmlns:a16="http://schemas.microsoft.com/office/drawing/2014/main" id="{609D115B-E668-4E53-9914-877AC343F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3629025"/>
              <a:ext cx="57150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7" name="Rectangle 946">
              <a:extLst>
                <a:ext uri="{FF2B5EF4-FFF2-40B4-BE49-F238E27FC236}">
                  <a16:creationId xmlns:a16="http://schemas.microsoft.com/office/drawing/2014/main" id="{7651B369-2DCF-4AB4-B2CC-210DB7496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44900"/>
              <a:ext cx="57150" cy="363538"/>
            </a:xfrm>
            <a:prstGeom prst="rect">
              <a:avLst/>
            </a:prstGeom>
            <a:solidFill>
              <a:srgbClr val="218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8" name="Rectangle 947">
              <a:extLst>
                <a:ext uri="{FF2B5EF4-FFF2-40B4-BE49-F238E27FC236}">
                  <a16:creationId xmlns:a16="http://schemas.microsoft.com/office/drawing/2014/main" id="{3640E1EC-AAD6-43F4-B48B-5A5656345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44900"/>
              <a:ext cx="57150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89" name="Rectangle 948">
              <a:extLst>
                <a:ext uri="{FF2B5EF4-FFF2-40B4-BE49-F238E27FC236}">
                  <a16:creationId xmlns:a16="http://schemas.microsoft.com/office/drawing/2014/main" id="{E847F97E-AAA4-4967-B5C8-7237FD0F8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1938" y="3644900"/>
              <a:ext cx="188913" cy="363538"/>
            </a:xfrm>
            <a:prstGeom prst="rect">
              <a:avLst/>
            </a:prstGeom>
            <a:solidFill>
              <a:srgbClr val="196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0" name="Rectangle 949">
              <a:extLst>
                <a:ext uri="{FF2B5EF4-FFF2-40B4-BE49-F238E27FC236}">
                  <a16:creationId xmlns:a16="http://schemas.microsoft.com/office/drawing/2014/main" id="{28FAB608-195D-4941-9A54-8E8A6506A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1938" y="3644900"/>
              <a:ext cx="188913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1" name="Rectangle 950">
              <a:extLst>
                <a:ext uri="{FF2B5EF4-FFF2-40B4-BE49-F238E27FC236}">
                  <a16:creationId xmlns:a16="http://schemas.microsoft.com/office/drawing/2014/main" id="{7165795D-9A46-43E3-ABCE-C78C7770F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38" y="3644900"/>
              <a:ext cx="4763" cy="360363"/>
            </a:xfrm>
            <a:prstGeom prst="rect">
              <a:avLst/>
            </a:prstGeom>
            <a:solidFill>
              <a:srgbClr val="124F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2" name="Rectangle 951">
              <a:extLst>
                <a:ext uri="{FF2B5EF4-FFF2-40B4-BE49-F238E27FC236}">
                  <a16:creationId xmlns:a16="http://schemas.microsoft.com/office/drawing/2014/main" id="{503B8A68-E7C7-47B3-A3A2-4898494EA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638" y="3644900"/>
              <a:ext cx="4763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3" name="Rectangle 952">
              <a:extLst>
                <a:ext uri="{FF2B5EF4-FFF2-40B4-BE49-F238E27FC236}">
                  <a16:creationId xmlns:a16="http://schemas.microsoft.com/office/drawing/2014/main" id="{4DB17195-70E0-4A06-BA2E-479796B0F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963988"/>
              <a:ext cx="57150" cy="15875"/>
            </a:xfrm>
            <a:prstGeom prst="rect">
              <a:avLst/>
            </a:prstGeom>
            <a:solidFill>
              <a:srgbClr val="176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4" name="Rectangle 953">
              <a:extLst>
                <a:ext uri="{FF2B5EF4-FFF2-40B4-BE49-F238E27FC236}">
                  <a16:creationId xmlns:a16="http://schemas.microsoft.com/office/drawing/2014/main" id="{92D494FF-5C99-456A-9E52-9471419F1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963988"/>
              <a:ext cx="57150" cy="1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5" name="Rectangle 954">
              <a:extLst>
                <a:ext uri="{FF2B5EF4-FFF2-40B4-BE49-F238E27FC236}">
                  <a16:creationId xmlns:a16="http://schemas.microsoft.com/office/drawing/2014/main" id="{C5574B43-9848-44E2-AB39-7C4AAFAF9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986213"/>
              <a:ext cx="57150" cy="6350"/>
            </a:xfrm>
            <a:prstGeom prst="rect">
              <a:avLst/>
            </a:prstGeom>
            <a:solidFill>
              <a:srgbClr val="176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6" name="Rectangle 955">
              <a:extLst>
                <a:ext uri="{FF2B5EF4-FFF2-40B4-BE49-F238E27FC236}">
                  <a16:creationId xmlns:a16="http://schemas.microsoft.com/office/drawing/2014/main" id="{E1F42D4D-CC5C-4602-AFF6-C38F8CC5D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986213"/>
              <a:ext cx="57150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7" name="Rectangle 956">
              <a:extLst>
                <a:ext uri="{FF2B5EF4-FFF2-40B4-BE49-F238E27FC236}">
                  <a16:creationId xmlns:a16="http://schemas.microsoft.com/office/drawing/2014/main" id="{EA0A29C6-E9BA-4BC7-AFBF-918550B32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75063"/>
              <a:ext cx="1588" cy="12700"/>
            </a:xfrm>
            <a:prstGeom prst="rect">
              <a:avLst/>
            </a:prstGeom>
            <a:solidFill>
              <a:srgbClr val="371B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8" name="Rectangle 957">
              <a:extLst>
                <a:ext uri="{FF2B5EF4-FFF2-40B4-BE49-F238E27FC236}">
                  <a16:creationId xmlns:a16="http://schemas.microsoft.com/office/drawing/2014/main" id="{8C78E04C-EF27-4161-8340-9D3D3FA57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75063"/>
              <a:ext cx="1588" cy="1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999" name="Rectangle 958">
              <a:extLst>
                <a:ext uri="{FF2B5EF4-FFF2-40B4-BE49-F238E27FC236}">
                  <a16:creationId xmlns:a16="http://schemas.microsoft.com/office/drawing/2014/main" id="{EA3E779F-83D7-4EAD-9A08-1F67CE87A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75063"/>
              <a:ext cx="57150" cy="12700"/>
            </a:xfrm>
            <a:prstGeom prst="rect">
              <a:avLst/>
            </a:prstGeom>
            <a:solidFill>
              <a:srgbClr val="176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0" name="Rectangle 959">
              <a:extLst>
                <a:ext uri="{FF2B5EF4-FFF2-40B4-BE49-F238E27FC236}">
                  <a16:creationId xmlns:a16="http://schemas.microsoft.com/office/drawing/2014/main" id="{851DA77C-BF1D-43A2-A4BD-388388561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75063"/>
              <a:ext cx="57150" cy="1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1" name="Rectangle 960">
              <a:extLst>
                <a:ext uri="{FF2B5EF4-FFF2-40B4-BE49-F238E27FC236}">
                  <a16:creationId xmlns:a16="http://schemas.microsoft.com/office/drawing/2014/main" id="{A0BB789B-C206-4B9C-9771-93B940606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60775"/>
              <a:ext cx="1588" cy="6350"/>
            </a:xfrm>
            <a:prstGeom prst="rect">
              <a:avLst/>
            </a:prstGeom>
            <a:solidFill>
              <a:srgbClr val="371B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2" name="Rectangle 961">
              <a:extLst>
                <a:ext uri="{FF2B5EF4-FFF2-40B4-BE49-F238E27FC236}">
                  <a16:creationId xmlns:a16="http://schemas.microsoft.com/office/drawing/2014/main" id="{A132B6D2-1DBD-4FFA-9565-81CCB7F0B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60775"/>
              <a:ext cx="1588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3" name="Rectangle 962">
              <a:extLst>
                <a:ext uri="{FF2B5EF4-FFF2-40B4-BE49-F238E27FC236}">
                  <a16:creationId xmlns:a16="http://schemas.microsoft.com/office/drawing/2014/main" id="{B165EFD8-D051-451F-9054-C9B4584CF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60775"/>
              <a:ext cx="57150" cy="6350"/>
            </a:xfrm>
            <a:prstGeom prst="rect">
              <a:avLst/>
            </a:prstGeom>
            <a:solidFill>
              <a:srgbClr val="176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4" name="Rectangle 963">
              <a:extLst>
                <a:ext uri="{FF2B5EF4-FFF2-40B4-BE49-F238E27FC236}">
                  <a16:creationId xmlns:a16="http://schemas.microsoft.com/office/drawing/2014/main" id="{A0B71361-AB01-4233-B81A-29E79FC10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3660775"/>
              <a:ext cx="57150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5" name="Freeform 964">
              <a:extLst>
                <a:ext uri="{FF2B5EF4-FFF2-40B4-BE49-F238E27FC236}">
                  <a16:creationId xmlns:a16="http://schemas.microsoft.com/office/drawing/2014/main" id="{53A9AA33-F9D7-4412-B909-EC93BAFA9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5" y="3609975"/>
              <a:ext cx="0" cy="395288"/>
            </a:xfrm>
            <a:custGeom>
              <a:avLst/>
              <a:gdLst>
                <a:gd name="T0" fmla="*/ 0 h 249"/>
                <a:gd name="T1" fmla="*/ 0 h 249"/>
                <a:gd name="T2" fmla="*/ 221 h 249"/>
                <a:gd name="T3" fmla="*/ 231 h 249"/>
                <a:gd name="T4" fmla="*/ 236 h 249"/>
                <a:gd name="T5" fmla="*/ 241 h 249"/>
                <a:gd name="T6" fmla="*/ 249 h 249"/>
                <a:gd name="T7" fmla="*/ 0 h 24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249">
                  <a:moveTo>
                    <a:pt x="0" y="0"/>
                  </a:moveTo>
                  <a:lnTo>
                    <a:pt x="0" y="0"/>
                  </a:lnTo>
                  <a:lnTo>
                    <a:pt x="0" y="221"/>
                  </a:lnTo>
                  <a:lnTo>
                    <a:pt x="0" y="231"/>
                  </a:lnTo>
                  <a:lnTo>
                    <a:pt x="0" y="236"/>
                  </a:lnTo>
                  <a:lnTo>
                    <a:pt x="0" y="241"/>
                  </a:lnTo>
                  <a:lnTo>
                    <a:pt x="0" y="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6" name="Freeform 965">
              <a:extLst>
                <a:ext uri="{FF2B5EF4-FFF2-40B4-BE49-F238E27FC236}">
                  <a16:creationId xmlns:a16="http://schemas.microsoft.com/office/drawing/2014/main" id="{A16BC8A6-07B1-4792-A0DD-493498F15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5" y="3609975"/>
              <a:ext cx="0" cy="395288"/>
            </a:xfrm>
            <a:custGeom>
              <a:avLst/>
              <a:gdLst>
                <a:gd name="T0" fmla="*/ 0 h 249"/>
                <a:gd name="T1" fmla="*/ 0 h 249"/>
                <a:gd name="T2" fmla="*/ 221 h 249"/>
                <a:gd name="T3" fmla="*/ 231 h 249"/>
                <a:gd name="T4" fmla="*/ 236 h 249"/>
                <a:gd name="T5" fmla="*/ 241 h 249"/>
                <a:gd name="T6" fmla="*/ 249 h 249"/>
                <a:gd name="T7" fmla="*/ 0 h 24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249">
                  <a:moveTo>
                    <a:pt x="0" y="0"/>
                  </a:moveTo>
                  <a:lnTo>
                    <a:pt x="0" y="0"/>
                  </a:lnTo>
                  <a:lnTo>
                    <a:pt x="0" y="221"/>
                  </a:lnTo>
                  <a:lnTo>
                    <a:pt x="0" y="231"/>
                  </a:lnTo>
                  <a:lnTo>
                    <a:pt x="0" y="236"/>
                  </a:lnTo>
                  <a:lnTo>
                    <a:pt x="0" y="241"/>
                  </a:lnTo>
                  <a:lnTo>
                    <a:pt x="0" y="24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7" name="Freeform 966">
              <a:extLst>
                <a:ext uri="{FF2B5EF4-FFF2-40B4-BE49-F238E27FC236}">
                  <a16:creationId xmlns:a16="http://schemas.microsoft.com/office/drawing/2014/main" id="{5C91C300-D1D5-4082-80CE-C725F66D61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2400" y="3609975"/>
              <a:ext cx="3175" cy="395288"/>
            </a:xfrm>
            <a:custGeom>
              <a:avLst/>
              <a:gdLst>
                <a:gd name="T0" fmla="*/ 2 w 2"/>
                <a:gd name="T1" fmla="*/ 241 h 249"/>
                <a:gd name="T2" fmla="*/ 0 w 2"/>
                <a:gd name="T3" fmla="*/ 241 h 249"/>
                <a:gd name="T4" fmla="*/ 0 w 2"/>
                <a:gd name="T5" fmla="*/ 249 h 249"/>
                <a:gd name="T6" fmla="*/ 2 w 2"/>
                <a:gd name="T7" fmla="*/ 249 h 249"/>
                <a:gd name="T8" fmla="*/ 2 w 2"/>
                <a:gd name="T9" fmla="*/ 241 h 249"/>
                <a:gd name="T10" fmla="*/ 2 w 2"/>
                <a:gd name="T11" fmla="*/ 231 h 249"/>
                <a:gd name="T12" fmla="*/ 0 w 2"/>
                <a:gd name="T13" fmla="*/ 231 h 249"/>
                <a:gd name="T14" fmla="*/ 0 w 2"/>
                <a:gd name="T15" fmla="*/ 236 h 249"/>
                <a:gd name="T16" fmla="*/ 2 w 2"/>
                <a:gd name="T17" fmla="*/ 236 h 249"/>
                <a:gd name="T18" fmla="*/ 2 w 2"/>
                <a:gd name="T19" fmla="*/ 231 h 249"/>
                <a:gd name="T20" fmla="*/ 2 w 2"/>
                <a:gd name="T21" fmla="*/ 0 h 249"/>
                <a:gd name="T22" fmla="*/ 0 w 2"/>
                <a:gd name="T23" fmla="*/ 0 h 249"/>
                <a:gd name="T24" fmla="*/ 0 w 2"/>
                <a:gd name="T25" fmla="*/ 12 h 249"/>
                <a:gd name="T26" fmla="*/ 2 w 2"/>
                <a:gd name="T27" fmla="*/ 12 h 249"/>
                <a:gd name="T28" fmla="*/ 2 w 2"/>
                <a:gd name="T29" fmla="*/ 17 h 249"/>
                <a:gd name="T30" fmla="*/ 0 w 2"/>
                <a:gd name="T31" fmla="*/ 17 h 249"/>
                <a:gd name="T32" fmla="*/ 0 w 2"/>
                <a:gd name="T33" fmla="*/ 22 h 249"/>
                <a:gd name="T34" fmla="*/ 2 w 2"/>
                <a:gd name="T35" fmla="*/ 22 h 249"/>
                <a:gd name="T36" fmla="*/ 2 w 2"/>
                <a:gd name="T37" fmla="*/ 32 h 249"/>
                <a:gd name="T38" fmla="*/ 0 w 2"/>
                <a:gd name="T39" fmla="*/ 32 h 249"/>
                <a:gd name="T40" fmla="*/ 0 w 2"/>
                <a:gd name="T41" fmla="*/ 221 h 249"/>
                <a:gd name="T42" fmla="*/ 2 w 2"/>
                <a:gd name="T43" fmla="*/ 221 h 249"/>
                <a:gd name="T44" fmla="*/ 2 w 2"/>
                <a:gd name="T45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" h="249">
                  <a:moveTo>
                    <a:pt x="2" y="241"/>
                  </a:moveTo>
                  <a:lnTo>
                    <a:pt x="0" y="241"/>
                  </a:lnTo>
                  <a:lnTo>
                    <a:pt x="0" y="249"/>
                  </a:lnTo>
                  <a:lnTo>
                    <a:pt x="2" y="249"/>
                  </a:lnTo>
                  <a:lnTo>
                    <a:pt x="2" y="241"/>
                  </a:lnTo>
                  <a:close/>
                  <a:moveTo>
                    <a:pt x="2" y="231"/>
                  </a:moveTo>
                  <a:lnTo>
                    <a:pt x="0" y="231"/>
                  </a:lnTo>
                  <a:lnTo>
                    <a:pt x="0" y="236"/>
                  </a:lnTo>
                  <a:lnTo>
                    <a:pt x="2" y="236"/>
                  </a:lnTo>
                  <a:lnTo>
                    <a:pt x="2" y="231"/>
                  </a:lnTo>
                  <a:close/>
                  <a:moveTo>
                    <a:pt x="2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2" y="32"/>
                  </a:lnTo>
                  <a:lnTo>
                    <a:pt x="0" y="32"/>
                  </a:lnTo>
                  <a:lnTo>
                    <a:pt x="0" y="221"/>
                  </a:lnTo>
                  <a:lnTo>
                    <a:pt x="2" y="2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D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8" name="Freeform 967">
              <a:extLst>
                <a:ext uri="{FF2B5EF4-FFF2-40B4-BE49-F238E27FC236}">
                  <a16:creationId xmlns:a16="http://schemas.microsoft.com/office/drawing/2014/main" id="{44442E37-ECD0-40A6-B07D-43A39F2B9D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2400" y="3609975"/>
              <a:ext cx="3175" cy="395288"/>
            </a:xfrm>
            <a:custGeom>
              <a:avLst/>
              <a:gdLst>
                <a:gd name="T0" fmla="*/ 2 w 2"/>
                <a:gd name="T1" fmla="*/ 241 h 249"/>
                <a:gd name="T2" fmla="*/ 0 w 2"/>
                <a:gd name="T3" fmla="*/ 241 h 249"/>
                <a:gd name="T4" fmla="*/ 0 w 2"/>
                <a:gd name="T5" fmla="*/ 249 h 249"/>
                <a:gd name="T6" fmla="*/ 2 w 2"/>
                <a:gd name="T7" fmla="*/ 249 h 249"/>
                <a:gd name="T8" fmla="*/ 2 w 2"/>
                <a:gd name="T9" fmla="*/ 241 h 249"/>
                <a:gd name="T10" fmla="*/ 2 w 2"/>
                <a:gd name="T11" fmla="*/ 231 h 249"/>
                <a:gd name="T12" fmla="*/ 0 w 2"/>
                <a:gd name="T13" fmla="*/ 231 h 249"/>
                <a:gd name="T14" fmla="*/ 0 w 2"/>
                <a:gd name="T15" fmla="*/ 236 h 249"/>
                <a:gd name="T16" fmla="*/ 2 w 2"/>
                <a:gd name="T17" fmla="*/ 236 h 249"/>
                <a:gd name="T18" fmla="*/ 2 w 2"/>
                <a:gd name="T19" fmla="*/ 231 h 249"/>
                <a:gd name="T20" fmla="*/ 2 w 2"/>
                <a:gd name="T21" fmla="*/ 0 h 249"/>
                <a:gd name="T22" fmla="*/ 0 w 2"/>
                <a:gd name="T23" fmla="*/ 0 h 249"/>
                <a:gd name="T24" fmla="*/ 0 w 2"/>
                <a:gd name="T25" fmla="*/ 12 h 249"/>
                <a:gd name="T26" fmla="*/ 2 w 2"/>
                <a:gd name="T27" fmla="*/ 12 h 249"/>
                <a:gd name="T28" fmla="*/ 2 w 2"/>
                <a:gd name="T29" fmla="*/ 17 h 249"/>
                <a:gd name="T30" fmla="*/ 0 w 2"/>
                <a:gd name="T31" fmla="*/ 17 h 249"/>
                <a:gd name="T32" fmla="*/ 0 w 2"/>
                <a:gd name="T33" fmla="*/ 22 h 249"/>
                <a:gd name="T34" fmla="*/ 2 w 2"/>
                <a:gd name="T35" fmla="*/ 22 h 249"/>
                <a:gd name="T36" fmla="*/ 2 w 2"/>
                <a:gd name="T37" fmla="*/ 32 h 249"/>
                <a:gd name="T38" fmla="*/ 0 w 2"/>
                <a:gd name="T39" fmla="*/ 32 h 249"/>
                <a:gd name="T40" fmla="*/ 0 w 2"/>
                <a:gd name="T41" fmla="*/ 221 h 249"/>
                <a:gd name="T42" fmla="*/ 2 w 2"/>
                <a:gd name="T43" fmla="*/ 221 h 249"/>
                <a:gd name="T44" fmla="*/ 2 w 2"/>
                <a:gd name="T45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" h="249">
                  <a:moveTo>
                    <a:pt x="2" y="241"/>
                  </a:moveTo>
                  <a:lnTo>
                    <a:pt x="0" y="241"/>
                  </a:lnTo>
                  <a:lnTo>
                    <a:pt x="0" y="249"/>
                  </a:lnTo>
                  <a:lnTo>
                    <a:pt x="2" y="249"/>
                  </a:lnTo>
                  <a:lnTo>
                    <a:pt x="2" y="241"/>
                  </a:lnTo>
                  <a:moveTo>
                    <a:pt x="2" y="231"/>
                  </a:moveTo>
                  <a:lnTo>
                    <a:pt x="0" y="231"/>
                  </a:lnTo>
                  <a:lnTo>
                    <a:pt x="0" y="236"/>
                  </a:lnTo>
                  <a:lnTo>
                    <a:pt x="2" y="236"/>
                  </a:lnTo>
                  <a:lnTo>
                    <a:pt x="2" y="231"/>
                  </a:lnTo>
                  <a:moveTo>
                    <a:pt x="2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2" y="32"/>
                  </a:lnTo>
                  <a:lnTo>
                    <a:pt x="0" y="32"/>
                  </a:lnTo>
                  <a:lnTo>
                    <a:pt x="0" y="221"/>
                  </a:lnTo>
                  <a:lnTo>
                    <a:pt x="2" y="22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09" name="Freeform 968">
              <a:extLst>
                <a:ext uri="{FF2B5EF4-FFF2-40B4-BE49-F238E27FC236}">
                  <a16:creationId xmlns:a16="http://schemas.microsoft.com/office/drawing/2014/main" id="{34FD3B3D-DE4F-4650-83BB-85A9691B9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2400" y="3960813"/>
              <a:ext cx="3175" cy="15875"/>
            </a:xfrm>
            <a:custGeom>
              <a:avLst/>
              <a:gdLst>
                <a:gd name="T0" fmla="*/ 2 w 2"/>
                <a:gd name="T1" fmla="*/ 0 h 10"/>
                <a:gd name="T2" fmla="*/ 2 w 2"/>
                <a:gd name="T3" fmla="*/ 0 h 10"/>
                <a:gd name="T4" fmla="*/ 0 w 2"/>
                <a:gd name="T5" fmla="*/ 0 h 10"/>
                <a:gd name="T6" fmla="*/ 0 w 2"/>
                <a:gd name="T7" fmla="*/ 10 h 10"/>
                <a:gd name="T8" fmla="*/ 2 w 2"/>
                <a:gd name="T9" fmla="*/ 10 h 10"/>
                <a:gd name="T10" fmla="*/ 2 w 2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2C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0" name="Freeform 969">
              <a:extLst>
                <a:ext uri="{FF2B5EF4-FFF2-40B4-BE49-F238E27FC236}">
                  <a16:creationId xmlns:a16="http://schemas.microsoft.com/office/drawing/2014/main" id="{9FFEC6D8-4C2A-4219-8522-3407B68ED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2400" y="3960813"/>
              <a:ext cx="3175" cy="15875"/>
            </a:xfrm>
            <a:custGeom>
              <a:avLst/>
              <a:gdLst>
                <a:gd name="T0" fmla="*/ 2 w 2"/>
                <a:gd name="T1" fmla="*/ 0 h 10"/>
                <a:gd name="T2" fmla="*/ 2 w 2"/>
                <a:gd name="T3" fmla="*/ 0 h 10"/>
                <a:gd name="T4" fmla="*/ 0 w 2"/>
                <a:gd name="T5" fmla="*/ 0 h 10"/>
                <a:gd name="T6" fmla="*/ 0 w 2"/>
                <a:gd name="T7" fmla="*/ 10 h 10"/>
                <a:gd name="T8" fmla="*/ 2 w 2"/>
                <a:gd name="T9" fmla="*/ 10 h 10"/>
                <a:gd name="T10" fmla="*/ 2 w 2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1" name="Freeform 970">
              <a:extLst>
                <a:ext uri="{FF2B5EF4-FFF2-40B4-BE49-F238E27FC236}">
                  <a16:creationId xmlns:a16="http://schemas.microsoft.com/office/drawing/2014/main" id="{93FDC015-65B4-4CCE-BE3A-F91FD3835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2400" y="3984625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2 w 2"/>
                <a:gd name="T3" fmla="*/ 0 h 5"/>
                <a:gd name="T4" fmla="*/ 0 w 2"/>
                <a:gd name="T5" fmla="*/ 0 h 5"/>
                <a:gd name="T6" fmla="*/ 0 w 2"/>
                <a:gd name="T7" fmla="*/ 5 h 5"/>
                <a:gd name="T8" fmla="*/ 2 w 2"/>
                <a:gd name="T9" fmla="*/ 5 h 5"/>
                <a:gd name="T10" fmla="*/ 2 w 2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2C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2" name="Freeform 971">
              <a:extLst>
                <a:ext uri="{FF2B5EF4-FFF2-40B4-BE49-F238E27FC236}">
                  <a16:creationId xmlns:a16="http://schemas.microsoft.com/office/drawing/2014/main" id="{5E1C117A-B2C6-4B5B-BA4F-E43B446FB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2400" y="3984625"/>
              <a:ext cx="3175" cy="7938"/>
            </a:xfrm>
            <a:custGeom>
              <a:avLst/>
              <a:gdLst>
                <a:gd name="T0" fmla="*/ 2 w 2"/>
                <a:gd name="T1" fmla="*/ 0 h 5"/>
                <a:gd name="T2" fmla="*/ 2 w 2"/>
                <a:gd name="T3" fmla="*/ 0 h 5"/>
                <a:gd name="T4" fmla="*/ 0 w 2"/>
                <a:gd name="T5" fmla="*/ 0 h 5"/>
                <a:gd name="T6" fmla="*/ 0 w 2"/>
                <a:gd name="T7" fmla="*/ 5 h 5"/>
                <a:gd name="T8" fmla="*/ 2 w 2"/>
                <a:gd name="T9" fmla="*/ 5 h 5"/>
                <a:gd name="T10" fmla="*/ 2 w 2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3" name="Rectangle 972">
              <a:extLst>
                <a:ext uri="{FF2B5EF4-FFF2-40B4-BE49-F238E27FC236}">
                  <a16:creationId xmlns:a16="http://schemas.microsoft.com/office/drawing/2014/main" id="{ED441D54-2CAC-4A07-86F5-55134F226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400" y="3644900"/>
              <a:ext cx="3175" cy="15875"/>
            </a:xfrm>
            <a:prstGeom prst="rect">
              <a:avLst/>
            </a:prstGeom>
            <a:solidFill>
              <a:srgbClr val="D2C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4" name="Rectangle 973">
              <a:extLst>
                <a:ext uri="{FF2B5EF4-FFF2-40B4-BE49-F238E27FC236}">
                  <a16:creationId xmlns:a16="http://schemas.microsoft.com/office/drawing/2014/main" id="{DE60636C-42F8-4DBA-894F-7A3C40B03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400" y="3644900"/>
              <a:ext cx="3175" cy="1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5" name="Rectangle 974">
              <a:extLst>
                <a:ext uri="{FF2B5EF4-FFF2-40B4-BE49-F238E27FC236}">
                  <a16:creationId xmlns:a16="http://schemas.microsoft.com/office/drawing/2014/main" id="{F12D7D21-9F20-4884-A929-09883391E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400" y="3629025"/>
              <a:ext cx="3175" cy="7938"/>
            </a:xfrm>
            <a:prstGeom prst="rect">
              <a:avLst/>
            </a:prstGeom>
            <a:solidFill>
              <a:srgbClr val="D2C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6" name="Rectangle 975">
              <a:extLst>
                <a:ext uri="{FF2B5EF4-FFF2-40B4-BE49-F238E27FC236}">
                  <a16:creationId xmlns:a16="http://schemas.microsoft.com/office/drawing/2014/main" id="{494ECAA0-CA0D-41E3-AE08-55DBB1D61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400" y="3629025"/>
              <a:ext cx="3175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7" name="Rectangle 976">
              <a:extLst>
                <a:ext uri="{FF2B5EF4-FFF2-40B4-BE49-F238E27FC236}">
                  <a16:creationId xmlns:a16="http://schemas.microsoft.com/office/drawing/2014/main" id="{5F7B7A6D-61ED-470F-BC76-1EC50E79D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3800475"/>
              <a:ext cx="111125" cy="609600"/>
            </a:xfrm>
            <a:prstGeom prst="rect">
              <a:avLst/>
            </a:pr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8" name="Rectangle 977">
              <a:extLst>
                <a:ext uri="{FF2B5EF4-FFF2-40B4-BE49-F238E27FC236}">
                  <a16:creationId xmlns:a16="http://schemas.microsoft.com/office/drawing/2014/main" id="{A85A8E87-A793-45A7-90F3-BA1744862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3800475"/>
              <a:ext cx="11112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19" name="Rectangle 978">
              <a:extLst>
                <a:ext uri="{FF2B5EF4-FFF2-40B4-BE49-F238E27FC236}">
                  <a16:creationId xmlns:a16="http://schemas.microsoft.com/office/drawing/2014/main" id="{FDF525F9-3A32-4DAB-832A-E6E250E89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3400" y="3800475"/>
              <a:ext cx="163513" cy="609600"/>
            </a:xfrm>
            <a:prstGeom prst="rect">
              <a:avLst/>
            </a:prstGeom>
            <a:solidFill>
              <a:srgbClr val="0E3B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0" name="Rectangle 979">
              <a:extLst>
                <a:ext uri="{FF2B5EF4-FFF2-40B4-BE49-F238E27FC236}">
                  <a16:creationId xmlns:a16="http://schemas.microsoft.com/office/drawing/2014/main" id="{08A5D26F-FE03-4CF7-9B70-6C6E340B1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3400" y="3800475"/>
              <a:ext cx="163513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1" name="Freeform 980">
              <a:extLst>
                <a:ext uri="{FF2B5EF4-FFF2-40B4-BE49-F238E27FC236}">
                  <a16:creationId xmlns:a16="http://schemas.microsoft.com/office/drawing/2014/main" id="{0294B397-F2A5-4360-A9C7-8A3619134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4321175"/>
              <a:ext cx="714375" cy="49213"/>
            </a:xfrm>
            <a:custGeom>
              <a:avLst/>
              <a:gdLst>
                <a:gd name="T0" fmla="*/ 256 w 275"/>
                <a:gd name="T1" fmla="*/ 0 h 19"/>
                <a:gd name="T2" fmla="*/ 19 w 275"/>
                <a:gd name="T3" fmla="*/ 0 h 19"/>
                <a:gd name="T4" fmla="*/ 0 w 275"/>
                <a:gd name="T5" fmla="*/ 19 h 19"/>
                <a:gd name="T6" fmla="*/ 275 w 275"/>
                <a:gd name="T7" fmla="*/ 19 h 19"/>
                <a:gd name="T8" fmla="*/ 256 w 27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9">
                  <a:moveTo>
                    <a:pt x="256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275" y="19"/>
                    <a:pt x="275" y="19"/>
                    <a:pt x="275" y="19"/>
                  </a:cubicBezTo>
                  <a:cubicBezTo>
                    <a:pt x="275" y="9"/>
                    <a:pt x="266" y="0"/>
                    <a:pt x="256" y="0"/>
                  </a:cubicBezTo>
                  <a:close/>
                </a:path>
              </a:pathLst>
            </a:custGeom>
            <a:solidFill>
              <a:srgbClr val="B518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2" name="Freeform 981">
              <a:extLst>
                <a:ext uri="{FF2B5EF4-FFF2-40B4-BE49-F238E27FC236}">
                  <a16:creationId xmlns:a16="http://schemas.microsoft.com/office/drawing/2014/main" id="{7EF59D87-81D5-49F6-AF3E-372B236E1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3375025"/>
              <a:ext cx="714375" cy="850900"/>
            </a:xfrm>
            <a:custGeom>
              <a:avLst/>
              <a:gdLst>
                <a:gd name="T0" fmla="*/ 243 w 275"/>
                <a:gd name="T1" fmla="*/ 26 h 328"/>
                <a:gd name="T2" fmla="*/ 218 w 275"/>
                <a:gd name="T3" fmla="*/ 0 h 328"/>
                <a:gd name="T4" fmla="*/ 57 w 275"/>
                <a:gd name="T5" fmla="*/ 0 h 328"/>
                <a:gd name="T6" fmla="*/ 32 w 275"/>
                <a:gd name="T7" fmla="*/ 26 h 328"/>
                <a:gd name="T8" fmla="*/ 0 w 275"/>
                <a:gd name="T9" fmla="*/ 303 h 328"/>
                <a:gd name="T10" fmla="*/ 25 w 275"/>
                <a:gd name="T11" fmla="*/ 328 h 328"/>
                <a:gd name="T12" fmla="*/ 250 w 275"/>
                <a:gd name="T13" fmla="*/ 328 h 328"/>
                <a:gd name="T14" fmla="*/ 275 w 275"/>
                <a:gd name="T15" fmla="*/ 303 h 328"/>
                <a:gd name="T16" fmla="*/ 243 w 275"/>
                <a:gd name="T17" fmla="*/ 26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" h="328">
                  <a:moveTo>
                    <a:pt x="243" y="26"/>
                  </a:moveTo>
                  <a:cubicBezTo>
                    <a:pt x="243" y="12"/>
                    <a:pt x="232" y="0"/>
                    <a:pt x="21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3" y="0"/>
                    <a:pt x="32" y="12"/>
                    <a:pt x="32" y="26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317"/>
                    <a:pt x="11" y="328"/>
                    <a:pt x="25" y="328"/>
                  </a:cubicBezTo>
                  <a:cubicBezTo>
                    <a:pt x="250" y="328"/>
                    <a:pt x="250" y="328"/>
                    <a:pt x="250" y="328"/>
                  </a:cubicBezTo>
                  <a:cubicBezTo>
                    <a:pt x="264" y="328"/>
                    <a:pt x="275" y="317"/>
                    <a:pt x="275" y="303"/>
                  </a:cubicBezTo>
                  <a:cubicBezTo>
                    <a:pt x="243" y="26"/>
                    <a:pt x="243" y="26"/>
                    <a:pt x="243" y="26"/>
                  </a:cubicBezTo>
                </a:path>
              </a:pathLst>
            </a:custGeom>
            <a:solidFill>
              <a:srgbClr val="991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3" name="Freeform 982">
              <a:extLst>
                <a:ext uri="{FF2B5EF4-FFF2-40B4-BE49-F238E27FC236}">
                  <a16:creationId xmlns:a16="http://schemas.microsoft.com/office/drawing/2014/main" id="{15BDF200-E965-468F-8654-F1FC20861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88" y="4370388"/>
              <a:ext cx="714375" cy="125413"/>
            </a:xfrm>
            <a:custGeom>
              <a:avLst/>
              <a:gdLst>
                <a:gd name="T0" fmla="*/ 0 w 275"/>
                <a:gd name="T1" fmla="*/ 0 h 48"/>
                <a:gd name="T2" fmla="*/ 0 w 275"/>
                <a:gd name="T3" fmla="*/ 23 h 48"/>
                <a:gd name="T4" fmla="*/ 25 w 275"/>
                <a:gd name="T5" fmla="*/ 48 h 48"/>
                <a:gd name="T6" fmla="*/ 250 w 275"/>
                <a:gd name="T7" fmla="*/ 48 h 48"/>
                <a:gd name="T8" fmla="*/ 275 w 275"/>
                <a:gd name="T9" fmla="*/ 23 h 48"/>
                <a:gd name="T10" fmla="*/ 275 w 275"/>
                <a:gd name="T11" fmla="*/ 0 h 48"/>
                <a:gd name="T12" fmla="*/ 0 w 275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5" h="48">
                  <a:moveTo>
                    <a:pt x="0" y="0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37"/>
                    <a:pt x="11" y="48"/>
                    <a:pt x="25" y="48"/>
                  </a:cubicBezTo>
                  <a:cubicBezTo>
                    <a:pt x="250" y="48"/>
                    <a:pt x="250" y="48"/>
                    <a:pt x="250" y="48"/>
                  </a:cubicBezTo>
                  <a:cubicBezTo>
                    <a:pt x="264" y="48"/>
                    <a:pt x="275" y="37"/>
                    <a:pt x="275" y="23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1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4" name="Freeform 983">
              <a:extLst>
                <a:ext uri="{FF2B5EF4-FFF2-40B4-BE49-F238E27FC236}">
                  <a16:creationId xmlns:a16="http://schemas.microsoft.com/office/drawing/2014/main" id="{9AC4CB34-CC91-4F5C-B91D-4E800EAFD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8763" y="3375025"/>
              <a:ext cx="714375" cy="850900"/>
            </a:xfrm>
            <a:custGeom>
              <a:avLst/>
              <a:gdLst>
                <a:gd name="T0" fmla="*/ 243 w 275"/>
                <a:gd name="T1" fmla="*/ 26 h 328"/>
                <a:gd name="T2" fmla="*/ 218 w 275"/>
                <a:gd name="T3" fmla="*/ 0 h 328"/>
                <a:gd name="T4" fmla="*/ 57 w 275"/>
                <a:gd name="T5" fmla="*/ 0 h 328"/>
                <a:gd name="T6" fmla="*/ 32 w 275"/>
                <a:gd name="T7" fmla="*/ 26 h 328"/>
                <a:gd name="T8" fmla="*/ 0 w 275"/>
                <a:gd name="T9" fmla="*/ 303 h 328"/>
                <a:gd name="T10" fmla="*/ 25 w 275"/>
                <a:gd name="T11" fmla="*/ 328 h 328"/>
                <a:gd name="T12" fmla="*/ 250 w 275"/>
                <a:gd name="T13" fmla="*/ 328 h 328"/>
                <a:gd name="T14" fmla="*/ 275 w 275"/>
                <a:gd name="T15" fmla="*/ 303 h 328"/>
                <a:gd name="T16" fmla="*/ 243 w 275"/>
                <a:gd name="T17" fmla="*/ 26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" h="328">
                  <a:moveTo>
                    <a:pt x="243" y="26"/>
                  </a:moveTo>
                  <a:cubicBezTo>
                    <a:pt x="243" y="12"/>
                    <a:pt x="232" y="0"/>
                    <a:pt x="21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3" y="0"/>
                    <a:pt x="32" y="12"/>
                    <a:pt x="32" y="26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317"/>
                    <a:pt x="11" y="328"/>
                    <a:pt x="25" y="328"/>
                  </a:cubicBezTo>
                  <a:cubicBezTo>
                    <a:pt x="250" y="328"/>
                    <a:pt x="250" y="328"/>
                    <a:pt x="250" y="328"/>
                  </a:cubicBezTo>
                  <a:cubicBezTo>
                    <a:pt x="264" y="328"/>
                    <a:pt x="275" y="317"/>
                    <a:pt x="275" y="303"/>
                  </a:cubicBezTo>
                  <a:cubicBezTo>
                    <a:pt x="243" y="26"/>
                    <a:pt x="243" y="26"/>
                    <a:pt x="243" y="26"/>
                  </a:cubicBezTo>
                </a:path>
              </a:pathLst>
            </a:custGeom>
            <a:solidFill>
              <a:srgbClr val="EA2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5" name="Freeform 984">
              <a:extLst>
                <a:ext uri="{FF2B5EF4-FFF2-40B4-BE49-F238E27FC236}">
                  <a16:creationId xmlns:a16="http://schemas.microsoft.com/office/drawing/2014/main" id="{E0CC9A6B-B83D-4372-BF19-4B0887096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8763" y="3375025"/>
              <a:ext cx="714375" cy="814388"/>
            </a:xfrm>
            <a:custGeom>
              <a:avLst/>
              <a:gdLst>
                <a:gd name="T0" fmla="*/ 32 w 275"/>
                <a:gd name="T1" fmla="*/ 63 h 314"/>
                <a:gd name="T2" fmla="*/ 57 w 275"/>
                <a:gd name="T3" fmla="*/ 38 h 314"/>
                <a:gd name="T4" fmla="*/ 218 w 275"/>
                <a:gd name="T5" fmla="*/ 38 h 314"/>
                <a:gd name="T6" fmla="*/ 243 w 275"/>
                <a:gd name="T7" fmla="*/ 63 h 314"/>
                <a:gd name="T8" fmla="*/ 272 w 275"/>
                <a:gd name="T9" fmla="*/ 314 h 314"/>
                <a:gd name="T10" fmla="*/ 275 w 275"/>
                <a:gd name="T11" fmla="*/ 303 h 314"/>
                <a:gd name="T12" fmla="*/ 243 w 275"/>
                <a:gd name="T13" fmla="*/ 26 h 314"/>
                <a:gd name="T14" fmla="*/ 218 w 275"/>
                <a:gd name="T15" fmla="*/ 0 h 314"/>
                <a:gd name="T16" fmla="*/ 57 w 275"/>
                <a:gd name="T17" fmla="*/ 0 h 314"/>
                <a:gd name="T18" fmla="*/ 32 w 275"/>
                <a:gd name="T19" fmla="*/ 26 h 314"/>
                <a:gd name="T20" fmla="*/ 0 w 275"/>
                <a:gd name="T21" fmla="*/ 303 h 314"/>
                <a:gd name="T22" fmla="*/ 3 w 275"/>
                <a:gd name="T23" fmla="*/ 314 h 314"/>
                <a:gd name="T24" fmla="*/ 32 w 275"/>
                <a:gd name="T25" fmla="*/ 63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5" h="314">
                  <a:moveTo>
                    <a:pt x="32" y="63"/>
                  </a:moveTo>
                  <a:cubicBezTo>
                    <a:pt x="32" y="49"/>
                    <a:pt x="43" y="38"/>
                    <a:pt x="57" y="38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32" y="38"/>
                    <a:pt x="243" y="49"/>
                    <a:pt x="243" y="63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4" y="311"/>
                    <a:pt x="275" y="307"/>
                    <a:pt x="275" y="303"/>
                  </a:cubicBezTo>
                  <a:cubicBezTo>
                    <a:pt x="243" y="26"/>
                    <a:pt x="243" y="26"/>
                    <a:pt x="243" y="26"/>
                  </a:cubicBezTo>
                  <a:cubicBezTo>
                    <a:pt x="243" y="12"/>
                    <a:pt x="232" y="0"/>
                    <a:pt x="21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3" y="0"/>
                    <a:pt x="32" y="12"/>
                    <a:pt x="32" y="26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307"/>
                    <a:pt x="1" y="311"/>
                    <a:pt x="3" y="314"/>
                  </a:cubicBezTo>
                  <a:lnTo>
                    <a:pt x="32" y="63"/>
                  </a:lnTo>
                  <a:close/>
                </a:path>
              </a:pathLst>
            </a:custGeom>
            <a:solidFill>
              <a:srgbClr val="F24E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6" name="Freeform 985">
              <a:extLst>
                <a:ext uri="{FF2B5EF4-FFF2-40B4-BE49-F238E27FC236}">
                  <a16:creationId xmlns:a16="http://schemas.microsoft.com/office/drawing/2014/main" id="{F96729B2-732D-4E56-B786-7E2711ABB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675" y="4370388"/>
              <a:ext cx="906463" cy="125413"/>
            </a:xfrm>
            <a:custGeom>
              <a:avLst/>
              <a:gdLst>
                <a:gd name="T0" fmla="*/ 275 w 349"/>
                <a:gd name="T1" fmla="*/ 0 h 48"/>
                <a:gd name="T2" fmla="*/ 74 w 349"/>
                <a:gd name="T3" fmla="*/ 0 h 48"/>
                <a:gd name="T4" fmla="*/ 0 w 349"/>
                <a:gd name="T5" fmla="*/ 0 h 48"/>
                <a:gd name="T6" fmla="*/ 0 w 349"/>
                <a:gd name="T7" fmla="*/ 23 h 48"/>
                <a:gd name="T8" fmla="*/ 25 w 349"/>
                <a:gd name="T9" fmla="*/ 48 h 48"/>
                <a:gd name="T10" fmla="*/ 99 w 349"/>
                <a:gd name="T11" fmla="*/ 48 h 48"/>
                <a:gd name="T12" fmla="*/ 250 w 349"/>
                <a:gd name="T13" fmla="*/ 48 h 48"/>
                <a:gd name="T14" fmla="*/ 324 w 349"/>
                <a:gd name="T15" fmla="*/ 48 h 48"/>
                <a:gd name="T16" fmla="*/ 349 w 349"/>
                <a:gd name="T17" fmla="*/ 23 h 48"/>
                <a:gd name="T18" fmla="*/ 349 w 349"/>
                <a:gd name="T19" fmla="*/ 0 h 48"/>
                <a:gd name="T20" fmla="*/ 275 w 349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9" h="48">
                  <a:moveTo>
                    <a:pt x="275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37"/>
                    <a:pt x="11" y="48"/>
                    <a:pt x="25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250" y="48"/>
                    <a:pt x="250" y="48"/>
                    <a:pt x="250" y="48"/>
                  </a:cubicBezTo>
                  <a:cubicBezTo>
                    <a:pt x="324" y="48"/>
                    <a:pt x="324" y="48"/>
                    <a:pt x="324" y="48"/>
                  </a:cubicBezTo>
                  <a:cubicBezTo>
                    <a:pt x="338" y="48"/>
                    <a:pt x="349" y="37"/>
                    <a:pt x="349" y="23"/>
                  </a:cubicBezTo>
                  <a:cubicBezTo>
                    <a:pt x="349" y="0"/>
                    <a:pt x="349" y="0"/>
                    <a:pt x="349" y="0"/>
                  </a:cubicBezTo>
                  <a:cubicBezTo>
                    <a:pt x="275" y="0"/>
                    <a:pt x="275" y="0"/>
                    <a:pt x="275" y="0"/>
                  </a:cubicBezTo>
                </a:path>
              </a:pathLst>
            </a:custGeom>
            <a:solidFill>
              <a:srgbClr val="EA2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7" name="Freeform 986">
              <a:extLst>
                <a:ext uri="{FF2B5EF4-FFF2-40B4-BE49-F238E27FC236}">
                  <a16:creationId xmlns:a16="http://schemas.microsoft.com/office/drawing/2014/main" id="{82C8F4A9-A783-4E91-B252-BEC10B147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675" y="4321175"/>
              <a:ext cx="906463" cy="49213"/>
            </a:xfrm>
            <a:custGeom>
              <a:avLst/>
              <a:gdLst>
                <a:gd name="T0" fmla="*/ 330 w 349"/>
                <a:gd name="T1" fmla="*/ 0 h 19"/>
                <a:gd name="T2" fmla="*/ 256 w 349"/>
                <a:gd name="T3" fmla="*/ 0 h 19"/>
                <a:gd name="T4" fmla="*/ 93 w 349"/>
                <a:gd name="T5" fmla="*/ 0 h 19"/>
                <a:gd name="T6" fmla="*/ 19 w 349"/>
                <a:gd name="T7" fmla="*/ 0 h 19"/>
                <a:gd name="T8" fmla="*/ 0 w 349"/>
                <a:gd name="T9" fmla="*/ 19 h 19"/>
                <a:gd name="T10" fmla="*/ 74 w 349"/>
                <a:gd name="T11" fmla="*/ 19 h 19"/>
                <a:gd name="T12" fmla="*/ 275 w 349"/>
                <a:gd name="T13" fmla="*/ 19 h 19"/>
                <a:gd name="T14" fmla="*/ 349 w 349"/>
                <a:gd name="T15" fmla="*/ 19 h 19"/>
                <a:gd name="T16" fmla="*/ 330 w 349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9" h="19">
                  <a:moveTo>
                    <a:pt x="33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275" y="19"/>
                    <a:pt x="275" y="19"/>
                    <a:pt x="275" y="19"/>
                  </a:cubicBezTo>
                  <a:cubicBezTo>
                    <a:pt x="349" y="19"/>
                    <a:pt x="349" y="19"/>
                    <a:pt x="349" y="19"/>
                  </a:cubicBezTo>
                  <a:cubicBezTo>
                    <a:pt x="349" y="9"/>
                    <a:pt x="341" y="0"/>
                    <a:pt x="330" y="0"/>
                  </a:cubicBezTo>
                  <a:close/>
                </a:path>
              </a:pathLst>
            </a:custGeom>
            <a:solidFill>
              <a:srgbClr val="F24E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8" name="Freeform 987">
              <a:extLst>
                <a:ext uri="{FF2B5EF4-FFF2-40B4-BE49-F238E27FC236}">
                  <a16:creationId xmlns:a16="http://schemas.microsoft.com/office/drawing/2014/main" id="{3B8D8A5F-30B3-4DD5-9446-760C8D6D7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5450" y="4495800"/>
              <a:ext cx="300038" cy="109538"/>
            </a:xfrm>
            <a:custGeom>
              <a:avLst/>
              <a:gdLst>
                <a:gd name="T0" fmla="*/ 0 w 116"/>
                <a:gd name="T1" fmla="*/ 0 h 42"/>
                <a:gd name="T2" fmla="*/ 0 w 116"/>
                <a:gd name="T3" fmla="*/ 16 h 42"/>
                <a:gd name="T4" fmla="*/ 25 w 116"/>
                <a:gd name="T5" fmla="*/ 42 h 42"/>
                <a:gd name="T6" fmla="*/ 91 w 116"/>
                <a:gd name="T7" fmla="*/ 42 h 42"/>
                <a:gd name="T8" fmla="*/ 116 w 116"/>
                <a:gd name="T9" fmla="*/ 16 h 42"/>
                <a:gd name="T10" fmla="*/ 116 w 116"/>
                <a:gd name="T11" fmla="*/ 0 h 42"/>
                <a:gd name="T12" fmla="*/ 0 w 116"/>
                <a:gd name="T1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42">
                  <a:moveTo>
                    <a:pt x="0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30"/>
                    <a:pt x="11" y="42"/>
                    <a:pt x="25" y="42"/>
                  </a:cubicBezTo>
                  <a:cubicBezTo>
                    <a:pt x="91" y="42"/>
                    <a:pt x="91" y="42"/>
                    <a:pt x="91" y="42"/>
                  </a:cubicBezTo>
                  <a:cubicBezTo>
                    <a:pt x="105" y="42"/>
                    <a:pt x="116" y="30"/>
                    <a:pt x="116" y="16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29" name="Freeform 988">
              <a:extLst>
                <a:ext uri="{FF2B5EF4-FFF2-40B4-BE49-F238E27FC236}">
                  <a16:creationId xmlns:a16="http://schemas.microsoft.com/office/drawing/2014/main" id="{C33D1B1A-93A2-4378-B533-2607DF549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2588" y="4495800"/>
              <a:ext cx="304800" cy="109538"/>
            </a:xfrm>
            <a:custGeom>
              <a:avLst/>
              <a:gdLst>
                <a:gd name="T0" fmla="*/ 0 w 117"/>
                <a:gd name="T1" fmla="*/ 0 h 42"/>
                <a:gd name="T2" fmla="*/ 0 w 117"/>
                <a:gd name="T3" fmla="*/ 16 h 42"/>
                <a:gd name="T4" fmla="*/ 25 w 117"/>
                <a:gd name="T5" fmla="*/ 42 h 42"/>
                <a:gd name="T6" fmla="*/ 91 w 117"/>
                <a:gd name="T7" fmla="*/ 42 h 42"/>
                <a:gd name="T8" fmla="*/ 117 w 117"/>
                <a:gd name="T9" fmla="*/ 16 h 42"/>
                <a:gd name="T10" fmla="*/ 117 w 117"/>
                <a:gd name="T11" fmla="*/ 0 h 42"/>
                <a:gd name="T12" fmla="*/ 0 w 117"/>
                <a:gd name="T13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2">
                  <a:moveTo>
                    <a:pt x="0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30"/>
                    <a:pt x="11" y="42"/>
                    <a:pt x="25" y="42"/>
                  </a:cubicBezTo>
                  <a:cubicBezTo>
                    <a:pt x="91" y="42"/>
                    <a:pt x="91" y="42"/>
                    <a:pt x="91" y="42"/>
                  </a:cubicBezTo>
                  <a:cubicBezTo>
                    <a:pt x="105" y="42"/>
                    <a:pt x="117" y="30"/>
                    <a:pt x="117" y="16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E3B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0" name="Rectangle 989">
              <a:extLst>
                <a:ext uri="{FF2B5EF4-FFF2-40B4-BE49-F238E27FC236}">
                  <a16:creationId xmlns:a16="http://schemas.microsoft.com/office/drawing/2014/main" id="{738B7D4C-6ACA-4ADC-8BE4-677B56CD4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4752975"/>
              <a:ext cx="61913" cy="2428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1" name="Rectangle 990">
              <a:extLst>
                <a:ext uri="{FF2B5EF4-FFF2-40B4-BE49-F238E27FC236}">
                  <a16:creationId xmlns:a16="http://schemas.microsoft.com/office/drawing/2014/main" id="{97B3821F-1DFC-4E25-89B6-7289E3D79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4752975"/>
              <a:ext cx="61913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2" name="Rectangle 991">
              <a:extLst>
                <a:ext uri="{FF2B5EF4-FFF2-40B4-BE49-F238E27FC236}">
                  <a16:creationId xmlns:a16="http://schemas.microsoft.com/office/drawing/2014/main" id="{80F66483-55EA-4064-B3CE-DBAD55E29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588" y="4605338"/>
              <a:ext cx="104775" cy="173038"/>
            </a:xfrm>
            <a:prstGeom prst="rect">
              <a:avLst/>
            </a:pr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3" name="Rectangle 992">
              <a:extLst>
                <a:ext uri="{FF2B5EF4-FFF2-40B4-BE49-F238E27FC236}">
                  <a16:creationId xmlns:a16="http://schemas.microsoft.com/office/drawing/2014/main" id="{0821EE45-38D8-4DEC-97BB-9B618AF6C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588" y="4605338"/>
              <a:ext cx="104775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4" name="Freeform 993">
              <a:extLst>
                <a:ext uri="{FF2B5EF4-FFF2-40B4-BE49-F238E27FC236}">
                  <a16:creationId xmlns:a16="http://schemas.microsoft.com/office/drawing/2014/main" id="{B9E5A630-B864-4A5F-AF10-7645C4B32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4495800"/>
              <a:ext cx="38100" cy="28575"/>
            </a:xfrm>
            <a:custGeom>
              <a:avLst/>
              <a:gdLst>
                <a:gd name="T0" fmla="*/ 24 w 24"/>
                <a:gd name="T1" fmla="*/ 0 h 18"/>
                <a:gd name="T2" fmla="*/ 0 w 24"/>
                <a:gd name="T3" fmla="*/ 0 h 18"/>
                <a:gd name="T4" fmla="*/ 0 w 24"/>
                <a:gd name="T5" fmla="*/ 18 h 18"/>
                <a:gd name="T6" fmla="*/ 18 w 24"/>
                <a:gd name="T7" fmla="*/ 18 h 18"/>
                <a:gd name="T8" fmla="*/ 24 w 24"/>
                <a:gd name="T9" fmla="*/ 18 h 18"/>
                <a:gd name="T10" fmla="*/ 24 w 24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8">
                  <a:moveTo>
                    <a:pt x="24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622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5" name="Freeform 994">
              <a:extLst>
                <a:ext uri="{FF2B5EF4-FFF2-40B4-BE49-F238E27FC236}">
                  <a16:creationId xmlns:a16="http://schemas.microsoft.com/office/drawing/2014/main" id="{2F3A6A81-A487-47B1-B389-C51911682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4495800"/>
              <a:ext cx="38100" cy="28575"/>
            </a:xfrm>
            <a:custGeom>
              <a:avLst/>
              <a:gdLst>
                <a:gd name="T0" fmla="*/ 24 w 24"/>
                <a:gd name="T1" fmla="*/ 0 h 18"/>
                <a:gd name="T2" fmla="*/ 0 w 24"/>
                <a:gd name="T3" fmla="*/ 0 h 18"/>
                <a:gd name="T4" fmla="*/ 0 w 24"/>
                <a:gd name="T5" fmla="*/ 18 h 18"/>
                <a:gd name="T6" fmla="*/ 18 w 24"/>
                <a:gd name="T7" fmla="*/ 18 h 18"/>
                <a:gd name="T8" fmla="*/ 24 w 24"/>
                <a:gd name="T9" fmla="*/ 18 h 18"/>
                <a:gd name="T10" fmla="*/ 24 w 24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8">
                  <a:moveTo>
                    <a:pt x="24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6" name="Rectangle 995">
              <a:extLst>
                <a:ext uri="{FF2B5EF4-FFF2-40B4-BE49-F238E27FC236}">
                  <a16:creationId xmlns:a16="http://schemas.microsoft.com/office/drawing/2014/main" id="{F740C5D6-48BB-4231-AAC4-18C93485D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4495800"/>
              <a:ext cx="304800" cy="28575"/>
            </a:xfrm>
            <a:prstGeom prst="rect">
              <a:avLst/>
            </a:prstGeom>
            <a:solidFill>
              <a:srgbClr val="0B3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7" name="Rectangle 996">
              <a:extLst>
                <a:ext uri="{FF2B5EF4-FFF2-40B4-BE49-F238E27FC236}">
                  <a16:creationId xmlns:a16="http://schemas.microsoft.com/office/drawing/2014/main" id="{2F85AF6F-8DE7-42C3-9BA8-FACE2BD25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4495800"/>
              <a:ext cx="304800" cy="2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8" name="Rectangle 997">
              <a:extLst>
                <a:ext uri="{FF2B5EF4-FFF2-40B4-BE49-F238E27FC236}">
                  <a16:creationId xmlns:a16="http://schemas.microsoft.com/office/drawing/2014/main" id="{71A83A90-9719-439C-A3C0-2900FEA7A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6913" y="4225925"/>
              <a:ext cx="28575" cy="28575"/>
            </a:xfrm>
            <a:prstGeom prst="rect">
              <a:avLst/>
            </a:prstGeom>
            <a:solidFill>
              <a:srgbClr val="0622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39" name="Rectangle 998">
              <a:extLst>
                <a:ext uri="{FF2B5EF4-FFF2-40B4-BE49-F238E27FC236}">
                  <a16:creationId xmlns:a16="http://schemas.microsoft.com/office/drawing/2014/main" id="{6BEB8709-E827-40EF-ADD5-EB86B6EA7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6913" y="4225925"/>
              <a:ext cx="28575" cy="2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0" name="Rectangle 999">
              <a:extLst>
                <a:ext uri="{FF2B5EF4-FFF2-40B4-BE49-F238E27FC236}">
                  <a16:creationId xmlns:a16="http://schemas.microsoft.com/office/drawing/2014/main" id="{4D32C3AE-B73B-42FA-9B98-D9D260664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3400" y="4225925"/>
              <a:ext cx="163513" cy="28575"/>
            </a:xfrm>
            <a:prstGeom prst="rect">
              <a:avLst/>
            </a:prstGeom>
            <a:solidFill>
              <a:srgbClr val="0B3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1" name="Rectangle 1000">
              <a:extLst>
                <a:ext uri="{FF2B5EF4-FFF2-40B4-BE49-F238E27FC236}">
                  <a16:creationId xmlns:a16="http://schemas.microsoft.com/office/drawing/2014/main" id="{A73D14A4-5152-43E7-B7FD-76E9F079C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3400" y="4225925"/>
              <a:ext cx="163513" cy="2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2" name="Rectangle 1001">
              <a:extLst>
                <a:ext uri="{FF2B5EF4-FFF2-40B4-BE49-F238E27FC236}">
                  <a16:creationId xmlns:a16="http://schemas.microsoft.com/office/drawing/2014/main" id="{C8F7D440-2E63-4D2B-B159-7FD3BEE18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588" y="4605338"/>
              <a:ext cx="104775" cy="41275"/>
            </a:xfrm>
            <a:prstGeom prst="rect">
              <a:avLst/>
            </a:prstGeom>
            <a:solidFill>
              <a:srgbClr val="0622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3" name="Rectangle 1002">
              <a:extLst>
                <a:ext uri="{FF2B5EF4-FFF2-40B4-BE49-F238E27FC236}">
                  <a16:creationId xmlns:a16="http://schemas.microsoft.com/office/drawing/2014/main" id="{E0E3BD9E-7CC1-4029-B90D-294835309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588" y="4605338"/>
              <a:ext cx="104775" cy="4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4" name="Rectangle 1003">
              <a:extLst>
                <a:ext uri="{FF2B5EF4-FFF2-40B4-BE49-F238E27FC236}">
                  <a16:creationId xmlns:a16="http://schemas.microsoft.com/office/drawing/2014/main" id="{F5D40202-A967-45BC-BEDA-A80639A11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4778375"/>
              <a:ext cx="61913" cy="141286"/>
            </a:xfrm>
            <a:prstGeom prst="rect">
              <a:avLst/>
            </a:prstGeom>
            <a:solidFill>
              <a:srgbClr val="9CA9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5" name="Rectangle 1004">
              <a:extLst>
                <a:ext uri="{FF2B5EF4-FFF2-40B4-BE49-F238E27FC236}">
                  <a16:creationId xmlns:a16="http://schemas.microsoft.com/office/drawing/2014/main" id="{3ACF14B3-FD6B-4D45-9F56-04A3F256D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4778374"/>
              <a:ext cx="61913" cy="13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6" name="Rectangle 1005">
              <a:extLst>
                <a:ext uri="{FF2B5EF4-FFF2-40B4-BE49-F238E27FC236}">
                  <a16:creationId xmlns:a16="http://schemas.microsoft.com/office/drawing/2014/main" id="{BF188337-9925-4ED2-A69B-46958089B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9588" y="4913313"/>
              <a:ext cx="104775" cy="196850"/>
            </a:xfrm>
            <a:prstGeom prst="rect">
              <a:avLst/>
            </a:pr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7" name="Freeform 1006">
              <a:extLst>
                <a:ext uri="{FF2B5EF4-FFF2-40B4-BE49-F238E27FC236}">
                  <a16:creationId xmlns:a16="http://schemas.microsoft.com/office/drawing/2014/main" id="{EFA42440-0213-4879-A8D5-AEA4EC512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2550" y="4957763"/>
              <a:ext cx="427038" cy="271463"/>
            </a:xfrm>
            <a:custGeom>
              <a:avLst/>
              <a:gdLst>
                <a:gd name="T0" fmla="*/ 269 w 269"/>
                <a:gd name="T1" fmla="*/ 0 h 171"/>
                <a:gd name="T2" fmla="*/ 269 w 269"/>
                <a:gd name="T3" fmla="*/ 65 h 171"/>
                <a:gd name="T4" fmla="*/ 32 w 269"/>
                <a:gd name="T5" fmla="*/ 134 h 171"/>
                <a:gd name="T6" fmla="*/ 32 w 269"/>
                <a:gd name="T7" fmla="*/ 171 h 171"/>
                <a:gd name="T8" fmla="*/ 0 w 269"/>
                <a:gd name="T9" fmla="*/ 171 h 171"/>
                <a:gd name="T10" fmla="*/ 0 w 269"/>
                <a:gd name="T11" fmla="*/ 108 h 171"/>
                <a:gd name="T12" fmla="*/ 269 w 269"/>
                <a:gd name="T13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9" h="171">
                  <a:moveTo>
                    <a:pt x="269" y="0"/>
                  </a:moveTo>
                  <a:lnTo>
                    <a:pt x="269" y="65"/>
                  </a:lnTo>
                  <a:lnTo>
                    <a:pt x="32" y="134"/>
                  </a:lnTo>
                  <a:lnTo>
                    <a:pt x="32" y="171"/>
                  </a:lnTo>
                  <a:lnTo>
                    <a:pt x="0" y="171"/>
                  </a:lnTo>
                  <a:lnTo>
                    <a:pt x="0" y="10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8" name="Oval 1007">
              <a:extLst>
                <a:ext uri="{FF2B5EF4-FFF2-40B4-BE49-F238E27FC236}">
                  <a16:creationId xmlns:a16="http://schemas.microsoft.com/office/drawing/2014/main" id="{176B075B-73B5-462F-9465-C9E6B3595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214938"/>
              <a:ext cx="119063" cy="119063"/>
            </a:xfrm>
            <a:prstGeom prst="ellipse">
              <a:avLst/>
            </a:pr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049" name="Freeform 1008">
              <a:extLst>
                <a:ext uri="{FF2B5EF4-FFF2-40B4-BE49-F238E27FC236}">
                  <a16:creationId xmlns:a16="http://schemas.microsoft.com/office/drawing/2014/main" id="{EC335624-2E58-4E1C-BFB3-1656EAF1D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363" y="4957763"/>
              <a:ext cx="430213" cy="271463"/>
            </a:xfrm>
            <a:custGeom>
              <a:avLst/>
              <a:gdLst>
                <a:gd name="T0" fmla="*/ 0 w 271"/>
                <a:gd name="T1" fmla="*/ 0 h 171"/>
                <a:gd name="T2" fmla="*/ 0 w 271"/>
                <a:gd name="T3" fmla="*/ 65 h 171"/>
                <a:gd name="T4" fmla="*/ 239 w 271"/>
                <a:gd name="T5" fmla="*/ 134 h 171"/>
                <a:gd name="T6" fmla="*/ 239 w 271"/>
                <a:gd name="T7" fmla="*/ 171 h 171"/>
                <a:gd name="T8" fmla="*/ 271 w 271"/>
                <a:gd name="T9" fmla="*/ 171 h 171"/>
                <a:gd name="T10" fmla="*/ 271 w 271"/>
                <a:gd name="T11" fmla="*/ 108 h 171"/>
                <a:gd name="T12" fmla="*/ 0 w 271"/>
                <a:gd name="T13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1" h="171">
                  <a:moveTo>
                    <a:pt x="0" y="0"/>
                  </a:moveTo>
                  <a:lnTo>
                    <a:pt x="0" y="65"/>
                  </a:lnTo>
                  <a:lnTo>
                    <a:pt x="239" y="134"/>
                  </a:lnTo>
                  <a:lnTo>
                    <a:pt x="239" y="171"/>
                  </a:lnTo>
                  <a:lnTo>
                    <a:pt x="271" y="171"/>
                  </a:lnTo>
                  <a:lnTo>
                    <a:pt x="271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4" name="Oval 1010">
              <a:extLst>
                <a:ext uri="{FF2B5EF4-FFF2-40B4-BE49-F238E27FC236}">
                  <a16:creationId xmlns:a16="http://schemas.microsoft.com/office/drawing/2014/main" id="{4EA7FF66-CD4F-4CE9-A544-EBBDC3A9B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7263" y="5214938"/>
              <a:ext cx="115888" cy="119063"/>
            </a:xfrm>
            <a:prstGeom prst="ellipse">
              <a:avLst/>
            </a:pr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" name="Oval 1011">
              <a:extLst>
                <a:ext uri="{FF2B5EF4-FFF2-40B4-BE49-F238E27FC236}">
                  <a16:creationId xmlns:a16="http://schemas.microsoft.com/office/drawing/2014/main" id="{9C981C99-5F9E-4208-B5BC-4E5D114CC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238" y="5214938"/>
              <a:ext cx="119063" cy="119063"/>
            </a:xfrm>
            <a:prstGeom prst="ellipse">
              <a:avLst/>
            </a:pr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7" name="Rectangle 1012">
              <a:extLst>
                <a:ext uri="{FF2B5EF4-FFF2-40B4-BE49-F238E27FC236}">
                  <a16:creationId xmlns:a16="http://schemas.microsoft.com/office/drawing/2014/main" id="{0BBBD4C3-97C8-4292-B90C-1FBEDAE38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4513" y="4953000"/>
              <a:ext cx="36513" cy="312738"/>
            </a:xfrm>
            <a:prstGeom prst="rect">
              <a:avLst/>
            </a:pr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" name="Freeform 1013">
              <a:extLst>
                <a:ext uri="{FF2B5EF4-FFF2-40B4-BE49-F238E27FC236}">
                  <a16:creationId xmlns:a16="http://schemas.microsoft.com/office/drawing/2014/main" id="{0F6B26B4-81CC-4BC1-89DF-6CA1B004F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9913" y="4676775"/>
              <a:ext cx="220663" cy="92075"/>
            </a:xfrm>
            <a:custGeom>
              <a:avLst/>
              <a:gdLst>
                <a:gd name="T0" fmla="*/ 0 w 139"/>
                <a:gd name="T1" fmla="*/ 18 h 58"/>
                <a:gd name="T2" fmla="*/ 90 w 139"/>
                <a:gd name="T3" fmla="*/ 58 h 58"/>
                <a:gd name="T4" fmla="*/ 139 w 139"/>
                <a:gd name="T5" fmla="*/ 58 h 58"/>
                <a:gd name="T6" fmla="*/ 139 w 139"/>
                <a:gd name="T7" fmla="*/ 38 h 58"/>
                <a:gd name="T8" fmla="*/ 93 w 139"/>
                <a:gd name="T9" fmla="*/ 38 h 58"/>
                <a:gd name="T10" fmla="*/ 7 w 139"/>
                <a:gd name="T11" fmla="*/ 0 h 58"/>
                <a:gd name="T12" fmla="*/ 0 w 139"/>
                <a:gd name="T13" fmla="*/ 1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" h="58">
                  <a:moveTo>
                    <a:pt x="0" y="18"/>
                  </a:moveTo>
                  <a:lnTo>
                    <a:pt x="90" y="58"/>
                  </a:lnTo>
                  <a:lnTo>
                    <a:pt x="139" y="58"/>
                  </a:lnTo>
                  <a:lnTo>
                    <a:pt x="139" y="38"/>
                  </a:lnTo>
                  <a:lnTo>
                    <a:pt x="93" y="38"/>
                  </a:lnTo>
                  <a:lnTo>
                    <a:pt x="7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" name="Freeform 1014">
              <a:extLst>
                <a:ext uri="{FF2B5EF4-FFF2-40B4-BE49-F238E27FC236}">
                  <a16:creationId xmlns:a16="http://schemas.microsoft.com/office/drawing/2014/main" id="{B97B3E32-D877-4CE7-8569-DAA33223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9300" y="4725988"/>
              <a:ext cx="168275" cy="49213"/>
            </a:xfrm>
            <a:custGeom>
              <a:avLst/>
              <a:gdLst>
                <a:gd name="T0" fmla="*/ 65 w 65"/>
                <a:gd name="T1" fmla="*/ 10 h 19"/>
                <a:gd name="T2" fmla="*/ 56 w 65"/>
                <a:gd name="T3" fmla="*/ 19 h 19"/>
                <a:gd name="T4" fmla="*/ 10 w 65"/>
                <a:gd name="T5" fmla="*/ 19 h 19"/>
                <a:gd name="T6" fmla="*/ 0 w 65"/>
                <a:gd name="T7" fmla="*/ 10 h 19"/>
                <a:gd name="T8" fmla="*/ 10 w 65"/>
                <a:gd name="T9" fmla="*/ 0 h 19"/>
                <a:gd name="T10" fmla="*/ 56 w 65"/>
                <a:gd name="T11" fmla="*/ 0 h 19"/>
                <a:gd name="T12" fmla="*/ 65 w 65"/>
                <a:gd name="T13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9">
                  <a:moveTo>
                    <a:pt x="65" y="10"/>
                  </a:moveTo>
                  <a:cubicBezTo>
                    <a:pt x="65" y="15"/>
                    <a:pt x="61" y="19"/>
                    <a:pt x="56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5" y="19"/>
                    <a:pt x="0" y="15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1" y="0"/>
                    <a:pt x="65" y="4"/>
                    <a:pt x="65" y="10"/>
                  </a:cubicBezTo>
                  <a:close/>
                </a:path>
              </a:pathLst>
            </a:custGeom>
            <a:solidFill>
              <a:srgbClr val="072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" name="Rectangle 1015">
              <a:extLst>
                <a:ext uri="{FF2B5EF4-FFF2-40B4-BE49-F238E27FC236}">
                  <a16:creationId xmlns:a16="http://schemas.microsoft.com/office/drawing/2014/main" id="{C6E95D8B-0811-465C-B5BA-3F9D637A2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075" y="4005263"/>
              <a:ext cx="3968750" cy="90488"/>
            </a:xfrm>
            <a:prstGeom prst="rect">
              <a:avLst/>
            </a:prstGeom>
            <a:solidFill>
              <a:srgbClr val="0529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5" name="Rectangle 1016">
              <a:extLst>
                <a:ext uri="{FF2B5EF4-FFF2-40B4-BE49-F238E27FC236}">
                  <a16:creationId xmlns:a16="http://schemas.microsoft.com/office/drawing/2014/main" id="{A5576227-3453-44F8-AC7E-BCC8A3FBA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075" y="4005263"/>
              <a:ext cx="3968750" cy="90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6" name="Rectangle 1017">
              <a:extLst>
                <a:ext uri="{FF2B5EF4-FFF2-40B4-BE49-F238E27FC236}">
                  <a16:creationId xmlns:a16="http://schemas.microsoft.com/office/drawing/2014/main" id="{34DBB70C-7572-4492-B79E-67CF00FA3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0775" y="4005263"/>
              <a:ext cx="908050" cy="90488"/>
            </a:xfrm>
            <a:prstGeom prst="rect">
              <a:avLst/>
            </a:prstGeom>
            <a:solidFill>
              <a:srgbClr val="021C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7" name="Rectangle 1018">
              <a:extLst>
                <a:ext uri="{FF2B5EF4-FFF2-40B4-BE49-F238E27FC236}">
                  <a16:creationId xmlns:a16="http://schemas.microsoft.com/office/drawing/2014/main" id="{1558F7FB-DDDE-4C6E-A18B-6C949C4D6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0775" y="4005263"/>
              <a:ext cx="908050" cy="90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8" name="Rectangle 1019">
              <a:extLst>
                <a:ext uri="{FF2B5EF4-FFF2-40B4-BE49-F238E27FC236}">
                  <a16:creationId xmlns:a16="http://schemas.microsoft.com/office/drawing/2014/main" id="{072F4851-C0E8-4FC7-ACD1-88090D620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613" y="4095750"/>
              <a:ext cx="839788" cy="1238250"/>
            </a:xfrm>
            <a:prstGeom prst="rect">
              <a:avLst/>
            </a:prstGeom>
            <a:solidFill>
              <a:srgbClr val="3B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9" name="Rectangle 1020">
              <a:extLst>
                <a:ext uri="{FF2B5EF4-FFF2-40B4-BE49-F238E27FC236}">
                  <a16:creationId xmlns:a16="http://schemas.microsoft.com/office/drawing/2014/main" id="{55F1B80B-EC2A-424F-9C20-04648E97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613" y="4095750"/>
              <a:ext cx="839788" cy="1238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0" name="Freeform 1021">
              <a:extLst>
                <a:ext uri="{FF2B5EF4-FFF2-40B4-BE49-F238E27FC236}">
                  <a16:creationId xmlns:a16="http://schemas.microsoft.com/office/drawing/2014/main" id="{85471EE6-EC4A-45E4-9EBD-7A3FCBCB0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613" y="4095750"/>
              <a:ext cx="839788" cy="293688"/>
            </a:xfrm>
            <a:custGeom>
              <a:avLst/>
              <a:gdLst>
                <a:gd name="T0" fmla="*/ 529 w 529"/>
                <a:gd name="T1" fmla="*/ 0 h 185"/>
                <a:gd name="T2" fmla="*/ 0 w 529"/>
                <a:gd name="T3" fmla="*/ 0 h 185"/>
                <a:gd name="T4" fmla="*/ 0 w 529"/>
                <a:gd name="T5" fmla="*/ 185 h 185"/>
                <a:gd name="T6" fmla="*/ 529 w 529"/>
                <a:gd name="T7" fmla="*/ 92 h 185"/>
                <a:gd name="T8" fmla="*/ 529 w 529"/>
                <a:gd name="T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85">
                  <a:moveTo>
                    <a:pt x="529" y="0"/>
                  </a:moveTo>
                  <a:lnTo>
                    <a:pt x="0" y="0"/>
                  </a:lnTo>
                  <a:lnTo>
                    <a:pt x="0" y="185"/>
                  </a:lnTo>
                  <a:lnTo>
                    <a:pt x="529" y="92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303E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31" name="Freeform 1022">
              <a:extLst>
                <a:ext uri="{FF2B5EF4-FFF2-40B4-BE49-F238E27FC236}">
                  <a16:creationId xmlns:a16="http://schemas.microsoft.com/office/drawing/2014/main" id="{B2443A4B-B820-479F-8B88-E46101EBC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613" y="4095750"/>
              <a:ext cx="839788" cy="293688"/>
            </a:xfrm>
            <a:custGeom>
              <a:avLst/>
              <a:gdLst>
                <a:gd name="T0" fmla="*/ 529 w 529"/>
                <a:gd name="T1" fmla="*/ 0 h 185"/>
                <a:gd name="T2" fmla="*/ 0 w 529"/>
                <a:gd name="T3" fmla="*/ 0 h 185"/>
                <a:gd name="T4" fmla="*/ 0 w 529"/>
                <a:gd name="T5" fmla="*/ 185 h 185"/>
                <a:gd name="T6" fmla="*/ 529 w 529"/>
                <a:gd name="T7" fmla="*/ 92 h 185"/>
                <a:gd name="T8" fmla="*/ 529 w 529"/>
                <a:gd name="T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85">
                  <a:moveTo>
                    <a:pt x="529" y="0"/>
                  </a:moveTo>
                  <a:lnTo>
                    <a:pt x="0" y="0"/>
                  </a:lnTo>
                  <a:lnTo>
                    <a:pt x="0" y="185"/>
                  </a:lnTo>
                  <a:lnTo>
                    <a:pt x="529" y="92"/>
                  </a:lnTo>
                  <a:lnTo>
                    <a:pt x="5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2" name="Rectangle 1023">
              <a:extLst>
                <a:ext uri="{FF2B5EF4-FFF2-40B4-BE49-F238E27FC236}">
                  <a16:creationId xmlns:a16="http://schemas.microsoft.com/office/drawing/2014/main" id="{6B741829-6E3F-474D-B750-2825B778B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613" y="4533900"/>
              <a:ext cx="839788" cy="20638"/>
            </a:xfrm>
            <a:prstGeom prst="rect">
              <a:avLst/>
            </a:prstGeom>
            <a:solidFill>
              <a:srgbClr val="2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3" name="Rectangle 1024">
              <a:extLst>
                <a:ext uri="{FF2B5EF4-FFF2-40B4-BE49-F238E27FC236}">
                  <a16:creationId xmlns:a16="http://schemas.microsoft.com/office/drawing/2014/main" id="{AEAD5178-0606-46D6-9FA5-2ADD701DB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613" y="4973638"/>
              <a:ext cx="839788" cy="20638"/>
            </a:xfrm>
            <a:prstGeom prst="rect">
              <a:avLst/>
            </a:prstGeom>
            <a:solidFill>
              <a:srgbClr val="2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4" name="Rectangle 1025">
              <a:extLst>
                <a:ext uri="{FF2B5EF4-FFF2-40B4-BE49-F238E27FC236}">
                  <a16:creationId xmlns:a16="http://schemas.microsoft.com/office/drawing/2014/main" id="{A87931A6-9238-46E7-8BBC-22C609AFE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095750"/>
              <a:ext cx="234950" cy="1238250"/>
            </a:xfrm>
            <a:prstGeom prst="rect">
              <a:avLst/>
            </a:prstGeom>
            <a:solidFill>
              <a:srgbClr val="2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5" name="Rectangle 1026">
              <a:extLst>
                <a:ext uri="{FF2B5EF4-FFF2-40B4-BE49-F238E27FC236}">
                  <a16:creationId xmlns:a16="http://schemas.microsoft.com/office/drawing/2014/main" id="{71EB25D2-21DD-4043-914C-399FFFAAF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095750"/>
              <a:ext cx="234950" cy="1238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6" name="Rectangle 1027">
              <a:extLst>
                <a:ext uri="{FF2B5EF4-FFF2-40B4-BE49-F238E27FC236}">
                  <a16:creationId xmlns:a16="http://schemas.microsoft.com/office/drawing/2014/main" id="{48EBB3E9-5B66-4D21-BE87-2729F560F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095750"/>
              <a:ext cx="234950" cy="146050"/>
            </a:xfrm>
            <a:prstGeom prst="rect">
              <a:avLst/>
            </a:prstGeom>
            <a:solidFill>
              <a:srgbClr val="263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7" name="Rectangle 1028">
              <a:extLst>
                <a:ext uri="{FF2B5EF4-FFF2-40B4-BE49-F238E27FC236}">
                  <a16:creationId xmlns:a16="http://schemas.microsoft.com/office/drawing/2014/main" id="{F610B6D5-E07D-4105-9D69-AA8937DE8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095750"/>
              <a:ext cx="234950" cy="146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8" name="Rectangle 1029">
              <a:extLst>
                <a:ext uri="{FF2B5EF4-FFF2-40B4-BE49-F238E27FC236}">
                  <a16:creationId xmlns:a16="http://schemas.microsoft.com/office/drawing/2014/main" id="{202A6797-ECA9-4244-B8B4-BCBC07E79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113" y="4095750"/>
              <a:ext cx="73025" cy="1238250"/>
            </a:xfrm>
            <a:prstGeom prst="rect">
              <a:avLst/>
            </a:prstGeom>
            <a:solidFill>
              <a:srgbClr val="47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79" name="Rectangle 1030">
              <a:extLst>
                <a:ext uri="{FF2B5EF4-FFF2-40B4-BE49-F238E27FC236}">
                  <a16:creationId xmlns:a16="http://schemas.microsoft.com/office/drawing/2014/main" id="{DD39F6EB-FE5A-4C9C-B237-9370AAEB7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113" y="4095750"/>
              <a:ext cx="73025" cy="1238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0" name="Rectangle 1031">
              <a:extLst>
                <a:ext uri="{FF2B5EF4-FFF2-40B4-BE49-F238E27FC236}">
                  <a16:creationId xmlns:a16="http://schemas.microsoft.com/office/drawing/2014/main" id="{A0044384-828D-4DC8-932C-C864E0A77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113" y="4095750"/>
              <a:ext cx="73025" cy="196850"/>
            </a:xfrm>
            <a:prstGeom prst="rect">
              <a:avLst/>
            </a:prstGeom>
            <a:solidFill>
              <a:srgbClr val="394A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1" name="Rectangle 1032">
              <a:extLst>
                <a:ext uri="{FF2B5EF4-FFF2-40B4-BE49-F238E27FC236}">
                  <a16:creationId xmlns:a16="http://schemas.microsoft.com/office/drawing/2014/main" id="{F7DFFFF2-C741-4F4C-804E-1D2C3085C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113" y="4095750"/>
              <a:ext cx="73025" cy="19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2" name="Rectangle 1033">
              <a:extLst>
                <a:ext uri="{FF2B5EF4-FFF2-40B4-BE49-F238E27FC236}">
                  <a16:creationId xmlns:a16="http://schemas.microsoft.com/office/drawing/2014/main" id="{B2ED13B2-16F3-4FAC-8124-DFB749242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1138" y="4095750"/>
              <a:ext cx="265113" cy="1238250"/>
            </a:xfrm>
            <a:prstGeom prst="rect">
              <a:avLst/>
            </a:prstGeom>
            <a:solidFill>
              <a:srgbClr val="2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3" name="Rectangle 1034">
              <a:extLst>
                <a:ext uri="{FF2B5EF4-FFF2-40B4-BE49-F238E27FC236}">
                  <a16:creationId xmlns:a16="http://schemas.microsoft.com/office/drawing/2014/main" id="{8C29F227-82D2-4938-8A85-B59072A54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1138" y="4095750"/>
              <a:ext cx="265113" cy="1238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4" name="Rectangle 1035">
              <a:extLst>
                <a:ext uri="{FF2B5EF4-FFF2-40B4-BE49-F238E27FC236}">
                  <a16:creationId xmlns:a16="http://schemas.microsoft.com/office/drawing/2014/main" id="{30DE260B-DF6C-4659-A132-EC7FA9F92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1138" y="4095750"/>
              <a:ext cx="265113" cy="196850"/>
            </a:xfrm>
            <a:prstGeom prst="rect">
              <a:avLst/>
            </a:prstGeom>
            <a:solidFill>
              <a:srgbClr val="263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5" name="Rectangle 1036">
              <a:extLst>
                <a:ext uri="{FF2B5EF4-FFF2-40B4-BE49-F238E27FC236}">
                  <a16:creationId xmlns:a16="http://schemas.microsoft.com/office/drawing/2014/main" id="{4D0EDFB7-098C-4077-A346-11182F546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1138" y="4095750"/>
              <a:ext cx="265113" cy="19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6" name="Rectangle 1037">
              <a:extLst>
                <a:ext uri="{FF2B5EF4-FFF2-40B4-BE49-F238E27FC236}">
                  <a16:creationId xmlns:a16="http://schemas.microsoft.com/office/drawing/2014/main" id="{71BC4B78-C53C-49C2-9D96-5F92762C3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4171950"/>
              <a:ext cx="315913" cy="398463"/>
            </a:xfrm>
            <a:prstGeom prst="rect">
              <a:avLst/>
            </a:prstGeom>
            <a:solidFill>
              <a:srgbClr val="47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7" name="Rectangle 1038">
              <a:extLst>
                <a:ext uri="{FF2B5EF4-FFF2-40B4-BE49-F238E27FC236}">
                  <a16:creationId xmlns:a16="http://schemas.microsoft.com/office/drawing/2014/main" id="{7BB52842-64D8-4664-B8FF-38045EB43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4241800"/>
              <a:ext cx="282575" cy="292100"/>
            </a:xfrm>
            <a:prstGeom prst="rect">
              <a:avLst/>
            </a:prstGeom>
            <a:solidFill>
              <a:srgbClr val="3B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8" name="Rectangle 1039">
              <a:extLst>
                <a:ext uri="{FF2B5EF4-FFF2-40B4-BE49-F238E27FC236}">
                  <a16:creationId xmlns:a16="http://schemas.microsoft.com/office/drawing/2014/main" id="{E2E59406-F6FE-4D9A-A367-0D8370D83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7263" y="4171950"/>
              <a:ext cx="49213" cy="398463"/>
            </a:xfrm>
            <a:prstGeom prst="rect">
              <a:avLst/>
            </a:prstGeom>
            <a:solidFill>
              <a:srgbClr val="5F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89" name="Rectangle 1040">
              <a:extLst>
                <a:ext uri="{FF2B5EF4-FFF2-40B4-BE49-F238E27FC236}">
                  <a16:creationId xmlns:a16="http://schemas.microsoft.com/office/drawing/2014/main" id="{89F87AE1-C176-474F-9FEA-061C7B13F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713" y="4241800"/>
              <a:ext cx="49213" cy="292100"/>
            </a:xfrm>
            <a:prstGeom prst="rect">
              <a:avLst/>
            </a:prstGeom>
            <a:solidFill>
              <a:srgbClr val="2F3F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0" name="Rectangle 1041">
              <a:extLst>
                <a:ext uri="{FF2B5EF4-FFF2-40B4-BE49-F238E27FC236}">
                  <a16:creationId xmlns:a16="http://schemas.microsoft.com/office/drawing/2014/main" id="{BC1315CE-1FED-434C-B328-5AED1C485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2800" y="4121150"/>
              <a:ext cx="46038" cy="120650"/>
            </a:xfrm>
            <a:prstGeom prst="rect">
              <a:avLst/>
            </a:prstGeom>
            <a:solidFill>
              <a:srgbClr val="FFE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1" name="Rectangle 1042">
              <a:extLst>
                <a:ext uri="{FF2B5EF4-FFF2-40B4-BE49-F238E27FC236}">
                  <a16:creationId xmlns:a16="http://schemas.microsoft.com/office/drawing/2014/main" id="{05A09908-294C-46D7-93E9-5CF5E5D98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4121150"/>
              <a:ext cx="171450" cy="120650"/>
            </a:xfrm>
            <a:prstGeom prst="rect">
              <a:avLst/>
            </a:prstGeom>
            <a:solidFill>
              <a:srgbClr val="FF91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2" name="Rectangle 1043">
              <a:extLst>
                <a:ext uri="{FF2B5EF4-FFF2-40B4-BE49-F238E27FC236}">
                  <a16:creationId xmlns:a16="http://schemas.microsoft.com/office/drawing/2014/main" id="{A57E55F0-8891-455D-9353-2D42FEF54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2475" y="4144963"/>
              <a:ext cx="46038" cy="96838"/>
            </a:xfrm>
            <a:prstGeom prst="rect">
              <a:avLst/>
            </a:prstGeom>
            <a:solidFill>
              <a:srgbClr val="0097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3" name="Rectangle 1044">
              <a:extLst>
                <a:ext uri="{FF2B5EF4-FFF2-40B4-BE49-F238E27FC236}">
                  <a16:creationId xmlns:a16="http://schemas.microsoft.com/office/drawing/2014/main" id="{BAE31760-9496-4EF7-AA1D-FF9DCF9FD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4144963"/>
              <a:ext cx="111125" cy="96838"/>
            </a:xfrm>
            <a:prstGeom prst="rect">
              <a:avLst/>
            </a:prstGeom>
            <a:solidFill>
              <a:srgbClr val="007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4" name="Freeform 1045">
              <a:extLst>
                <a:ext uri="{FF2B5EF4-FFF2-40B4-BE49-F238E27FC236}">
                  <a16:creationId xmlns:a16="http://schemas.microsoft.com/office/drawing/2014/main" id="{A27C9C5F-D14F-45B7-9288-A58AAE1ED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5788" y="3255963"/>
              <a:ext cx="792163" cy="627063"/>
            </a:xfrm>
            <a:custGeom>
              <a:avLst/>
              <a:gdLst>
                <a:gd name="T0" fmla="*/ 287 w 305"/>
                <a:gd name="T1" fmla="*/ 0 h 242"/>
                <a:gd name="T2" fmla="*/ 254 w 305"/>
                <a:gd name="T3" fmla="*/ 0 h 242"/>
                <a:gd name="T4" fmla="*/ 52 w 305"/>
                <a:gd name="T5" fmla="*/ 0 h 242"/>
                <a:gd name="T6" fmla="*/ 19 w 305"/>
                <a:gd name="T7" fmla="*/ 0 h 242"/>
                <a:gd name="T8" fmla="*/ 0 w 305"/>
                <a:gd name="T9" fmla="*/ 19 h 242"/>
                <a:gd name="T10" fmla="*/ 0 w 305"/>
                <a:gd name="T11" fmla="*/ 223 h 242"/>
                <a:gd name="T12" fmla="*/ 19 w 305"/>
                <a:gd name="T13" fmla="*/ 242 h 242"/>
                <a:gd name="T14" fmla="*/ 52 w 305"/>
                <a:gd name="T15" fmla="*/ 242 h 242"/>
                <a:gd name="T16" fmla="*/ 254 w 305"/>
                <a:gd name="T17" fmla="*/ 242 h 242"/>
                <a:gd name="T18" fmla="*/ 287 w 305"/>
                <a:gd name="T19" fmla="*/ 242 h 242"/>
                <a:gd name="T20" fmla="*/ 305 w 305"/>
                <a:gd name="T21" fmla="*/ 223 h 242"/>
                <a:gd name="T22" fmla="*/ 305 w 305"/>
                <a:gd name="T23" fmla="*/ 19 h 242"/>
                <a:gd name="T24" fmla="*/ 287 w 305"/>
                <a:gd name="T25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5" h="242">
                  <a:moveTo>
                    <a:pt x="287" y="0"/>
                  </a:moveTo>
                  <a:cubicBezTo>
                    <a:pt x="254" y="0"/>
                    <a:pt x="254" y="0"/>
                    <a:pt x="25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34"/>
                    <a:pt x="9" y="242"/>
                    <a:pt x="19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254" y="242"/>
                    <a:pt x="254" y="242"/>
                    <a:pt x="254" y="242"/>
                  </a:cubicBezTo>
                  <a:cubicBezTo>
                    <a:pt x="287" y="242"/>
                    <a:pt x="287" y="242"/>
                    <a:pt x="287" y="242"/>
                  </a:cubicBezTo>
                  <a:cubicBezTo>
                    <a:pt x="297" y="242"/>
                    <a:pt x="305" y="234"/>
                    <a:pt x="305" y="223"/>
                  </a:cubicBezTo>
                  <a:cubicBezTo>
                    <a:pt x="305" y="19"/>
                    <a:pt x="305" y="19"/>
                    <a:pt x="305" y="19"/>
                  </a:cubicBezTo>
                  <a:cubicBezTo>
                    <a:pt x="305" y="9"/>
                    <a:pt x="297" y="0"/>
                    <a:pt x="287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5" name="Freeform 1046">
              <a:extLst>
                <a:ext uri="{FF2B5EF4-FFF2-40B4-BE49-F238E27FC236}">
                  <a16:creationId xmlns:a16="http://schemas.microsoft.com/office/drawing/2014/main" id="{C541C2DD-32C2-4F04-9906-43F2238FF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4513" y="3255963"/>
              <a:ext cx="792163" cy="627063"/>
            </a:xfrm>
            <a:custGeom>
              <a:avLst/>
              <a:gdLst>
                <a:gd name="T0" fmla="*/ 286 w 305"/>
                <a:gd name="T1" fmla="*/ 0 h 242"/>
                <a:gd name="T2" fmla="*/ 254 w 305"/>
                <a:gd name="T3" fmla="*/ 0 h 242"/>
                <a:gd name="T4" fmla="*/ 51 w 305"/>
                <a:gd name="T5" fmla="*/ 0 h 242"/>
                <a:gd name="T6" fmla="*/ 19 w 305"/>
                <a:gd name="T7" fmla="*/ 0 h 242"/>
                <a:gd name="T8" fmla="*/ 0 w 305"/>
                <a:gd name="T9" fmla="*/ 19 h 242"/>
                <a:gd name="T10" fmla="*/ 0 w 305"/>
                <a:gd name="T11" fmla="*/ 223 h 242"/>
                <a:gd name="T12" fmla="*/ 19 w 305"/>
                <a:gd name="T13" fmla="*/ 242 h 242"/>
                <a:gd name="T14" fmla="*/ 51 w 305"/>
                <a:gd name="T15" fmla="*/ 242 h 242"/>
                <a:gd name="T16" fmla="*/ 254 w 305"/>
                <a:gd name="T17" fmla="*/ 242 h 242"/>
                <a:gd name="T18" fmla="*/ 286 w 305"/>
                <a:gd name="T19" fmla="*/ 242 h 242"/>
                <a:gd name="T20" fmla="*/ 305 w 305"/>
                <a:gd name="T21" fmla="*/ 223 h 242"/>
                <a:gd name="T22" fmla="*/ 305 w 305"/>
                <a:gd name="T23" fmla="*/ 19 h 242"/>
                <a:gd name="T24" fmla="*/ 286 w 305"/>
                <a:gd name="T25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5" h="242">
                  <a:moveTo>
                    <a:pt x="286" y="0"/>
                  </a:moveTo>
                  <a:cubicBezTo>
                    <a:pt x="254" y="0"/>
                    <a:pt x="254" y="0"/>
                    <a:pt x="254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34"/>
                    <a:pt x="8" y="242"/>
                    <a:pt x="19" y="242"/>
                  </a:cubicBezTo>
                  <a:cubicBezTo>
                    <a:pt x="51" y="242"/>
                    <a:pt x="51" y="242"/>
                    <a:pt x="51" y="242"/>
                  </a:cubicBezTo>
                  <a:cubicBezTo>
                    <a:pt x="254" y="242"/>
                    <a:pt x="254" y="242"/>
                    <a:pt x="254" y="242"/>
                  </a:cubicBezTo>
                  <a:cubicBezTo>
                    <a:pt x="286" y="242"/>
                    <a:pt x="286" y="242"/>
                    <a:pt x="286" y="242"/>
                  </a:cubicBezTo>
                  <a:cubicBezTo>
                    <a:pt x="296" y="242"/>
                    <a:pt x="305" y="234"/>
                    <a:pt x="305" y="223"/>
                  </a:cubicBezTo>
                  <a:cubicBezTo>
                    <a:pt x="305" y="19"/>
                    <a:pt x="305" y="19"/>
                    <a:pt x="305" y="19"/>
                  </a:cubicBezTo>
                  <a:cubicBezTo>
                    <a:pt x="305" y="9"/>
                    <a:pt x="296" y="0"/>
                    <a:pt x="286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6" name="Rectangle 1047">
              <a:extLst>
                <a:ext uri="{FF2B5EF4-FFF2-40B4-BE49-F238E27FC236}">
                  <a16:creationId xmlns:a16="http://schemas.microsoft.com/office/drawing/2014/main" id="{1CFB08BE-E90F-4246-9BA7-982C5F5A3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750" y="3625850"/>
              <a:ext cx="76200" cy="327025"/>
            </a:xfrm>
            <a:prstGeom prst="rect">
              <a:avLst/>
            </a:pr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7" name="Rectangle 1048">
              <a:extLst>
                <a:ext uri="{FF2B5EF4-FFF2-40B4-BE49-F238E27FC236}">
                  <a16:creationId xmlns:a16="http://schemas.microsoft.com/office/drawing/2014/main" id="{A6F58B10-9423-4233-BAF7-7D0059C05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4238" y="3625850"/>
              <a:ext cx="88900" cy="327025"/>
            </a:xfrm>
            <a:prstGeom prst="rect">
              <a:avLst/>
            </a:prstGeom>
            <a:solidFill>
              <a:srgbClr val="5959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8" name="Freeform 1049">
              <a:extLst>
                <a:ext uri="{FF2B5EF4-FFF2-40B4-BE49-F238E27FC236}">
                  <a16:creationId xmlns:a16="http://schemas.microsoft.com/office/drawing/2014/main" id="{77F266F9-6C1D-4CAB-A280-8D7E67EA0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2475" y="3952875"/>
              <a:ext cx="438150" cy="52388"/>
            </a:xfrm>
            <a:custGeom>
              <a:avLst/>
              <a:gdLst>
                <a:gd name="T0" fmla="*/ 169 w 169"/>
                <a:gd name="T1" fmla="*/ 20 h 20"/>
                <a:gd name="T2" fmla="*/ 148 w 169"/>
                <a:gd name="T3" fmla="*/ 0 h 20"/>
                <a:gd name="T4" fmla="*/ 22 w 169"/>
                <a:gd name="T5" fmla="*/ 0 h 20"/>
                <a:gd name="T6" fmla="*/ 0 w 169"/>
                <a:gd name="T7" fmla="*/ 20 h 20"/>
                <a:gd name="T8" fmla="*/ 169 w 169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20">
                  <a:moveTo>
                    <a:pt x="169" y="20"/>
                  </a:moveTo>
                  <a:cubicBezTo>
                    <a:pt x="168" y="9"/>
                    <a:pt x="159" y="0"/>
                    <a:pt x="14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1" y="9"/>
                    <a:pt x="0" y="20"/>
                  </a:cubicBezTo>
                  <a:lnTo>
                    <a:pt x="169" y="2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699" name="Freeform 1050">
              <a:extLst>
                <a:ext uri="{FF2B5EF4-FFF2-40B4-BE49-F238E27FC236}">
                  <a16:creationId xmlns:a16="http://schemas.microsoft.com/office/drawing/2014/main" id="{1AA2747A-8CEA-4BE1-8EB9-5E3841FB9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025" y="3952875"/>
              <a:ext cx="441325" cy="52388"/>
            </a:xfrm>
            <a:custGeom>
              <a:avLst/>
              <a:gdLst>
                <a:gd name="T0" fmla="*/ 170 w 170"/>
                <a:gd name="T1" fmla="*/ 20 h 20"/>
                <a:gd name="T2" fmla="*/ 148 w 170"/>
                <a:gd name="T3" fmla="*/ 0 h 20"/>
                <a:gd name="T4" fmla="*/ 22 w 170"/>
                <a:gd name="T5" fmla="*/ 0 h 20"/>
                <a:gd name="T6" fmla="*/ 0 w 170"/>
                <a:gd name="T7" fmla="*/ 20 h 20"/>
                <a:gd name="T8" fmla="*/ 170 w 170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20">
                  <a:moveTo>
                    <a:pt x="170" y="20"/>
                  </a:moveTo>
                  <a:cubicBezTo>
                    <a:pt x="169" y="9"/>
                    <a:pt x="159" y="0"/>
                    <a:pt x="14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1" y="0"/>
                    <a:pt x="1" y="9"/>
                    <a:pt x="0" y="20"/>
                  </a:cubicBezTo>
                  <a:lnTo>
                    <a:pt x="170" y="20"/>
                  </a:lnTo>
                  <a:close/>
                </a:path>
              </a:pathLst>
            </a:custGeom>
            <a:solidFill>
              <a:srgbClr val="63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0" name="Freeform 1051">
              <a:extLst>
                <a:ext uri="{FF2B5EF4-FFF2-40B4-BE49-F238E27FC236}">
                  <a16:creationId xmlns:a16="http://schemas.microsoft.com/office/drawing/2014/main" id="{A9A4445A-75AD-43B0-8222-FBDDB8A71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675" y="3951288"/>
              <a:ext cx="220663" cy="53975"/>
            </a:xfrm>
            <a:custGeom>
              <a:avLst/>
              <a:gdLst>
                <a:gd name="T0" fmla="*/ 85 w 85"/>
                <a:gd name="T1" fmla="*/ 21 h 21"/>
                <a:gd name="T2" fmla="*/ 85 w 85"/>
                <a:gd name="T3" fmla="*/ 19 h 21"/>
                <a:gd name="T4" fmla="*/ 67 w 85"/>
                <a:gd name="T5" fmla="*/ 0 h 21"/>
                <a:gd name="T6" fmla="*/ 19 w 85"/>
                <a:gd name="T7" fmla="*/ 0 h 21"/>
                <a:gd name="T8" fmla="*/ 0 w 85"/>
                <a:gd name="T9" fmla="*/ 19 h 21"/>
                <a:gd name="T10" fmla="*/ 0 w 85"/>
                <a:gd name="T11" fmla="*/ 21 h 21"/>
                <a:gd name="T12" fmla="*/ 85 w 85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85" y="21"/>
                  </a:moveTo>
                  <a:cubicBezTo>
                    <a:pt x="85" y="19"/>
                    <a:pt x="85" y="19"/>
                    <a:pt x="85" y="19"/>
                  </a:cubicBezTo>
                  <a:cubicBezTo>
                    <a:pt x="85" y="9"/>
                    <a:pt x="77" y="0"/>
                    <a:pt x="67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21"/>
                    <a:pt x="0" y="21"/>
                    <a:pt x="0" y="21"/>
                  </a:cubicBezTo>
                  <a:lnTo>
                    <a:pt x="85" y="2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1" name="Freeform 1052">
              <a:extLst>
                <a:ext uri="{FF2B5EF4-FFF2-40B4-BE49-F238E27FC236}">
                  <a16:creationId xmlns:a16="http://schemas.microsoft.com/office/drawing/2014/main" id="{3E259739-DD35-4A8D-9DC0-497E292F8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338" y="3951288"/>
              <a:ext cx="220663" cy="53975"/>
            </a:xfrm>
            <a:custGeom>
              <a:avLst/>
              <a:gdLst>
                <a:gd name="T0" fmla="*/ 85 w 85"/>
                <a:gd name="T1" fmla="*/ 21 h 21"/>
                <a:gd name="T2" fmla="*/ 85 w 85"/>
                <a:gd name="T3" fmla="*/ 19 h 21"/>
                <a:gd name="T4" fmla="*/ 67 w 85"/>
                <a:gd name="T5" fmla="*/ 0 h 21"/>
                <a:gd name="T6" fmla="*/ 19 w 85"/>
                <a:gd name="T7" fmla="*/ 0 h 21"/>
                <a:gd name="T8" fmla="*/ 0 w 85"/>
                <a:gd name="T9" fmla="*/ 19 h 21"/>
                <a:gd name="T10" fmla="*/ 0 w 85"/>
                <a:gd name="T11" fmla="*/ 21 h 21"/>
                <a:gd name="T12" fmla="*/ 85 w 85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21">
                  <a:moveTo>
                    <a:pt x="85" y="21"/>
                  </a:moveTo>
                  <a:cubicBezTo>
                    <a:pt x="85" y="19"/>
                    <a:pt x="85" y="19"/>
                    <a:pt x="85" y="19"/>
                  </a:cubicBezTo>
                  <a:cubicBezTo>
                    <a:pt x="85" y="9"/>
                    <a:pt x="77" y="0"/>
                    <a:pt x="67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21"/>
                    <a:pt x="0" y="21"/>
                    <a:pt x="0" y="21"/>
                  </a:cubicBezTo>
                  <a:lnTo>
                    <a:pt x="85" y="2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702" name="Freeform 1053">
              <a:extLst>
                <a:ext uri="{FF2B5EF4-FFF2-40B4-BE49-F238E27FC236}">
                  <a16:creationId xmlns:a16="http://schemas.microsoft.com/office/drawing/2014/main" id="{57D119F6-DAE8-4F98-9DF7-52EDF06E1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4625" y="3771900"/>
              <a:ext cx="106363" cy="188913"/>
            </a:xfrm>
            <a:custGeom>
              <a:avLst/>
              <a:gdLst>
                <a:gd name="T0" fmla="*/ 4 w 41"/>
                <a:gd name="T1" fmla="*/ 73 h 73"/>
                <a:gd name="T2" fmla="*/ 0 w 41"/>
                <a:gd name="T3" fmla="*/ 73 h 73"/>
                <a:gd name="T4" fmla="*/ 0 w 41"/>
                <a:gd name="T5" fmla="*/ 0 h 73"/>
                <a:gd name="T6" fmla="*/ 4 w 41"/>
                <a:gd name="T7" fmla="*/ 0 h 73"/>
                <a:gd name="T8" fmla="*/ 41 w 41"/>
                <a:gd name="T9" fmla="*/ 36 h 73"/>
                <a:gd name="T10" fmla="*/ 4 w 41"/>
                <a:gd name="T11" fmla="*/ 73 h 73"/>
                <a:gd name="T12" fmla="*/ 9 w 41"/>
                <a:gd name="T13" fmla="*/ 10 h 73"/>
                <a:gd name="T14" fmla="*/ 9 w 41"/>
                <a:gd name="T15" fmla="*/ 63 h 73"/>
                <a:gd name="T16" fmla="*/ 31 w 41"/>
                <a:gd name="T17" fmla="*/ 36 h 73"/>
                <a:gd name="T18" fmla="*/ 9 w 41"/>
                <a:gd name="T19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73">
                  <a:moveTo>
                    <a:pt x="4" y="73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5" y="0"/>
                    <a:pt x="41" y="16"/>
                    <a:pt x="41" y="36"/>
                  </a:cubicBezTo>
                  <a:cubicBezTo>
                    <a:pt x="41" y="57"/>
                    <a:pt x="25" y="73"/>
                    <a:pt x="4" y="73"/>
                  </a:cubicBezTo>
                  <a:moveTo>
                    <a:pt x="9" y="10"/>
                  </a:moveTo>
                  <a:cubicBezTo>
                    <a:pt x="9" y="63"/>
                    <a:pt x="9" y="63"/>
                    <a:pt x="9" y="63"/>
                  </a:cubicBezTo>
                  <a:cubicBezTo>
                    <a:pt x="22" y="61"/>
                    <a:pt x="31" y="50"/>
                    <a:pt x="31" y="36"/>
                  </a:cubicBezTo>
                  <a:cubicBezTo>
                    <a:pt x="31" y="23"/>
                    <a:pt x="22" y="12"/>
                    <a:pt x="9" y="10"/>
                  </a:cubicBezTo>
                </a:path>
              </a:pathLst>
            </a:custGeom>
            <a:solidFill>
              <a:srgbClr val="0365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0" name="Freeform 1054">
              <a:extLst>
                <a:ext uri="{FF2B5EF4-FFF2-40B4-BE49-F238E27FC236}">
                  <a16:creationId xmlns:a16="http://schemas.microsoft.com/office/drawing/2014/main" id="{6E51AB72-A8FB-4BD1-9AFC-8B459842E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2375" y="3727450"/>
              <a:ext cx="247650" cy="277813"/>
            </a:xfrm>
            <a:custGeom>
              <a:avLst/>
              <a:gdLst>
                <a:gd name="T0" fmla="*/ 0 w 96"/>
                <a:gd name="T1" fmla="*/ 0 h 107"/>
                <a:gd name="T2" fmla="*/ 0 w 96"/>
                <a:gd name="T3" fmla="*/ 92 h 107"/>
                <a:gd name="T4" fmla="*/ 19 w 96"/>
                <a:gd name="T5" fmla="*/ 107 h 107"/>
                <a:gd name="T6" fmla="*/ 77 w 96"/>
                <a:gd name="T7" fmla="*/ 107 h 107"/>
                <a:gd name="T8" fmla="*/ 96 w 96"/>
                <a:gd name="T9" fmla="*/ 92 h 107"/>
                <a:gd name="T10" fmla="*/ 96 w 96"/>
                <a:gd name="T11" fmla="*/ 0 h 107"/>
                <a:gd name="T12" fmla="*/ 0 w 96"/>
                <a:gd name="T1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07">
                  <a:moveTo>
                    <a:pt x="0" y="0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8" y="107"/>
                    <a:pt x="19" y="107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88" y="107"/>
                    <a:pt x="96" y="100"/>
                    <a:pt x="96" y="92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365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1" name="Rectangle 1055">
              <a:extLst>
                <a:ext uri="{FF2B5EF4-FFF2-40B4-BE49-F238E27FC236}">
                  <a16:creationId xmlns:a16="http://schemas.microsoft.com/office/drawing/2014/main" id="{DC8CF5DE-8667-4E67-9134-7A00C4E22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29050"/>
              <a:ext cx="176213" cy="7938"/>
            </a:xfrm>
            <a:prstGeom prst="rect">
              <a:avLst/>
            </a:pr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2" name="Rectangle 1056">
              <a:extLst>
                <a:ext uri="{FF2B5EF4-FFF2-40B4-BE49-F238E27FC236}">
                  <a16:creationId xmlns:a16="http://schemas.microsoft.com/office/drawing/2014/main" id="{D2D0B12C-8C24-4513-A901-BE1952A97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29050"/>
              <a:ext cx="176213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3" name="Rectangle 1057">
              <a:extLst>
                <a:ext uri="{FF2B5EF4-FFF2-40B4-BE49-F238E27FC236}">
                  <a16:creationId xmlns:a16="http://schemas.microsoft.com/office/drawing/2014/main" id="{5204E827-F7C3-4159-8150-D6A24356F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46513"/>
              <a:ext cx="176213" cy="4763"/>
            </a:xfrm>
            <a:prstGeom prst="rect">
              <a:avLst/>
            </a:pr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4" name="Rectangle 1058">
              <a:extLst>
                <a:ext uri="{FF2B5EF4-FFF2-40B4-BE49-F238E27FC236}">
                  <a16:creationId xmlns:a16="http://schemas.microsoft.com/office/drawing/2014/main" id="{95B8BA64-7B2B-4ABF-86AE-B97C889C5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46513"/>
              <a:ext cx="176213" cy="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5" name="Rectangle 1059">
              <a:extLst>
                <a:ext uri="{FF2B5EF4-FFF2-40B4-BE49-F238E27FC236}">
                  <a16:creationId xmlns:a16="http://schemas.microsoft.com/office/drawing/2014/main" id="{68DAB90B-FC8E-4B67-B00B-15120638B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62388"/>
              <a:ext cx="176213" cy="7938"/>
            </a:xfrm>
            <a:prstGeom prst="rect">
              <a:avLst/>
            </a:pr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6" name="Rectangle 1060">
              <a:extLst>
                <a:ext uri="{FF2B5EF4-FFF2-40B4-BE49-F238E27FC236}">
                  <a16:creationId xmlns:a16="http://schemas.microsoft.com/office/drawing/2014/main" id="{3AACBBA3-B2F7-4FAF-83A9-5B5B944F5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62388"/>
              <a:ext cx="176213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7" name="Rectangle 1061">
              <a:extLst>
                <a:ext uri="{FF2B5EF4-FFF2-40B4-BE49-F238E27FC236}">
                  <a16:creationId xmlns:a16="http://schemas.microsoft.com/office/drawing/2014/main" id="{D57FC013-02CB-4B79-BC15-2A761B8B1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79850"/>
              <a:ext cx="176213" cy="6350"/>
            </a:xfrm>
            <a:prstGeom prst="rect">
              <a:avLst/>
            </a:pr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8" name="Rectangle 1062">
              <a:extLst>
                <a:ext uri="{FF2B5EF4-FFF2-40B4-BE49-F238E27FC236}">
                  <a16:creationId xmlns:a16="http://schemas.microsoft.com/office/drawing/2014/main" id="{F1E70218-4E66-49D6-8B42-596991C56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79850"/>
              <a:ext cx="176213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89" name="Rectangle 1063">
              <a:extLst>
                <a:ext uri="{FF2B5EF4-FFF2-40B4-BE49-F238E27FC236}">
                  <a16:creationId xmlns:a16="http://schemas.microsoft.com/office/drawing/2014/main" id="{B94C0C6F-5F90-4EAC-8A36-5EDCF81D2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95725"/>
              <a:ext cx="176213" cy="7938"/>
            </a:xfrm>
            <a:prstGeom prst="rect">
              <a:avLst/>
            </a:pr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0" name="Rectangle 1064">
              <a:extLst>
                <a:ext uri="{FF2B5EF4-FFF2-40B4-BE49-F238E27FC236}">
                  <a16:creationId xmlns:a16="http://schemas.microsoft.com/office/drawing/2014/main" id="{21913A87-F4C1-47B0-99DC-2D0D1B392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3" y="3895725"/>
              <a:ext cx="176213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1" name="Freeform 1065">
              <a:extLst>
                <a:ext uri="{FF2B5EF4-FFF2-40B4-BE49-F238E27FC236}">
                  <a16:creationId xmlns:a16="http://schemas.microsoft.com/office/drawing/2014/main" id="{8B1AD4D2-12D4-46B5-9EE2-8FD30AB08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2375" y="3727450"/>
              <a:ext cx="71438" cy="119063"/>
            </a:xfrm>
            <a:custGeom>
              <a:avLst/>
              <a:gdLst>
                <a:gd name="T0" fmla="*/ 45 w 45"/>
                <a:gd name="T1" fmla="*/ 69 h 75"/>
                <a:gd name="T2" fmla="*/ 0 w 45"/>
                <a:gd name="T3" fmla="*/ 69 h 75"/>
                <a:gd name="T4" fmla="*/ 0 w 45"/>
                <a:gd name="T5" fmla="*/ 75 h 75"/>
                <a:gd name="T6" fmla="*/ 45 w 45"/>
                <a:gd name="T7" fmla="*/ 75 h 75"/>
                <a:gd name="T8" fmla="*/ 45 w 45"/>
                <a:gd name="T9" fmla="*/ 69 h 75"/>
                <a:gd name="T10" fmla="*/ 45 w 45"/>
                <a:gd name="T11" fmla="*/ 0 h 75"/>
                <a:gd name="T12" fmla="*/ 0 w 45"/>
                <a:gd name="T13" fmla="*/ 0 h 75"/>
                <a:gd name="T14" fmla="*/ 0 w 45"/>
                <a:gd name="T15" fmla="*/ 64 h 75"/>
                <a:gd name="T16" fmla="*/ 45 w 45"/>
                <a:gd name="T17" fmla="*/ 64 h 75"/>
                <a:gd name="T18" fmla="*/ 45 w 45"/>
                <a:gd name="T1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75">
                  <a:moveTo>
                    <a:pt x="45" y="69"/>
                  </a:moveTo>
                  <a:lnTo>
                    <a:pt x="0" y="69"/>
                  </a:lnTo>
                  <a:lnTo>
                    <a:pt x="0" y="75"/>
                  </a:lnTo>
                  <a:lnTo>
                    <a:pt x="45" y="75"/>
                  </a:lnTo>
                  <a:lnTo>
                    <a:pt x="45" y="69"/>
                  </a:lnTo>
                  <a:close/>
                  <a:moveTo>
                    <a:pt x="45" y="0"/>
                  </a:moveTo>
                  <a:lnTo>
                    <a:pt x="0" y="0"/>
                  </a:lnTo>
                  <a:lnTo>
                    <a:pt x="0" y="64"/>
                  </a:lnTo>
                  <a:lnTo>
                    <a:pt x="45" y="6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4" name="Freeform 1066">
              <a:extLst>
                <a:ext uri="{FF2B5EF4-FFF2-40B4-BE49-F238E27FC236}">
                  <a16:creationId xmlns:a16="http://schemas.microsoft.com/office/drawing/2014/main" id="{A571D34A-783F-45E3-937B-2AE69FE60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2375" y="3727450"/>
              <a:ext cx="71438" cy="119063"/>
            </a:xfrm>
            <a:custGeom>
              <a:avLst/>
              <a:gdLst>
                <a:gd name="T0" fmla="*/ 45 w 45"/>
                <a:gd name="T1" fmla="*/ 69 h 75"/>
                <a:gd name="T2" fmla="*/ 0 w 45"/>
                <a:gd name="T3" fmla="*/ 69 h 75"/>
                <a:gd name="T4" fmla="*/ 0 w 45"/>
                <a:gd name="T5" fmla="*/ 75 h 75"/>
                <a:gd name="T6" fmla="*/ 45 w 45"/>
                <a:gd name="T7" fmla="*/ 75 h 75"/>
                <a:gd name="T8" fmla="*/ 45 w 45"/>
                <a:gd name="T9" fmla="*/ 69 h 75"/>
                <a:gd name="T10" fmla="*/ 45 w 45"/>
                <a:gd name="T11" fmla="*/ 0 h 75"/>
                <a:gd name="T12" fmla="*/ 0 w 45"/>
                <a:gd name="T13" fmla="*/ 0 h 75"/>
                <a:gd name="T14" fmla="*/ 0 w 45"/>
                <a:gd name="T15" fmla="*/ 64 h 75"/>
                <a:gd name="T16" fmla="*/ 45 w 45"/>
                <a:gd name="T17" fmla="*/ 64 h 75"/>
                <a:gd name="T18" fmla="*/ 45 w 45"/>
                <a:gd name="T1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75">
                  <a:moveTo>
                    <a:pt x="45" y="69"/>
                  </a:moveTo>
                  <a:lnTo>
                    <a:pt x="0" y="69"/>
                  </a:lnTo>
                  <a:lnTo>
                    <a:pt x="0" y="75"/>
                  </a:lnTo>
                  <a:lnTo>
                    <a:pt x="45" y="75"/>
                  </a:lnTo>
                  <a:lnTo>
                    <a:pt x="45" y="69"/>
                  </a:lnTo>
                  <a:moveTo>
                    <a:pt x="45" y="0"/>
                  </a:moveTo>
                  <a:lnTo>
                    <a:pt x="0" y="0"/>
                  </a:lnTo>
                  <a:lnTo>
                    <a:pt x="0" y="64"/>
                  </a:lnTo>
                  <a:lnTo>
                    <a:pt x="45" y="64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5" name="Rectangle 1067">
              <a:extLst>
                <a:ext uri="{FF2B5EF4-FFF2-40B4-BE49-F238E27FC236}">
                  <a16:creationId xmlns:a16="http://schemas.microsoft.com/office/drawing/2014/main" id="{7AADBAB7-57AD-4000-97B5-93BC2A01C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29050"/>
              <a:ext cx="71438" cy="7938"/>
            </a:xfrm>
            <a:prstGeom prst="rect">
              <a:avLst/>
            </a:prstGeom>
            <a:solidFill>
              <a:srgbClr val="024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6" name="Rectangle 1068">
              <a:extLst>
                <a:ext uri="{FF2B5EF4-FFF2-40B4-BE49-F238E27FC236}">
                  <a16:creationId xmlns:a16="http://schemas.microsoft.com/office/drawing/2014/main" id="{FD597716-59B2-47B2-8407-FC7E1E09E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29050"/>
              <a:ext cx="71438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7" name="Freeform 1069">
              <a:extLst>
                <a:ext uri="{FF2B5EF4-FFF2-40B4-BE49-F238E27FC236}">
                  <a16:creationId xmlns:a16="http://schemas.microsoft.com/office/drawing/2014/main" id="{64E15661-C761-4DF1-BC54-AF80BFABA6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2375" y="3851275"/>
              <a:ext cx="120650" cy="153988"/>
            </a:xfrm>
            <a:custGeom>
              <a:avLst/>
              <a:gdLst>
                <a:gd name="T0" fmla="*/ 28 w 47"/>
                <a:gd name="T1" fmla="*/ 20 h 59"/>
                <a:gd name="T2" fmla="*/ 0 w 47"/>
                <a:gd name="T3" fmla="*/ 20 h 59"/>
                <a:gd name="T4" fmla="*/ 0 w 47"/>
                <a:gd name="T5" fmla="*/ 44 h 59"/>
                <a:gd name="T6" fmla="*/ 19 w 47"/>
                <a:gd name="T7" fmla="*/ 59 h 59"/>
                <a:gd name="T8" fmla="*/ 47 w 47"/>
                <a:gd name="T9" fmla="*/ 59 h 59"/>
                <a:gd name="T10" fmla="*/ 28 w 47"/>
                <a:gd name="T11" fmla="*/ 44 h 59"/>
                <a:gd name="T12" fmla="*/ 28 w 47"/>
                <a:gd name="T13" fmla="*/ 20 h 59"/>
                <a:gd name="T14" fmla="*/ 28 w 47"/>
                <a:gd name="T15" fmla="*/ 13 h 59"/>
                <a:gd name="T16" fmla="*/ 0 w 47"/>
                <a:gd name="T17" fmla="*/ 13 h 59"/>
                <a:gd name="T18" fmla="*/ 0 w 47"/>
                <a:gd name="T19" fmla="*/ 17 h 59"/>
                <a:gd name="T20" fmla="*/ 28 w 47"/>
                <a:gd name="T21" fmla="*/ 17 h 59"/>
                <a:gd name="T22" fmla="*/ 28 w 47"/>
                <a:gd name="T23" fmla="*/ 13 h 59"/>
                <a:gd name="T24" fmla="*/ 28 w 47"/>
                <a:gd name="T25" fmla="*/ 7 h 59"/>
                <a:gd name="T26" fmla="*/ 0 w 47"/>
                <a:gd name="T27" fmla="*/ 7 h 59"/>
                <a:gd name="T28" fmla="*/ 0 w 47"/>
                <a:gd name="T29" fmla="*/ 11 h 59"/>
                <a:gd name="T30" fmla="*/ 28 w 47"/>
                <a:gd name="T31" fmla="*/ 11 h 59"/>
                <a:gd name="T32" fmla="*/ 28 w 47"/>
                <a:gd name="T33" fmla="*/ 7 h 59"/>
                <a:gd name="T34" fmla="*/ 28 w 47"/>
                <a:gd name="T35" fmla="*/ 0 h 59"/>
                <a:gd name="T36" fmla="*/ 0 w 47"/>
                <a:gd name="T37" fmla="*/ 0 h 59"/>
                <a:gd name="T38" fmla="*/ 0 w 47"/>
                <a:gd name="T39" fmla="*/ 4 h 59"/>
                <a:gd name="T40" fmla="*/ 28 w 47"/>
                <a:gd name="T41" fmla="*/ 4 h 59"/>
                <a:gd name="T42" fmla="*/ 28 w 47"/>
                <a:gd name="T43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" h="59">
                  <a:moveTo>
                    <a:pt x="28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8" y="59"/>
                    <a:pt x="19" y="59"/>
                  </a:cubicBezTo>
                  <a:cubicBezTo>
                    <a:pt x="47" y="59"/>
                    <a:pt x="47" y="59"/>
                    <a:pt x="47" y="59"/>
                  </a:cubicBezTo>
                  <a:cubicBezTo>
                    <a:pt x="36" y="59"/>
                    <a:pt x="28" y="52"/>
                    <a:pt x="28" y="44"/>
                  </a:cubicBezTo>
                  <a:cubicBezTo>
                    <a:pt x="28" y="20"/>
                    <a:pt x="28" y="20"/>
                    <a:pt x="28" y="20"/>
                  </a:cubicBezTo>
                  <a:moveTo>
                    <a:pt x="28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3"/>
                    <a:pt x="28" y="13"/>
                    <a:pt x="28" y="13"/>
                  </a:cubicBezTo>
                  <a:moveTo>
                    <a:pt x="28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7"/>
                    <a:pt x="28" y="7"/>
                    <a:pt x="28" y="7"/>
                  </a:cubicBezTo>
                  <a:moveTo>
                    <a:pt x="2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8" name="Rectangle 1070">
              <a:extLst>
                <a:ext uri="{FF2B5EF4-FFF2-40B4-BE49-F238E27FC236}">
                  <a16:creationId xmlns:a16="http://schemas.microsoft.com/office/drawing/2014/main" id="{0F30D25A-2B01-4E01-AEF8-9EADF8F5C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46513"/>
              <a:ext cx="71438" cy="4763"/>
            </a:xfrm>
            <a:prstGeom prst="rect">
              <a:avLst/>
            </a:prstGeom>
            <a:solidFill>
              <a:srgbClr val="024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499" name="Rectangle 1071">
              <a:extLst>
                <a:ext uri="{FF2B5EF4-FFF2-40B4-BE49-F238E27FC236}">
                  <a16:creationId xmlns:a16="http://schemas.microsoft.com/office/drawing/2014/main" id="{C418464D-D7FC-4A2A-A299-A70DBDADA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46513"/>
              <a:ext cx="71438" cy="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0" name="Rectangle 1072">
              <a:extLst>
                <a:ext uri="{FF2B5EF4-FFF2-40B4-BE49-F238E27FC236}">
                  <a16:creationId xmlns:a16="http://schemas.microsoft.com/office/drawing/2014/main" id="{53DDF460-FA02-4CE9-A0AB-E8BF05042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62388"/>
              <a:ext cx="71438" cy="7938"/>
            </a:xfrm>
            <a:prstGeom prst="rect">
              <a:avLst/>
            </a:prstGeom>
            <a:solidFill>
              <a:srgbClr val="024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1" name="Rectangle 1073">
              <a:extLst>
                <a:ext uri="{FF2B5EF4-FFF2-40B4-BE49-F238E27FC236}">
                  <a16:creationId xmlns:a16="http://schemas.microsoft.com/office/drawing/2014/main" id="{C7C4D6C5-9BAA-48E2-A4B8-9CB7D5B61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62388"/>
              <a:ext cx="71438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2" name="Rectangle 1074">
              <a:extLst>
                <a:ext uri="{FF2B5EF4-FFF2-40B4-BE49-F238E27FC236}">
                  <a16:creationId xmlns:a16="http://schemas.microsoft.com/office/drawing/2014/main" id="{FAF8B6EC-3F25-44B2-BBDE-3CDD5CA7E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79850"/>
              <a:ext cx="71438" cy="6350"/>
            </a:xfrm>
            <a:prstGeom prst="rect">
              <a:avLst/>
            </a:prstGeom>
            <a:solidFill>
              <a:srgbClr val="024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3" name="Rectangle 1075">
              <a:extLst>
                <a:ext uri="{FF2B5EF4-FFF2-40B4-BE49-F238E27FC236}">
                  <a16:creationId xmlns:a16="http://schemas.microsoft.com/office/drawing/2014/main" id="{D4853486-9927-4D95-8D6A-81112085F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79850"/>
              <a:ext cx="71438" cy="6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4" name="Rectangle 1076">
              <a:extLst>
                <a:ext uri="{FF2B5EF4-FFF2-40B4-BE49-F238E27FC236}">
                  <a16:creationId xmlns:a16="http://schemas.microsoft.com/office/drawing/2014/main" id="{AA817442-7311-43C2-B3CE-CBE8600F4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95725"/>
              <a:ext cx="71438" cy="7938"/>
            </a:xfrm>
            <a:prstGeom prst="rect">
              <a:avLst/>
            </a:prstGeom>
            <a:solidFill>
              <a:srgbClr val="024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5" name="Rectangle 1077">
              <a:extLst>
                <a:ext uri="{FF2B5EF4-FFF2-40B4-BE49-F238E27FC236}">
                  <a16:creationId xmlns:a16="http://schemas.microsoft.com/office/drawing/2014/main" id="{098791FE-4744-4840-9ECB-488241E06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895725"/>
              <a:ext cx="71438" cy="7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8" name="Freeform 1080">
              <a:extLst>
                <a:ext uri="{FF2B5EF4-FFF2-40B4-BE49-F238E27FC236}">
                  <a16:creationId xmlns:a16="http://schemas.microsoft.com/office/drawing/2014/main" id="{5368D193-CB83-4BAE-BE50-C9DB98318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0025" y="3927475"/>
              <a:ext cx="22225" cy="7938"/>
            </a:xfrm>
            <a:custGeom>
              <a:avLst/>
              <a:gdLst>
                <a:gd name="T0" fmla="*/ 8 w 8"/>
                <a:gd name="T1" fmla="*/ 0 h 3"/>
                <a:gd name="T2" fmla="*/ 0 w 8"/>
                <a:gd name="T3" fmla="*/ 3 h 3"/>
                <a:gd name="T4" fmla="*/ 0 w 8"/>
                <a:gd name="T5" fmla="*/ 3 h 3"/>
                <a:gd name="T6" fmla="*/ 8 w 8"/>
                <a:gd name="T7" fmla="*/ 0 h 3"/>
                <a:gd name="T8" fmla="*/ 8 w 8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cubicBezTo>
                    <a:pt x="5" y="1"/>
                    <a:pt x="3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2"/>
                    <a:pt x="5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9AA6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509" name="Freeform 1081">
              <a:extLst>
                <a:ext uri="{FF2B5EF4-FFF2-40B4-BE49-F238E27FC236}">
                  <a16:creationId xmlns:a16="http://schemas.microsoft.com/office/drawing/2014/main" id="{F768E290-4038-4576-93F5-D1B7607C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0025" y="3927475"/>
              <a:ext cx="22225" cy="30163"/>
            </a:xfrm>
            <a:custGeom>
              <a:avLst/>
              <a:gdLst>
                <a:gd name="T0" fmla="*/ 8 w 8"/>
                <a:gd name="T1" fmla="*/ 0 h 12"/>
                <a:gd name="T2" fmla="*/ 0 w 8"/>
                <a:gd name="T3" fmla="*/ 3 h 12"/>
                <a:gd name="T4" fmla="*/ 0 w 8"/>
                <a:gd name="T5" fmla="*/ 12 h 12"/>
                <a:gd name="T6" fmla="*/ 8 w 8"/>
                <a:gd name="T7" fmla="*/ 10 h 12"/>
                <a:gd name="T8" fmla="*/ 8 w 8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2">
                  <a:moveTo>
                    <a:pt x="8" y="0"/>
                  </a:moveTo>
                  <a:cubicBezTo>
                    <a:pt x="5" y="1"/>
                    <a:pt x="3" y="2"/>
                    <a:pt x="0" y="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12"/>
                    <a:pt x="5" y="11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025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1871" name="Group 1870">
            <a:extLst>
              <a:ext uri="{FF2B5EF4-FFF2-40B4-BE49-F238E27FC236}">
                <a16:creationId xmlns:a16="http://schemas.microsoft.com/office/drawing/2014/main" id="{58640C4E-2E68-4959-9390-D579F35B8530}"/>
              </a:ext>
            </a:extLst>
          </p:cNvPr>
          <p:cNvGrpSpPr/>
          <p:nvPr/>
        </p:nvGrpSpPr>
        <p:grpSpPr>
          <a:xfrm>
            <a:off x="6426975" y="773539"/>
            <a:ext cx="2466976" cy="1879599"/>
            <a:chOff x="3535046" y="1362075"/>
            <a:chExt cx="2466976" cy="1879599"/>
          </a:xfrm>
        </p:grpSpPr>
        <p:sp>
          <p:nvSpPr>
            <p:cNvPr id="1874" name="Rectangle 33">
              <a:extLst>
                <a:ext uri="{FF2B5EF4-FFF2-40B4-BE49-F238E27FC236}">
                  <a16:creationId xmlns:a16="http://schemas.microsoft.com/office/drawing/2014/main" id="{81F04635-AE5C-4D4E-95AE-C977E4A7A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6746" y="3230562"/>
              <a:ext cx="4763" cy="11112"/>
            </a:xfrm>
            <a:prstGeom prst="rect">
              <a:avLst/>
            </a:prstGeom>
            <a:solidFill>
              <a:srgbClr val="2C9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5" name="Rectangle 34">
              <a:extLst>
                <a:ext uri="{FF2B5EF4-FFF2-40B4-BE49-F238E27FC236}">
                  <a16:creationId xmlns:a16="http://schemas.microsoft.com/office/drawing/2014/main" id="{4A37D9CF-B7A5-487C-80C9-51FD0799E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6746" y="3230562"/>
              <a:ext cx="4763" cy="11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6" name="Rectangle 35">
              <a:extLst>
                <a:ext uri="{FF2B5EF4-FFF2-40B4-BE49-F238E27FC236}">
                  <a16:creationId xmlns:a16="http://schemas.microsoft.com/office/drawing/2014/main" id="{6204B4F7-4061-4BDE-9DA8-439A73577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796" y="1393825"/>
              <a:ext cx="2390775" cy="1806575"/>
            </a:xfrm>
            <a:prstGeom prst="rect">
              <a:avLst/>
            </a:prstGeom>
            <a:solidFill>
              <a:srgbClr val="8ADA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7" name="Rectangle 36">
              <a:extLst>
                <a:ext uri="{FF2B5EF4-FFF2-40B4-BE49-F238E27FC236}">
                  <a16:creationId xmlns:a16="http://schemas.microsoft.com/office/drawing/2014/main" id="{D4F8895C-F7D3-46CA-B442-919BF74DF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796" y="1393825"/>
              <a:ext cx="2390775" cy="180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8" name="Rectangle 37">
              <a:extLst>
                <a:ext uri="{FF2B5EF4-FFF2-40B4-BE49-F238E27FC236}">
                  <a16:creationId xmlns:a16="http://schemas.microsoft.com/office/drawing/2014/main" id="{43CE9006-1381-48EA-B9AC-8511B45B5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884" y="2297112"/>
              <a:ext cx="212725" cy="903287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9" name="Rectangle 38">
              <a:extLst>
                <a:ext uri="{FF2B5EF4-FFF2-40B4-BE49-F238E27FC236}">
                  <a16:creationId xmlns:a16="http://schemas.microsoft.com/office/drawing/2014/main" id="{349B4C1B-D7C5-47AE-AFF4-ECC9604F9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884" y="2297112"/>
              <a:ext cx="212725" cy="903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0" name="Rectangle 39">
              <a:extLst>
                <a:ext uri="{FF2B5EF4-FFF2-40B4-BE49-F238E27FC236}">
                  <a16:creationId xmlns:a16="http://schemas.microsoft.com/office/drawing/2014/main" id="{121A7421-605E-464E-B312-151305F32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646" y="2297112"/>
              <a:ext cx="212725" cy="903287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1" name="Rectangle 40">
              <a:extLst>
                <a:ext uri="{FF2B5EF4-FFF2-40B4-BE49-F238E27FC236}">
                  <a16:creationId xmlns:a16="http://schemas.microsoft.com/office/drawing/2014/main" id="{FEA02C7B-4733-4C65-B1E3-B7E36A8E8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0646" y="2297112"/>
              <a:ext cx="212725" cy="903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2" name="Rectangle 41">
              <a:extLst>
                <a:ext uri="{FF2B5EF4-FFF2-40B4-BE49-F238E27FC236}">
                  <a16:creationId xmlns:a16="http://schemas.microsoft.com/office/drawing/2014/main" id="{8B837291-32E2-4E24-B9E0-D94D7F7E2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246" y="2120900"/>
              <a:ext cx="212725" cy="1079500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3" name="Rectangle 42">
              <a:extLst>
                <a:ext uri="{FF2B5EF4-FFF2-40B4-BE49-F238E27FC236}">
                  <a16:creationId xmlns:a16="http://schemas.microsoft.com/office/drawing/2014/main" id="{B5F18B62-D4EF-417A-88DC-4D0EB5243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246" y="2120900"/>
              <a:ext cx="212725" cy="107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4" name="Freeform 43">
              <a:extLst>
                <a:ext uri="{FF2B5EF4-FFF2-40B4-BE49-F238E27FC236}">
                  <a16:creationId xmlns:a16="http://schemas.microsoft.com/office/drawing/2014/main" id="{E5A0AEB0-676C-4460-A39D-7DF88F368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068512"/>
              <a:ext cx="269875" cy="1131887"/>
            </a:xfrm>
            <a:custGeom>
              <a:avLst/>
              <a:gdLst>
                <a:gd name="T0" fmla="*/ 170 w 170"/>
                <a:gd name="T1" fmla="*/ 713 h 713"/>
                <a:gd name="T2" fmla="*/ 0 w 170"/>
                <a:gd name="T3" fmla="*/ 713 h 713"/>
                <a:gd name="T4" fmla="*/ 0 w 170"/>
                <a:gd name="T5" fmla="*/ 0 h 713"/>
                <a:gd name="T6" fmla="*/ 170 w 170"/>
                <a:gd name="T7" fmla="*/ 144 h 713"/>
                <a:gd name="T8" fmla="*/ 170 w 170"/>
                <a:gd name="T9" fmla="*/ 713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713">
                  <a:moveTo>
                    <a:pt x="170" y="713"/>
                  </a:moveTo>
                  <a:lnTo>
                    <a:pt x="0" y="713"/>
                  </a:lnTo>
                  <a:lnTo>
                    <a:pt x="0" y="0"/>
                  </a:lnTo>
                  <a:lnTo>
                    <a:pt x="170" y="144"/>
                  </a:lnTo>
                  <a:lnTo>
                    <a:pt x="170" y="713"/>
                  </a:lnTo>
                  <a:close/>
                </a:path>
              </a:pathLst>
            </a:cu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5" name="Freeform 44">
              <a:extLst>
                <a:ext uri="{FF2B5EF4-FFF2-40B4-BE49-F238E27FC236}">
                  <a16:creationId xmlns:a16="http://schemas.microsoft.com/office/drawing/2014/main" id="{3CA400D1-BF01-492B-A73B-1E3F840E9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068512"/>
              <a:ext cx="269875" cy="1131887"/>
            </a:xfrm>
            <a:custGeom>
              <a:avLst/>
              <a:gdLst>
                <a:gd name="T0" fmla="*/ 170 w 170"/>
                <a:gd name="T1" fmla="*/ 713 h 713"/>
                <a:gd name="T2" fmla="*/ 0 w 170"/>
                <a:gd name="T3" fmla="*/ 713 h 713"/>
                <a:gd name="T4" fmla="*/ 0 w 170"/>
                <a:gd name="T5" fmla="*/ 0 h 713"/>
                <a:gd name="T6" fmla="*/ 170 w 170"/>
                <a:gd name="T7" fmla="*/ 144 h 713"/>
                <a:gd name="T8" fmla="*/ 170 w 170"/>
                <a:gd name="T9" fmla="*/ 713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713">
                  <a:moveTo>
                    <a:pt x="170" y="713"/>
                  </a:moveTo>
                  <a:lnTo>
                    <a:pt x="0" y="713"/>
                  </a:lnTo>
                  <a:lnTo>
                    <a:pt x="0" y="0"/>
                  </a:lnTo>
                  <a:lnTo>
                    <a:pt x="170" y="144"/>
                  </a:lnTo>
                  <a:lnTo>
                    <a:pt x="170" y="7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6" name="Rectangle 45">
              <a:extLst>
                <a:ext uri="{FF2B5EF4-FFF2-40B4-BE49-F238E27FC236}">
                  <a16:creationId xmlns:a16="http://schemas.microsoft.com/office/drawing/2014/main" id="{8A0C21CA-E3E0-43B1-AB2C-16EFA8670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496" y="1778000"/>
              <a:ext cx="127000" cy="1422400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7" name="Rectangle 46">
              <a:extLst>
                <a:ext uri="{FF2B5EF4-FFF2-40B4-BE49-F238E27FC236}">
                  <a16:creationId xmlns:a16="http://schemas.microsoft.com/office/drawing/2014/main" id="{268D3046-4408-41A6-BB2A-3A79B3C59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496" y="1778000"/>
              <a:ext cx="127000" cy="142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8" name="Rectangle 47">
              <a:extLst>
                <a:ext uri="{FF2B5EF4-FFF2-40B4-BE49-F238E27FC236}">
                  <a16:creationId xmlns:a16="http://schemas.microsoft.com/office/drawing/2014/main" id="{03E0B9A4-F1EB-4956-8E33-B4DBC9AA0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246" y="2857500"/>
              <a:ext cx="477838" cy="342900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89" name="Rectangle 48">
              <a:extLst>
                <a:ext uri="{FF2B5EF4-FFF2-40B4-BE49-F238E27FC236}">
                  <a16:creationId xmlns:a16="http://schemas.microsoft.com/office/drawing/2014/main" id="{0590AB81-F473-4B72-8E76-D3724D49A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246" y="2857500"/>
              <a:ext cx="477838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0" name="Rectangle 49">
              <a:extLst>
                <a:ext uri="{FF2B5EF4-FFF2-40B4-BE49-F238E27FC236}">
                  <a16:creationId xmlns:a16="http://schemas.microsoft.com/office/drawing/2014/main" id="{C38DC1C3-8BF6-4190-9413-F39F5AA61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8859" y="2514600"/>
              <a:ext cx="477838" cy="685800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1" name="Rectangle 50">
              <a:extLst>
                <a:ext uri="{FF2B5EF4-FFF2-40B4-BE49-F238E27FC236}">
                  <a16:creationId xmlns:a16="http://schemas.microsoft.com/office/drawing/2014/main" id="{C7741DF1-AF65-4676-9ED5-4BFBDDE4B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8859" y="2514600"/>
              <a:ext cx="477838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2" name="Rectangle 51">
              <a:extLst>
                <a:ext uri="{FF2B5EF4-FFF2-40B4-BE49-F238E27FC236}">
                  <a16:creationId xmlns:a16="http://schemas.microsoft.com/office/drawing/2014/main" id="{C4F2D918-1632-4DAA-AA9D-6D25169EC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921" y="2297112"/>
              <a:ext cx="212725" cy="903287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3" name="Rectangle 52">
              <a:extLst>
                <a:ext uri="{FF2B5EF4-FFF2-40B4-BE49-F238E27FC236}">
                  <a16:creationId xmlns:a16="http://schemas.microsoft.com/office/drawing/2014/main" id="{621FA654-7181-4DFF-8A9F-78F6093E9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921" y="2297112"/>
              <a:ext cx="212725" cy="903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4" name="Rectangle 53">
              <a:extLst>
                <a:ext uri="{FF2B5EF4-FFF2-40B4-BE49-F238E27FC236}">
                  <a16:creationId xmlns:a16="http://schemas.microsoft.com/office/drawing/2014/main" id="{A0281B38-3A52-4EF2-B766-55872B852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1071" y="1995487"/>
              <a:ext cx="98425" cy="1204912"/>
            </a:xfrm>
            <a:prstGeom prst="rect">
              <a:avLst/>
            </a:prstGeom>
            <a:solidFill>
              <a:srgbClr val="61AA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5" name="Rectangle 54">
              <a:extLst>
                <a:ext uri="{FF2B5EF4-FFF2-40B4-BE49-F238E27FC236}">
                  <a16:creationId xmlns:a16="http://schemas.microsoft.com/office/drawing/2014/main" id="{B63EC048-DF98-46E1-973A-9B4115AFB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1071" y="1995487"/>
              <a:ext cx="98425" cy="1204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6" name="Freeform 55">
              <a:extLst>
                <a:ext uri="{FF2B5EF4-FFF2-40B4-BE49-F238E27FC236}">
                  <a16:creationId xmlns:a16="http://schemas.microsoft.com/office/drawing/2014/main" id="{A710C65B-DAED-46AC-AC6C-C2463C0A7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046" y="1362075"/>
              <a:ext cx="2454275" cy="1868487"/>
            </a:xfrm>
            <a:custGeom>
              <a:avLst/>
              <a:gdLst>
                <a:gd name="T0" fmla="*/ 1526 w 1546"/>
                <a:gd name="T1" fmla="*/ 1158 h 1177"/>
                <a:gd name="T2" fmla="*/ 1526 w 1546"/>
                <a:gd name="T3" fmla="*/ 1138 h 1177"/>
                <a:gd name="T4" fmla="*/ 40 w 1546"/>
                <a:gd name="T5" fmla="*/ 1138 h 1177"/>
                <a:gd name="T6" fmla="*/ 40 w 1546"/>
                <a:gd name="T7" fmla="*/ 40 h 1177"/>
                <a:gd name="T8" fmla="*/ 1507 w 1546"/>
                <a:gd name="T9" fmla="*/ 40 h 1177"/>
                <a:gd name="T10" fmla="*/ 1507 w 1546"/>
                <a:gd name="T11" fmla="*/ 1158 h 1177"/>
                <a:gd name="T12" fmla="*/ 1526 w 1546"/>
                <a:gd name="T13" fmla="*/ 1158 h 1177"/>
                <a:gd name="T14" fmla="*/ 1526 w 1546"/>
                <a:gd name="T15" fmla="*/ 1138 h 1177"/>
                <a:gd name="T16" fmla="*/ 1526 w 1546"/>
                <a:gd name="T17" fmla="*/ 1158 h 1177"/>
                <a:gd name="T18" fmla="*/ 1546 w 1546"/>
                <a:gd name="T19" fmla="*/ 1158 h 1177"/>
                <a:gd name="T20" fmla="*/ 1546 w 1546"/>
                <a:gd name="T21" fmla="*/ 0 h 1177"/>
                <a:gd name="T22" fmla="*/ 0 w 1546"/>
                <a:gd name="T23" fmla="*/ 0 h 1177"/>
                <a:gd name="T24" fmla="*/ 0 w 1546"/>
                <a:gd name="T25" fmla="*/ 1177 h 1177"/>
                <a:gd name="T26" fmla="*/ 1546 w 1546"/>
                <a:gd name="T27" fmla="*/ 1177 h 1177"/>
                <a:gd name="T28" fmla="*/ 1546 w 1546"/>
                <a:gd name="T29" fmla="*/ 1158 h 1177"/>
                <a:gd name="T30" fmla="*/ 1526 w 1546"/>
                <a:gd name="T31" fmla="*/ 1158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46" h="1177">
                  <a:moveTo>
                    <a:pt x="1526" y="1158"/>
                  </a:moveTo>
                  <a:lnTo>
                    <a:pt x="1526" y="1138"/>
                  </a:lnTo>
                  <a:lnTo>
                    <a:pt x="40" y="1138"/>
                  </a:lnTo>
                  <a:lnTo>
                    <a:pt x="40" y="40"/>
                  </a:lnTo>
                  <a:lnTo>
                    <a:pt x="1507" y="40"/>
                  </a:lnTo>
                  <a:lnTo>
                    <a:pt x="1507" y="1158"/>
                  </a:lnTo>
                  <a:lnTo>
                    <a:pt x="1526" y="1158"/>
                  </a:lnTo>
                  <a:lnTo>
                    <a:pt x="1526" y="1138"/>
                  </a:lnTo>
                  <a:lnTo>
                    <a:pt x="1526" y="1158"/>
                  </a:lnTo>
                  <a:lnTo>
                    <a:pt x="1546" y="1158"/>
                  </a:lnTo>
                  <a:lnTo>
                    <a:pt x="1546" y="0"/>
                  </a:lnTo>
                  <a:lnTo>
                    <a:pt x="0" y="0"/>
                  </a:lnTo>
                  <a:lnTo>
                    <a:pt x="0" y="1177"/>
                  </a:lnTo>
                  <a:lnTo>
                    <a:pt x="1546" y="1177"/>
                  </a:lnTo>
                  <a:lnTo>
                    <a:pt x="1546" y="1158"/>
                  </a:lnTo>
                  <a:lnTo>
                    <a:pt x="1526" y="11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7" name="Freeform 56">
              <a:extLst>
                <a:ext uri="{FF2B5EF4-FFF2-40B4-BE49-F238E27FC236}">
                  <a16:creationId xmlns:a16="http://schemas.microsoft.com/office/drawing/2014/main" id="{D54B89B3-2DF6-4271-A574-F6E54A401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046" y="1362075"/>
              <a:ext cx="2454275" cy="1868487"/>
            </a:xfrm>
            <a:custGeom>
              <a:avLst/>
              <a:gdLst>
                <a:gd name="T0" fmla="*/ 1526 w 1546"/>
                <a:gd name="T1" fmla="*/ 1158 h 1177"/>
                <a:gd name="T2" fmla="*/ 1526 w 1546"/>
                <a:gd name="T3" fmla="*/ 1138 h 1177"/>
                <a:gd name="T4" fmla="*/ 40 w 1546"/>
                <a:gd name="T5" fmla="*/ 1138 h 1177"/>
                <a:gd name="T6" fmla="*/ 40 w 1546"/>
                <a:gd name="T7" fmla="*/ 40 h 1177"/>
                <a:gd name="T8" fmla="*/ 1507 w 1546"/>
                <a:gd name="T9" fmla="*/ 40 h 1177"/>
                <a:gd name="T10" fmla="*/ 1507 w 1546"/>
                <a:gd name="T11" fmla="*/ 1158 h 1177"/>
                <a:gd name="T12" fmla="*/ 1526 w 1546"/>
                <a:gd name="T13" fmla="*/ 1158 h 1177"/>
                <a:gd name="T14" fmla="*/ 1526 w 1546"/>
                <a:gd name="T15" fmla="*/ 1138 h 1177"/>
                <a:gd name="T16" fmla="*/ 1526 w 1546"/>
                <a:gd name="T17" fmla="*/ 1158 h 1177"/>
                <a:gd name="T18" fmla="*/ 1546 w 1546"/>
                <a:gd name="T19" fmla="*/ 1158 h 1177"/>
                <a:gd name="T20" fmla="*/ 1546 w 1546"/>
                <a:gd name="T21" fmla="*/ 0 h 1177"/>
                <a:gd name="T22" fmla="*/ 0 w 1546"/>
                <a:gd name="T23" fmla="*/ 0 h 1177"/>
                <a:gd name="T24" fmla="*/ 0 w 1546"/>
                <a:gd name="T25" fmla="*/ 1177 h 1177"/>
                <a:gd name="T26" fmla="*/ 1546 w 1546"/>
                <a:gd name="T27" fmla="*/ 1177 h 1177"/>
                <a:gd name="T28" fmla="*/ 1546 w 1546"/>
                <a:gd name="T29" fmla="*/ 1158 h 1177"/>
                <a:gd name="T30" fmla="*/ 1526 w 1546"/>
                <a:gd name="T31" fmla="*/ 1158 h 1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46" h="1177">
                  <a:moveTo>
                    <a:pt x="1526" y="1158"/>
                  </a:moveTo>
                  <a:lnTo>
                    <a:pt x="1526" y="1138"/>
                  </a:lnTo>
                  <a:lnTo>
                    <a:pt x="40" y="1138"/>
                  </a:lnTo>
                  <a:lnTo>
                    <a:pt x="40" y="40"/>
                  </a:lnTo>
                  <a:lnTo>
                    <a:pt x="1507" y="40"/>
                  </a:lnTo>
                  <a:lnTo>
                    <a:pt x="1507" y="1158"/>
                  </a:lnTo>
                  <a:lnTo>
                    <a:pt x="1526" y="1158"/>
                  </a:lnTo>
                  <a:lnTo>
                    <a:pt x="1526" y="1138"/>
                  </a:lnTo>
                  <a:lnTo>
                    <a:pt x="1526" y="1158"/>
                  </a:lnTo>
                  <a:lnTo>
                    <a:pt x="1546" y="1158"/>
                  </a:lnTo>
                  <a:lnTo>
                    <a:pt x="1546" y="0"/>
                  </a:lnTo>
                  <a:lnTo>
                    <a:pt x="0" y="0"/>
                  </a:lnTo>
                  <a:lnTo>
                    <a:pt x="0" y="1177"/>
                  </a:lnTo>
                  <a:lnTo>
                    <a:pt x="1546" y="1177"/>
                  </a:lnTo>
                  <a:lnTo>
                    <a:pt x="1546" y="1158"/>
                  </a:lnTo>
                  <a:lnTo>
                    <a:pt x="1526" y="11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8" name="Freeform 57">
              <a:extLst>
                <a:ext uri="{FF2B5EF4-FFF2-40B4-BE49-F238E27FC236}">
                  <a16:creationId xmlns:a16="http://schemas.microsoft.com/office/drawing/2014/main" id="{3174E399-52E6-4F37-8CC5-93FC33A5F3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1425575"/>
              <a:ext cx="1401763" cy="1406525"/>
            </a:xfrm>
            <a:custGeom>
              <a:avLst/>
              <a:gdLst>
                <a:gd name="T0" fmla="*/ 20 w 540"/>
                <a:gd name="T1" fmla="*/ 481 h 542"/>
                <a:gd name="T2" fmla="*/ 6 w 540"/>
                <a:gd name="T3" fmla="*/ 481 h 542"/>
                <a:gd name="T4" fmla="*/ 0 w 540"/>
                <a:gd name="T5" fmla="*/ 488 h 542"/>
                <a:gd name="T6" fmla="*/ 0 w 540"/>
                <a:gd name="T7" fmla="*/ 542 h 542"/>
                <a:gd name="T8" fmla="*/ 20 w 540"/>
                <a:gd name="T9" fmla="*/ 521 h 542"/>
                <a:gd name="T10" fmla="*/ 20 w 540"/>
                <a:gd name="T11" fmla="*/ 481 h 542"/>
                <a:gd name="T12" fmla="*/ 142 w 540"/>
                <a:gd name="T13" fmla="*/ 399 h 542"/>
                <a:gd name="T14" fmla="*/ 102 w 540"/>
                <a:gd name="T15" fmla="*/ 399 h 542"/>
                <a:gd name="T16" fmla="*/ 102 w 540"/>
                <a:gd name="T17" fmla="*/ 417 h 542"/>
                <a:gd name="T18" fmla="*/ 124 w 540"/>
                <a:gd name="T19" fmla="*/ 417 h 542"/>
                <a:gd name="T20" fmla="*/ 142 w 540"/>
                <a:gd name="T21" fmla="*/ 399 h 542"/>
                <a:gd name="T22" fmla="*/ 184 w 540"/>
                <a:gd name="T23" fmla="*/ 357 h 542"/>
                <a:gd name="T24" fmla="*/ 130 w 540"/>
                <a:gd name="T25" fmla="*/ 357 h 542"/>
                <a:gd name="T26" fmla="*/ 111 w 540"/>
                <a:gd name="T27" fmla="*/ 376 h 542"/>
                <a:gd name="T28" fmla="*/ 165 w 540"/>
                <a:gd name="T29" fmla="*/ 376 h 542"/>
                <a:gd name="T30" fmla="*/ 184 w 540"/>
                <a:gd name="T31" fmla="*/ 357 h 542"/>
                <a:gd name="T32" fmla="*/ 213 w 540"/>
                <a:gd name="T33" fmla="*/ 316 h 542"/>
                <a:gd name="T34" fmla="*/ 172 w 540"/>
                <a:gd name="T35" fmla="*/ 316 h 542"/>
                <a:gd name="T36" fmla="*/ 153 w 540"/>
                <a:gd name="T37" fmla="*/ 335 h 542"/>
                <a:gd name="T38" fmla="*/ 206 w 540"/>
                <a:gd name="T39" fmla="*/ 335 h 542"/>
                <a:gd name="T40" fmla="*/ 213 w 540"/>
                <a:gd name="T41" fmla="*/ 328 h 542"/>
                <a:gd name="T42" fmla="*/ 213 w 540"/>
                <a:gd name="T43" fmla="*/ 316 h 542"/>
                <a:gd name="T44" fmla="*/ 213 w 540"/>
                <a:gd name="T45" fmla="*/ 275 h 542"/>
                <a:gd name="T46" fmla="*/ 194 w 540"/>
                <a:gd name="T47" fmla="*/ 293 h 542"/>
                <a:gd name="T48" fmla="*/ 213 w 540"/>
                <a:gd name="T49" fmla="*/ 293 h 542"/>
                <a:gd name="T50" fmla="*/ 213 w 540"/>
                <a:gd name="T51" fmla="*/ 275 h 542"/>
                <a:gd name="T52" fmla="*/ 265 w 540"/>
                <a:gd name="T53" fmla="*/ 274 h 542"/>
                <a:gd name="T54" fmla="*/ 244 w 540"/>
                <a:gd name="T55" fmla="*/ 274 h 542"/>
                <a:gd name="T56" fmla="*/ 256 w 540"/>
                <a:gd name="T57" fmla="*/ 285 h 542"/>
                <a:gd name="T58" fmla="*/ 265 w 540"/>
                <a:gd name="T59" fmla="*/ 275 h 542"/>
                <a:gd name="T60" fmla="*/ 265 w 540"/>
                <a:gd name="T61" fmla="*/ 274 h 542"/>
                <a:gd name="T62" fmla="*/ 265 w 540"/>
                <a:gd name="T63" fmla="*/ 233 h 542"/>
                <a:gd name="T64" fmla="*/ 254 w 540"/>
                <a:gd name="T65" fmla="*/ 233 h 542"/>
                <a:gd name="T66" fmla="*/ 235 w 540"/>
                <a:gd name="T67" fmla="*/ 252 h 542"/>
                <a:gd name="T68" fmla="*/ 265 w 540"/>
                <a:gd name="T69" fmla="*/ 252 h 542"/>
                <a:gd name="T70" fmla="*/ 265 w 540"/>
                <a:gd name="T71" fmla="*/ 233 h 542"/>
                <a:gd name="T72" fmla="*/ 323 w 540"/>
                <a:gd name="T73" fmla="*/ 218 h 542"/>
                <a:gd name="T74" fmla="*/ 299 w 540"/>
                <a:gd name="T75" fmla="*/ 223 h 542"/>
                <a:gd name="T76" fmla="*/ 287 w 540"/>
                <a:gd name="T77" fmla="*/ 222 h 542"/>
                <a:gd name="T78" fmla="*/ 287 w 540"/>
                <a:gd name="T79" fmla="*/ 254 h 542"/>
                <a:gd name="T80" fmla="*/ 323 w 540"/>
                <a:gd name="T81" fmla="*/ 218 h 542"/>
                <a:gd name="T82" fmla="*/ 540 w 540"/>
                <a:gd name="T83" fmla="*/ 0 h 542"/>
                <a:gd name="T84" fmla="*/ 487 w 540"/>
                <a:gd name="T85" fmla="*/ 0 h 542"/>
                <a:gd name="T86" fmla="*/ 369 w 540"/>
                <a:gd name="T87" fmla="*/ 119 h 542"/>
                <a:gd name="T88" fmla="*/ 382 w 540"/>
                <a:gd name="T89" fmla="*/ 144 h 542"/>
                <a:gd name="T90" fmla="*/ 394 w 540"/>
                <a:gd name="T91" fmla="*/ 146 h 542"/>
                <a:gd name="T92" fmla="*/ 540 w 540"/>
                <a:gd name="T93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40" h="542">
                  <a:moveTo>
                    <a:pt x="20" y="481"/>
                  </a:moveTo>
                  <a:cubicBezTo>
                    <a:pt x="6" y="481"/>
                    <a:pt x="6" y="481"/>
                    <a:pt x="6" y="481"/>
                  </a:cubicBezTo>
                  <a:cubicBezTo>
                    <a:pt x="0" y="488"/>
                    <a:pt x="0" y="488"/>
                    <a:pt x="0" y="488"/>
                  </a:cubicBezTo>
                  <a:cubicBezTo>
                    <a:pt x="0" y="542"/>
                    <a:pt x="0" y="542"/>
                    <a:pt x="0" y="542"/>
                  </a:cubicBezTo>
                  <a:cubicBezTo>
                    <a:pt x="20" y="521"/>
                    <a:pt x="20" y="521"/>
                    <a:pt x="20" y="521"/>
                  </a:cubicBezTo>
                  <a:cubicBezTo>
                    <a:pt x="20" y="481"/>
                    <a:pt x="20" y="481"/>
                    <a:pt x="20" y="481"/>
                  </a:cubicBezTo>
                  <a:moveTo>
                    <a:pt x="142" y="399"/>
                  </a:moveTo>
                  <a:cubicBezTo>
                    <a:pt x="102" y="399"/>
                    <a:pt x="102" y="399"/>
                    <a:pt x="102" y="399"/>
                  </a:cubicBezTo>
                  <a:cubicBezTo>
                    <a:pt x="102" y="417"/>
                    <a:pt x="102" y="417"/>
                    <a:pt x="102" y="417"/>
                  </a:cubicBezTo>
                  <a:cubicBezTo>
                    <a:pt x="124" y="417"/>
                    <a:pt x="124" y="417"/>
                    <a:pt x="124" y="417"/>
                  </a:cubicBezTo>
                  <a:cubicBezTo>
                    <a:pt x="142" y="399"/>
                    <a:pt x="142" y="399"/>
                    <a:pt x="142" y="399"/>
                  </a:cubicBezTo>
                  <a:moveTo>
                    <a:pt x="184" y="357"/>
                  </a:moveTo>
                  <a:cubicBezTo>
                    <a:pt x="130" y="357"/>
                    <a:pt x="130" y="357"/>
                    <a:pt x="130" y="357"/>
                  </a:cubicBezTo>
                  <a:cubicBezTo>
                    <a:pt x="111" y="376"/>
                    <a:pt x="111" y="376"/>
                    <a:pt x="111" y="376"/>
                  </a:cubicBezTo>
                  <a:cubicBezTo>
                    <a:pt x="165" y="376"/>
                    <a:pt x="165" y="376"/>
                    <a:pt x="165" y="376"/>
                  </a:cubicBezTo>
                  <a:cubicBezTo>
                    <a:pt x="184" y="357"/>
                    <a:pt x="184" y="357"/>
                    <a:pt x="184" y="357"/>
                  </a:cubicBezTo>
                  <a:moveTo>
                    <a:pt x="213" y="316"/>
                  </a:moveTo>
                  <a:cubicBezTo>
                    <a:pt x="172" y="316"/>
                    <a:pt x="172" y="316"/>
                    <a:pt x="172" y="316"/>
                  </a:cubicBezTo>
                  <a:cubicBezTo>
                    <a:pt x="153" y="335"/>
                    <a:pt x="153" y="335"/>
                    <a:pt x="153" y="335"/>
                  </a:cubicBezTo>
                  <a:cubicBezTo>
                    <a:pt x="206" y="335"/>
                    <a:pt x="206" y="335"/>
                    <a:pt x="206" y="335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16"/>
                    <a:pt x="213" y="316"/>
                    <a:pt x="213" y="316"/>
                  </a:cubicBezTo>
                  <a:moveTo>
                    <a:pt x="213" y="275"/>
                  </a:moveTo>
                  <a:cubicBezTo>
                    <a:pt x="194" y="293"/>
                    <a:pt x="194" y="293"/>
                    <a:pt x="194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75"/>
                    <a:pt x="213" y="275"/>
                    <a:pt x="213" y="275"/>
                  </a:cubicBezTo>
                  <a:moveTo>
                    <a:pt x="265" y="274"/>
                  </a:moveTo>
                  <a:cubicBezTo>
                    <a:pt x="244" y="274"/>
                    <a:pt x="244" y="274"/>
                    <a:pt x="244" y="274"/>
                  </a:cubicBezTo>
                  <a:cubicBezTo>
                    <a:pt x="256" y="285"/>
                    <a:pt x="256" y="285"/>
                    <a:pt x="256" y="285"/>
                  </a:cubicBezTo>
                  <a:cubicBezTo>
                    <a:pt x="265" y="275"/>
                    <a:pt x="265" y="275"/>
                    <a:pt x="265" y="275"/>
                  </a:cubicBezTo>
                  <a:cubicBezTo>
                    <a:pt x="265" y="274"/>
                    <a:pt x="265" y="274"/>
                    <a:pt x="265" y="274"/>
                  </a:cubicBezTo>
                  <a:moveTo>
                    <a:pt x="265" y="233"/>
                  </a:moveTo>
                  <a:cubicBezTo>
                    <a:pt x="254" y="233"/>
                    <a:pt x="254" y="233"/>
                    <a:pt x="254" y="233"/>
                  </a:cubicBezTo>
                  <a:cubicBezTo>
                    <a:pt x="235" y="252"/>
                    <a:pt x="235" y="252"/>
                    <a:pt x="235" y="252"/>
                  </a:cubicBezTo>
                  <a:cubicBezTo>
                    <a:pt x="265" y="252"/>
                    <a:pt x="265" y="252"/>
                    <a:pt x="265" y="252"/>
                  </a:cubicBezTo>
                  <a:cubicBezTo>
                    <a:pt x="265" y="233"/>
                    <a:pt x="265" y="233"/>
                    <a:pt x="265" y="233"/>
                  </a:cubicBezTo>
                  <a:moveTo>
                    <a:pt x="323" y="218"/>
                  </a:moveTo>
                  <a:cubicBezTo>
                    <a:pt x="315" y="221"/>
                    <a:pt x="307" y="223"/>
                    <a:pt x="299" y="223"/>
                  </a:cubicBezTo>
                  <a:cubicBezTo>
                    <a:pt x="295" y="223"/>
                    <a:pt x="291" y="222"/>
                    <a:pt x="287" y="222"/>
                  </a:cubicBezTo>
                  <a:cubicBezTo>
                    <a:pt x="287" y="254"/>
                    <a:pt x="287" y="254"/>
                    <a:pt x="287" y="254"/>
                  </a:cubicBezTo>
                  <a:cubicBezTo>
                    <a:pt x="323" y="218"/>
                    <a:pt x="323" y="218"/>
                    <a:pt x="323" y="218"/>
                  </a:cubicBezTo>
                  <a:moveTo>
                    <a:pt x="540" y="0"/>
                  </a:moveTo>
                  <a:cubicBezTo>
                    <a:pt x="487" y="0"/>
                    <a:pt x="487" y="0"/>
                    <a:pt x="487" y="0"/>
                  </a:cubicBezTo>
                  <a:cubicBezTo>
                    <a:pt x="369" y="119"/>
                    <a:pt x="369" y="119"/>
                    <a:pt x="369" y="119"/>
                  </a:cubicBezTo>
                  <a:cubicBezTo>
                    <a:pt x="375" y="125"/>
                    <a:pt x="380" y="134"/>
                    <a:pt x="382" y="144"/>
                  </a:cubicBezTo>
                  <a:cubicBezTo>
                    <a:pt x="386" y="144"/>
                    <a:pt x="390" y="145"/>
                    <a:pt x="394" y="146"/>
                  </a:cubicBezTo>
                  <a:cubicBezTo>
                    <a:pt x="540" y="0"/>
                    <a:pt x="540" y="0"/>
                    <a:pt x="540" y="0"/>
                  </a:cubicBezTo>
                </a:path>
              </a:pathLst>
            </a:custGeom>
            <a:solidFill>
              <a:srgbClr val="CBED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99" name="Freeform 58">
              <a:extLst>
                <a:ext uri="{FF2B5EF4-FFF2-40B4-BE49-F238E27FC236}">
                  <a16:creationId xmlns:a16="http://schemas.microsoft.com/office/drawing/2014/main" id="{8712F3F4-5F0F-4254-A9C9-C1D7FFADBD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8884" y="2460625"/>
              <a:ext cx="212725" cy="315912"/>
            </a:xfrm>
            <a:custGeom>
              <a:avLst/>
              <a:gdLst>
                <a:gd name="T0" fmla="*/ 65 w 134"/>
                <a:gd name="T1" fmla="*/ 134 h 199"/>
                <a:gd name="T2" fmla="*/ 0 w 134"/>
                <a:gd name="T3" fmla="*/ 134 h 199"/>
                <a:gd name="T4" fmla="*/ 0 w 134"/>
                <a:gd name="T5" fmla="*/ 199 h 199"/>
                <a:gd name="T6" fmla="*/ 65 w 134"/>
                <a:gd name="T7" fmla="*/ 134 h 199"/>
                <a:gd name="T8" fmla="*/ 133 w 134"/>
                <a:gd name="T9" fmla="*/ 67 h 199"/>
                <a:gd name="T10" fmla="*/ 46 w 134"/>
                <a:gd name="T11" fmla="*/ 67 h 199"/>
                <a:gd name="T12" fmla="*/ 15 w 134"/>
                <a:gd name="T13" fmla="*/ 98 h 199"/>
                <a:gd name="T14" fmla="*/ 101 w 134"/>
                <a:gd name="T15" fmla="*/ 98 h 199"/>
                <a:gd name="T16" fmla="*/ 133 w 134"/>
                <a:gd name="T17" fmla="*/ 67 h 199"/>
                <a:gd name="T18" fmla="*/ 134 w 134"/>
                <a:gd name="T19" fmla="*/ 0 h 199"/>
                <a:gd name="T20" fmla="*/ 113 w 134"/>
                <a:gd name="T21" fmla="*/ 0 h 199"/>
                <a:gd name="T22" fmla="*/ 82 w 134"/>
                <a:gd name="T23" fmla="*/ 29 h 199"/>
                <a:gd name="T24" fmla="*/ 134 w 134"/>
                <a:gd name="T25" fmla="*/ 29 h 199"/>
                <a:gd name="T26" fmla="*/ 134 w 134"/>
                <a:gd name="T27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199">
                  <a:moveTo>
                    <a:pt x="65" y="134"/>
                  </a:moveTo>
                  <a:lnTo>
                    <a:pt x="0" y="134"/>
                  </a:lnTo>
                  <a:lnTo>
                    <a:pt x="0" y="199"/>
                  </a:lnTo>
                  <a:lnTo>
                    <a:pt x="65" y="134"/>
                  </a:lnTo>
                  <a:close/>
                  <a:moveTo>
                    <a:pt x="133" y="67"/>
                  </a:moveTo>
                  <a:lnTo>
                    <a:pt x="46" y="67"/>
                  </a:lnTo>
                  <a:lnTo>
                    <a:pt x="15" y="98"/>
                  </a:lnTo>
                  <a:lnTo>
                    <a:pt x="101" y="98"/>
                  </a:lnTo>
                  <a:lnTo>
                    <a:pt x="133" y="67"/>
                  </a:lnTo>
                  <a:close/>
                  <a:moveTo>
                    <a:pt x="134" y="0"/>
                  </a:moveTo>
                  <a:lnTo>
                    <a:pt x="113" y="0"/>
                  </a:lnTo>
                  <a:lnTo>
                    <a:pt x="82" y="29"/>
                  </a:lnTo>
                  <a:lnTo>
                    <a:pt x="134" y="29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BBDA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0" name="Freeform 59">
              <a:extLst>
                <a:ext uri="{FF2B5EF4-FFF2-40B4-BE49-F238E27FC236}">
                  <a16:creationId xmlns:a16="http://schemas.microsoft.com/office/drawing/2014/main" id="{980755F3-A5D5-4DCC-AC8C-DF10422D4E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8884" y="2460625"/>
              <a:ext cx="212725" cy="315912"/>
            </a:xfrm>
            <a:custGeom>
              <a:avLst/>
              <a:gdLst>
                <a:gd name="T0" fmla="*/ 65 w 134"/>
                <a:gd name="T1" fmla="*/ 134 h 199"/>
                <a:gd name="T2" fmla="*/ 0 w 134"/>
                <a:gd name="T3" fmla="*/ 134 h 199"/>
                <a:gd name="T4" fmla="*/ 0 w 134"/>
                <a:gd name="T5" fmla="*/ 199 h 199"/>
                <a:gd name="T6" fmla="*/ 65 w 134"/>
                <a:gd name="T7" fmla="*/ 134 h 199"/>
                <a:gd name="T8" fmla="*/ 133 w 134"/>
                <a:gd name="T9" fmla="*/ 67 h 199"/>
                <a:gd name="T10" fmla="*/ 46 w 134"/>
                <a:gd name="T11" fmla="*/ 67 h 199"/>
                <a:gd name="T12" fmla="*/ 15 w 134"/>
                <a:gd name="T13" fmla="*/ 98 h 199"/>
                <a:gd name="T14" fmla="*/ 101 w 134"/>
                <a:gd name="T15" fmla="*/ 98 h 199"/>
                <a:gd name="T16" fmla="*/ 133 w 134"/>
                <a:gd name="T17" fmla="*/ 67 h 199"/>
                <a:gd name="T18" fmla="*/ 134 w 134"/>
                <a:gd name="T19" fmla="*/ 0 h 199"/>
                <a:gd name="T20" fmla="*/ 113 w 134"/>
                <a:gd name="T21" fmla="*/ 0 h 199"/>
                <a:gd name="T22" fmla="*/ 82 w 134"/>
                <a:gd name="T23" fmla="*/ 29 h 199"/>
                <a:gd name="T24" fmla="*/ 134 w 134"/>
                <a:gd name="T25" fmla="*/ 29 h 199"/>
                <a:gd name="T26" fmla="*/ 134 w 134"/>
                <a:gd name="T27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199">
                  <a:moveTo>
                    <a:pt x="65" y="134"/>
                  </a:moveTo>
                  <a:lnTo>
                    <a:pt x="0" y="134"/>
                  </a:lnTo>
                  <a:lnTo>
                    <a:pt x="0" y="199"/>
                  </a:lnTo>
                  <a:lnTo>
                    <a:pt x="65" y="134"/>
                  </a:lnTo>
                  <a:moveTo>
                    <a:pt x="133" y="67"/>
                  </a:moveTo>
                  <a:lnTo>
                    <a:pt x="46" y="67"/>
                  </a:lnTo>
                  <a:lnTo>
                    <a:pt x="15" y="98"/>
                  </a:lnTo>
                  <a:lnTo>
                    <a:pt x="101" y="98"/>
                  </a:lnTo>
                  <a:lnTo>
                    <a:pt x="133" y="67"/>
                  </a:lnTo>
                  <a:moveTo>
                    <a:pt x="134" y="0"/>
                  </a:moveTo>
                  <a:lnTo>
                    <a:pt x="113" y="0"/>
                  </a:lnTo>
                  <a:lnTo>
                    <a:pt x="82" y="29"/>
                  </a:lnTo>
                  <a:lnTo>
                    <a:pt x="134" y="29"/>
                  </a:lnTo>
                  <a:lnTo>
                    <a:pt x="1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1" name="Freeform 60">
              <a:extLst>
                <a:ext uri="{FF2B5EF4-FFF2-40B4-BE49-F238E27FC236}">
                  <a16:creationId xmlns:a16="http://schemas.microsoft.com/office/drawing/2014/main" id="{8C518CD7-2E73-423D-8BD3-3AAB0C88D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0534" y="2135187"/>
              <a:ext cx="111125" cy="141287"/>
            </a:xfrm>
            <a:custGeom>
              <a:avLst/>
              <a:gdLst>
                <a:gd name="T0" fmla="*/ 19 w 70"/>
                <a:gd name="T1" fmla="*/ 69 h 89"/>
                <a:gd name="T2" fmla="*/ 0 w 70"/>
                <a:gd name="T3" fmla="*/ 69 h 89"/>
                <a:gd name="T4" fmla="*/ 0 w 70"/>
                <a:gd name="T5" fmla="*/ 89 h 89"/>
                <a:gd name="T6" fmla="*/ 19 w 70"/>
                <a:gd name="T7" fmla="*/ 69 h 89"/>
                <a:gd name="T8" fmla="*/ 50 w 70"/>
                <a:gd name="T9" fmla="*/ 0 h 89"/>
                <a:gd name="T10" fmla="*/ 0 w 70"/>
                <a:gd name="T11" fmla="*/ 0 h 89"/>
                <a:gd name="T12" fmla="*/ 0 w 70"/>
                <a:gd name="T13" fmla="*/ 2 h 89"/>
                <a:gd name="T14" fmla="*/ 0 w 70"/>
                <a:gd name="T15" fmla="*/ 32 h 89"/>
                <a:gd name="T16" fmla="*/ 57 w 70"/>
                <a:gd name="T17" fmla="*/ 32 h 89"/>
                <a:gd name="T18" fmla="*/ 70 w 70"/>
                <a:gd name="T19" fmla="*/ 18 h 89"/>
                <a:gd name="T20" fmla="*/ 50 w 70"/>
                <a:gd name="T21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0" h="89">
                  <a:moveTo>
                    <a:pt x="19" y="69"/>
                  </a:moveTo>
                  <a:lnTo>
                    <a:pt x="0" y="69"/>
                  </a:lnTo>
                  <a:lnTo>
                    <a:pt x="0" y="89"/>
                  </a:lnTo>
                  <a:lnTo>
                    <a:pt x="19" y="69"/>
                  </a:lnTo>
                  <a:close/>
                  <a:moveTo>
                    <a:pt x="5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32"/>
                  </a:lnTo>
                  <a:lnTo>
                    <a:pt x="57" y="32"/>
                  </a:lnTo>
                  <a:lnTo>
                    <a:pt x="70" y="1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BBDA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2" name="Freeform 61">
              <a:extLst>
                <a:ext uri="{FF2B5EF4-FFF2-40B4-BE49-F238E27FC236}">
                  <a16:creationId xmlns:a16="http://schemas.microsoft.com/office/drawing/2014/main" id="{91FF83D3-EB9C-4F0E-A602-9437A9E421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0534" y="2135187"/>
              <a:ext cx="111125" cy="141287"/>
            </a:xfrm>
            <a:custGeom>
              <a:avLst/>
              <a:gdLst>
                <a:gd name="T0" fmla="*/ 19 w 70"/>
                <a:gd name="T1" fmla="*/ 69 h 89"/>
                <a:gd name="T2" fmla="*/ 0 w 70"/>
                <a:gd name="T3" fmla="*/ 69 h 89"/>
                <a:gd name="T4" fmla="*/ 0 w 70"/>
                <a:gd name="T5" fmla="*/ 89 h 89"/>
                <a:gd name="T6" fmla="*/ 19 w 70"/>
                <a:gd name="T7" fmla="*/ 69 h 89"/>
                <a:gd name="T8" fmla="*/ 50 w 70"/>
                <a:gd name="T9" fmla="*/ 0 h 89"/>
                <a:gd name="T10" fmla="*/ 0 w 70"/>
                <a:gd name="T11" fmla="*/ 0 h 89"/>
                <a:gd name="T12" fmla="*/ 0 w 70"/>
                <a:gd name="T13" fmla="*/ 2 h 89"/>
                <a:gd name="T14" fmla="*/ 0 w 70"/>
                <a:gd name="T15" fmla="*/ 32 h 89"/>
                <a:gd name="T16" fmla="*/ 57 w 70"/>
                <a:gd name="T17" fmla="*/ 32 h 89"/>
                <a:gd name="T18" fmla="*/ 70 w 70"/>
                <a:gd name="T19" fmla="*/ 18 h 89"/>
                <a:gd name="T20" fmla="*/ 50 w 70"/>
                <a:gd name="T21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0" h="89">
                  <a:moveTo>
                    <a:pt x="19" y="69"/>
                  </a:moveTo>
                  <a:lnTo>
                    <a:pt x="0" y="69"/>
                  </a:lnTo>
                  <a:lnTo>
                    <a:pt x="0" y="89"/>
                  </a:lnTo>
                  <a:lnTo>
                    <a:pt x="19" y="69"/>
                  </a:lnTo>
                  <a:moveTo>
                    <a:pt x="5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32"/>
                  </a:lnTo>
                  <a:lnTo>
                    <a:pt x="57" y="32"/>
                  </a:lnTo>
                  <a:lnTo>
                    <a:pt x="70" y="18"/>
                  </a:lnTo>
                  <a:lnTo>
                    <a:pt x="5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3" name="Freeform 62">
              <a:extLst>
                <a:ext uri="{FF2B5EF4-FFF2-40B4-BE49-F238E27FC236}">
                  <a16:creationId xmlns:a16="http://schemas.microsoft.com/office/drawing/2014/main" id="{28A923D1-9C64-4C53-B8B3-E3A22B58F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546" y="2690812"/>
              <a:ext cx="107950" cy="247650"/>
            </a:xfrm>
            <a:custGeom>
              <a:avLst/>
              <a:gdLst>
                <a:gd name="T0" fmla="*/ 68 w 68"/>
                <a:gd name="T1" fmla="*/ 0 h 156"/>
                <a:gd name="T2" fmla="*/ 0 w 68"/>
                <a:gd name="T3" fmla="*/ 67 h 156"/>
                <a:gd name="T4" fmla="*/ 0 w 68"/>
                <a:gd name="T5" fmla="*/ 156 h 156"/>
                <a:gd name="T6" fmla="*/ 68 w 68"/>
                <a:gd name="T7" fmla="*/ 89 h 156"/>
                <a:gd name="T8" fmla="*/ 68 w 68"/>
                <a:gd name="T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56">
                  <a:moveTo>
                    <a:pt x="68" y="0"/>
                  </a:moveTo>
                  <a:lnTo>
                    <a:pt x="0" y="67"/>
                  </a:lnTo>
                  <a:lnTo>
                    <a:pt x="0" y="156"/>
                  </a:lnTo>
                  <a:lnTo>
                    <a:pt x="68" y="8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BBDA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4" name="Freeform 63">
              <a:extLst>
                <a:ext uri="{FF2B5EF4-FFF2-40B4-BE49-F238E27FC236}">
                  <a16:creationId xmlns:a16="http://schemas.microsoft.com/office/drawing/2014/main" id="{BCDCA7EF-6267-43C2-964D-21295E598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546" y="2690812"/>
              <a:ext cx="107950" cy="247650"/>
            </a:xfrm>
            <a:custGeom>
              <a:avLst/>
              <a:gdLst>
                <a:gd name="T0" fmla="*/ 68 w 68"/>
                <a:gd name="T1" fmla="*/ 0 h 156"/>
                <a:gd name="T2" fmla="*/ 0 w 68"/>
                <a:gd name="T3" fmla="*/ 67 h 156"/>
                <a:gd name="T4" fmla="*/ 0 w 68"/>
                <a:gd name="T5" fmla="*/ 156 h 156"/>
                <a:gd name="T6" fmla="*/ 68 w 68"/>
                <a:gd name="T7" fmla="*/ 89 h 156"/>
                <a:gd name="T8" fmla="*/ 68 w 68"/>
                <a:gd name="T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56">
                  <a:moveTo>
                    <a:pt x="68" y="0"/>
                  </a:moveTo>
                  <a:lnTo>
                    <a:pt x="0" y="67"/>
                  </a:lnTo>
                  <a:lnTo>
                    <a:pt x="0" y="156"/>
                  </a:lnTo>
                  <a:lnTo>
                    <a:pt x="68" y="89"/>
                  </a:lnTo>
                  <a:lnTo>
                    <a:pt x="6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5" name="Freeform 64">
              <a:extLst>
                <a:ext uri="{FF2B5EF4-FFF2-40B4-BE49-F238E27FC236}">
                  <a16:creationId xmlns:a16="http://schemas.microsoft.com/office/drawing/2014/main" id="{8E1BCB30-EC13-4E97-BC33-5B0EA93A9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6796" y="1393825"/>
              <a:ext cx="1573213" cy="1574800"/>
            </a:xfrm>
            <a:custGeom>
              <a:avLst/>
              <a:gdLst>
                <a:gd name="T0" fmla="*/ 20 w 991"/>
                <a:gd name="T1" fmla="*/ 884 h 992"/>
                <a:gd name="T2" fmla="*/ 0 w 991"/>
                <a:gd name="T3" fmla="*/ 904 h 992"/>
                <a:gd name="T4" fmla="*/ 0 w 991"/>
                <a:gd name="T5" fmla="*/ 992 h 992"/>
                <a:gd name="T6" fmla="*/ 20 w 991"/>
                <a:gd name="T7" fmla="*/ 973 h 992"/>
                <a:gd name="T8" fmla="*/ 20 w 991"/>
                <a:gd name="T9" fmla="*/ 884 h 992"/>
                <a:gd name="T10" fmla="*/ 991 w 991"/>
                <a:gd name="T11" fmla="*/ 0 h 992"/>
                <a:gd name="T12" fmla="*/ 904 w 991"/>
                <a:gd name="T13" fmla="*/ 0 h 992"/>
                <a:gd name="T14" fmla="*/ 885 w 991"/>
                <a:gd name="T15" fmla="*/ 20 h 992"/>
                <a:gd name="T16" fmla="*/ 971 w 991"/>
                <a:gd name="T17" fmla="*/ 20 h 992"/>
                <a:gd name="T18" fmla="*/ 991 w 991"/>
                <a:gd name="T19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1" h="992">
                  <a:moveTo>
                    <a:pt x="20" y="884"/>
                  </a:moveTo>
                  <a:lnTo>
                    <a:pt x="0" y="904"/>
                  </a:lnTo>
                  <a:lnTo>
                    <a:pt x="0" y="992"/>
                  </a:lnTo>
                  <a:lnTo>
                    <a:pt x="20" y="973"/>
                  </a:lnTo>
                  <a:lnTo>
                    <a:pt x="20" y="884"/>
                  </a:lnTo>
                  <a:close/>
                  <a:moveTo>
                    <a:pt x="991" y="0"/>
                  </a:moveTo>
                  <a:lnTo>
                    <a:pt x="904" y="0"/>
                  </a:lnTo>
                  <a:lnTo>
                    <a:pt x="885" y="20"/>
                  </a:lnTo>
                  <a:lnTo>
                    <a:pt x="971" y="20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rgbClr val="FAFC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6" name="Freeform 65">
              <a:extLst>
                <a:ext uri="{FF2B5EF4-FFF2-40B4-BE49-F238E27FC236}">
                  <a16:creationId xmlns:a16="http://schemas.microsoft.com/office/drawing/2014/main" id="{54811E5B-C754-4354-9AB3-B35766CC9D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6796" y="1393825"/>
              <a:ext cx="1573213" cy="1574800"/>
            </a:xfrm>
            <a:custGeom>
              <a:avLst/>
              <a:gdLst>
                <a:gd name="T0" fmla="*/ 20 w 991"/>
                <a:gd name="T1" fmla="*/ 884 h 992"/>
                <a:gd name="T2" fmla="*/ 0 w 991"/>
                <a:gd name="T3" fmla="*/ 904 h 992"/>
                <a:gd name="T4" fmla="*/ 0 w 991"/>
                <a:gd name="T5" fmla="*/ 992 h 992"/>
                <a:gd name="T6" fmla="*/ 20 w 991"/>
                <a:gd name="T7" fmla="*/ 973 h 992"/>
                <a:gd name="T8" fmla="*/ 20 w 991"/>
                <a:gd name="T9" fmla="*/ 884 h 992"/>
                <a:gd name="T10" fmla="*/ 991 w 991"/>
                <a:gd name="T11" fmla="*/ 0 h 992"/>
                <a:gd name="T12" fmla="*/ 904 w 991"/>
                <a:gd name="T13" fmla="*/ 0 h 992"/>
                <a:gd name="T14" fmla="*/ 885 w 991"/>
                <a:gd name="T15" fmla="*/ 20 h 992"/>
                <a:gd name="T16" fmla="*/ 971 w 991"/>
                <a:gd name="T17" fmla="*/ 20 h 992"/>
                <a:gd name="T18" fmla="*/ 991 w 991"/>
                <a:gd name="T19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1" h="992">
                  <a:moveTo>
                    <a:pt x="20" y="884"/>
                  </a:moveTo>
                  <a:lnTo>
                    <a:pt x="0" y="904"/>
                  </a:lnTo>
                  <a:lnTo>
                    <a:pt x="0" y="992"/>
                  </a:lnTo>
                  <a:lnTo>
                    <a:pt x="20" y="973"/>
                  </a:lnTo>
                  <a:lnTo>
                    <a:pt x="20" y="884"/>
                  </a:lnTo>
                  <a:moveTo>
                    <a:pt x="991" y="0"/>
                  </a:moveTo>
                  <a:lnTo>
                    <a:pt x="904" y="0"/>
                  </a:lnTo>
                  <a:lnTo>
                    <a:pt x="885" y="20"/>
                  </a:lnTo>
                  <a:lnTo>
                    <a:pt x="971" y="20"/>
                  </a:lnTo>
                  <a:lnTo>
                    <a:pt x="99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7" name="Freeform 66">
              <a:extLst>
                <a:ext uri="{FF2B5EF4-FFF2-40B4-BE49-F238E27FC236}">
                  <a16:creationId xmlns:a16="http://schemas.microsoft.com/office/drawing/2014/main" id="{B36CFA0E-E865-4005-B403-485F80CCB9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59096" y="2625725"/>
              <a:ext cx="468313" cy="469900"/>
            </a:xfrm>
            <a:custGeom>
              <a:avLst/>
              <a:gdLst>
                <a:gd name="T0" fmla="*/ 36 w 295"/>
                <a:gd name="T1" fmla="*/ 260 h 296"/>
                <a:gd name="T2" fmla="*/ 0 w 295"/>
                <a:gd name="T3" fmla="*/ 296 h 296"/>
                <a:gd name="T4" fmla="*/ 36 w 295"/>
                <a:gd name="T5" fmla="*/ 296 h 296"/>
                <a:gd name="T6" fmla="*/ 36 w 295"/>
                <a:gd name="T7" fmla="*/ 260 h 296"/>
                <a:gd name="T8" fmla="*/ 295 w 295"/>
                <a:gd name="T9" fmla="*/ 0 h 296"/>
                <a:gd name="T10" fmla="*/ 138 w 295"/>
                <a:gd name="T11" fmla="*/ 157 h 296"/>
                <a:gd name="T12" fmla="*/ 138 w 295"/>
                <a:gd name="T13" fmla="*/ 246 h 296"/>
                <a:gd name="T14" fmla="*/ 295 w 295"/>
                <a:gd name="T15" fmla="*/ 89 h 296"/>
                <a:gd name="T16" fmla="*/ 295 w 295"/>
                <a:gd name="T1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6">
                  <a:moveTo>
                    <a:pt x="36" y="260"/>
                  </a:moveTo>
                  <a:lnTo>
                    <a:pt x="0" y="296"/>
                  </a:lnTo>
                  <a:lnTo>
                    <a:pt x="36" y="296"/>
                  </a:lnTo>
                  <a:lnTo>
                    <a:pt x="36" y="260"/>
                  </a:lnTo>
                  <a:close/>
                  <a:moveTo>
                    <a:pt x="295" y="0"/>
                  </a:moveTo>
                  <a:lnTo>
                    <a:pt x="138" y="157"/>
                  </a:lnTo>
                  <a:lnTo>
                    <a:pt x="138" y="246"/>
                  </a:lnTo>
                  <a:lnTo>
                    <a:pt x="295" y="89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1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8" name="Freeform 67">
              <a:extLst>
                <a:ext uri="{FF2B5EF4-FFF2-40B4-BE49-F238E27FC236}">
                  <a16:creationId xmlns:a16="http://schemas.microsoft.com/office/drawing/2014/main" id="{AFFE372D-DE19-44E6-9E0A-279A3EBA8A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59096" y="2625725"/>
              <a:ext cx="468313" cy="469900"/>
            </a:xfrm>
            <a:custGeom>
              <a:avLst/>
              <a:gdLst>
                <a:gd name="T0" fmla="*/ 36 w 295"/>
                <a:gd name="T1" fmla="*/ 260 h 296"/>
                <a:gd name="T2" fmla="*/ 0 w 295"/>
                <a:gd name="T3" fmla="*/ 296 h 296"/>
                <a:gd name="T4" fmla="*/ 36 w 295"/>
                <a:gd name="T5" fmla="*/ 296 h 296"/>
                <a:gd name="T6" fmla="*/ 36 w 295"/>
                <a:gd name="T7" fmla="*/ 260 h 296"/>
                <a:gd name="T8" fmla="*/ 295 w 295"/>
                <a:gd name="T9" fmla="*/ 0 h 296"/>
                <a:gd name="T10" fmla="*/ 138 w 295"/>
                <a:gd name="T11" fmla="*/ 157 h 296"/>
                <a:gd name="T12" fmla="*/ 138 w 295"/>
                <a:gd name="T13" fmla="*/ 246 h 296"/>
                <a:gd name="T14" fmla="*/ 295 w 295"/>
                <a:gd name="T15" fmla="*/ 89 h 296"/>
                <a:gd name="T16" fmla="*/ 295 w 295"/>
                <a:gd name="T1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6">
                  <a:moveTo>
                    <a:pt x="36" y="260"/>
                  </a:moveTo>
                  <a:lnTo>
                    <a:pt x="0" y="296"/>
                  </a:lnTo>
                  <a:lnTo>
                    <a:pt x="36" y="296"/>
                  </a:lnTo>
                  <a:lnTo>
                    <a:pt x="36" y="260"/>
                  </a:lnTo>
                  <a:moveTo>
                    <a:pt x="295" y="0"/>
                  </a:moveTo>
                  <a:lnTo>
                    <a:pt x="138" y="157"/>
                  </a:lnTo>
                  <a:lnTo>
                    <a:pt x="138" y="246"/>
                  </a:lnTo>
                  <a:lnTo>
                    <a:pt x="295" y="89"/>
                  </a:lnTo>
                  <a:lnTo>
                    <a:pt x="29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09" name="Freeform 68">
              <a:extLst>
                <a:ext uri="{FF2B5EF4-FFF2-40B4-BE49-F238E27FC236}">
                  <a16:creationId xmlns:a16="http://schemas.microsoft.com/office/drawing/2014/main" id="{DFAA52EB-E5AC-4EB2-B9A0-8C2290F4A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6246" y="2874962"/>
              <a:ext cx="161925" cy="220662"/>
            </a:xfrm>
            <a:custGeom>
              <a:avLst/>
              <a:gdLst>
                <a:gd name="T0" fmla="*/ 102 w 102"/>
                <a:gd name="T1" fmla="*/ 0 h 139"/>
                <a:gd name="T2" fmla="*/ 0 w 102"/>
                <a:gd name="T3" fmla="*/ 103 h 139"/>
                <a:gd name="T4" fmla="*/ 0 w 102"/>
                <a:gd name="T5" fmla="*/ 139 h 139"/>
                <a:gd name="T6" fmla="*/ 51 w 102"/>
                <a:gd name="T7" fmla="*/ 139 h 139"/>
                <a:gd name="T8" fmla="*/ 102 w 102"/>
                <a:gd name="T9" fmla="*/ 89 h 139"/>
                <a:gd name="T10" fmla="*/ 102 w 102"/>
                <a:gd name="T11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" h="139">
                  <a:moveTo>
                    <a:pt x="102" y="0"/>
                  </a:moveTo>
                  <a:lnTo>
                    <a:pt x="0" y="103"/>
                  </a:lnTo>
                  <a:lnTo>
                    <a:pt x="0" y="139"/>
                  </a:lnTo>
                  <a:lnTo>
                    <a:pt x="51" y="139"/>
                  </a:lnTo>
                  <a:lnTo>
                    <a:pt x="102" y="89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D9EA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0" name="Freeform 69">
              <a:extLst>
                <a:ext uri="{FF2B5EF4-FFF2-40B4-BE49-F238E27FC236}">
                  <a16:creationId xmlns:a16="http://schemas.microsoft.com/office/drawing/2014/main" id="{08FE51F1-AB0E-4321-8220-F7BFC2E54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6246" y="2874962"/>
              <a:ext cx="161925" cy="220662"/>
            </a:xfrm>
            <a:custGeom>
              <a:avLst/>
              <a:gdLst>
                <a:gd name="T0" fmla="*/ 102 w 102"/>
                <a:gd name="T1" fmla="*/ 0 h 139"/>
                <a:gd name="T2" fmla="*/ 0 w 102"/>
                <a:gd name="T3" fmla="*/ 103 h 139"/>
                <a:gd name="T4" fmla="*/ 0 w 102"/>
                <a:gd name="T5" fmla="*/ 139 h 139"/>
                <a:gd name="T6" fmla="*/ 51 w 102"/>
                <a:gd name="T7" fmla="*/ 139 h 139"/>
                <a:gd name="T8" fmla="*/ 102 w 102"/>
                <a:gd name="T9" fmla="*/ 89 h 139"/>
                <a:gd name="T10" fmla="*/ 102 w 102"/>
                <a:gd name="T11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" h="139">
                  <a:moveTo>
                    <a:pt x="102" y="0"/>
                  </a:moveTo>
                  <a:lnTo>
                    <a:pt x="0" y="103"/>
                  </a:lnTo>
                  <a:lnTo>
                    <a:pt x="0" y="139"/>
                  </a:lnTo>
                  <a:lnTo>
                    <a:pt x="51" y="139"/>
                  </a:lnTo>
                  <a:lnTo>
                    <a:pt x="102" y="89"/>
                  </a:lnTo>
                  <a:lnTo>
                    <a:pt x="1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1" name="Freeform 70">
              <a:extLst>
                <a:ext uri="{FF2B5EF4-FFF2-40B4-BE49-F238E27FC236}">
                  <a16:creationId xmlns:a16="http://schemas.microsoft.com/office/drawing/2014/main" id="{32A3AA44-2887-402E-A497-4C2589210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7409" y="2595562"/>
              <a:ext cx="30163" cy="171450"/>
            </a:xfrm>
            <a:custGeom>
              <a:avLst/>
              <a:gdLst>
                <a:gd name="T0" fmla="*/ 19 w 19"/>
                <a:gd name="T1" fmla="*/ 0 h 108"/>
                <a:gd name="T2" fmla="*/ 0 w 19"/>
                <a:gd name="T3" fmla="*/ 19 h 108"/>
                <a:gd name="T4" fmla="*/ 0 w 19"/>
                <a:gd name="T5" fmla="*/ 108 h 108"/>
                <a:gd name="T6" fmla="*/ 19 w 19"/>
                <a:gd name="T7" fmla="*/ 88 h 108"/>
                <a:gd name="T8" fmla="*/ 19 w 19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8">
                  <a:moveTo>
                    <a:pt x="19" y="0"/>
                  </a:moveTo>
                  <a:lnTo>
                    <a:pt x="0" y="19"/>
                  </a:lnTo>
                  <a:lnTo>
                    <a:pt x="0" y="108"/>
                  </a:lnTo>
                  <a:lnTo>
                    <a:pt x="19" y="8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2" name="Freeform 71">
              <a:extLst>
                <a:ext uri="{FF2B5EF4-FFF2-40B4-BE49-F238E27FC236}">
                  <a16:creationId xmlns:a16="http://schemas.microsoft.com/office/drawing/2014/main" id="{24EC615D-DA99-4604-87DD-67037BC38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7409" y="2595562"/>
              <a:ext cx="30163" cy="171450"/>
            </a:xfrm>
            <a:custGeom>
              <a:avLst/>
              <a:gdLst>
                <a:gd name="T0" fmla="*/ 19 w 19"/>
                <a:gd name="T1" fmla="*/ 0 h 108"/>
                <a:gd name="T2" fmla="*/ 0 w 19"/>
                <a:gd name="T3" fmla="*/ 19 h 108"/>
                <a:gd name="T4" fmla="*/ 0 w 19"/>
                <a:gd name="T5" fmla="*/ 108 h 108"/>
                <a:gd name="T6" fmla="*/ 19 w 19"/>
                <a:gd name="T7" fmla="*/ 88 h 108"/>
                <a:gd name="T8" fmla="*/ 19 w 19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08">
                  <a:moveTo>
                    <a:pt x="19" y="0"/>
                  </a:moveTo>
                  <a:lnTo>
                    <a:pt x="0" y="19"/>
                  </a:lnTo>
                  <a:lnTo>
                    <a:pt x="0" y="108"/>
                  </a:lnTo>
                  <a:lnTo>
                    <a:pt x="19" y="88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3" name="Freeform 72">
              <a:extLst>
                <a:ext uri="{FF2B5EF4-FFF2-40B4-BE49-F238E27FC236}">
                  <a16:creationId xmlns:a16="http://schemas.microsoft.com/office/drawing/2014/main" id="{63A04B8C-8FE6-4CEF-9C84-CFF4F2C8A4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1425575"/>
              <a:ext cx="2201863" cy="1743075"/>
            </a:xfrm>
            <a:custGeom>
              <a:avLst/>
              <a:gdLst>
                <a:gd name="T0" fmla="*/ 33 w 1387"/>
                <a:gd name="T1" fmla="*/ 1052 h 1098"/>
                <a:gd name="T2" fmla="*/ 0 w 1387"/>
                <a:gd name="T3" fmla="*/ 1085 h 1098"/>
                <a:gd name="T4" fmla="*/ 0 w 1387"/>
                <a:gd name="T5" fmla="*/ 1098 h 1098"/>
                <a:gd name="T6" fmla="*/ 33 w 1387"/>
                <a:gd name="T7" fmla="*/ 1098 h 1098"/>
                <a:gd name="T8" fmla="*/ 33 w 1387"/>
                <a:gd name="T9" fmla="*/ 1052 h 1098"/>
                <a:gd name="T10" fmla="*/ 349 w 1387"/>
                <a:gd name="T11" fmla="*/ 786 h 1098"/>
                <a:gd name="T12" fmla="*/ 298 w 1387"/>
                <a:gd name="T13" fmla="*/ 786 h 1098"/>
                <a:gd name="T14" fmla="*/ 184 w 1387"/>
                <a:gd name="T15" fmla="*/ 902 h 1098"/>
                <a:gd name="T16" fmla="*/ 349 w 1387"/>
                <a:gd name="T17" fmla="*/ 902 h 1098"/>
                <a:gd name="T18" fmla="*/ 349 w 1387"/>
                <a:gd name="T19" fmla="*/ 786 h 1098"/>
                <a:gd name="T20" fmla="*/ 349 w 1387"/>
                <a:gd name="T21" fmla="*/ 737 h 1098"/>
                <a:gd name="T22" fmla="*/ 336 w 1387"/>
                <a:gd name="T23" fmla="*/ 750 h 1098"/>
                <a:gd name="T24" fmla="*/ 349 w 1387"/>
                <a:gd name="T25" fmla="*/ 750 h 1098"/>
                <a:gd name="T26" fmla="*/ 349 w 1387"/>
                <a:gd name="T27" fmla="*/ 737 h 1098"/>
                <a:gd name="T28" fmla="*/ 658 w 1387"/>
                <a:gd name="T29" fmla="*/ 428 h 1098"/>
                <a:gd name="T30" fmla="*/ 519 w 1387"/>
                <a:gd name="T31" fmla="*/ 567 h 1098"/>
                <a:gd name="T32" fmla="*/ 519 w 1387"/>
                <a:gd name="T33" fmla="*/ 869 h 1098"/>
                <a:gd name="T34" fmla="*/ 622 w 1387"/>
                <a:gd name="T35" fmla="*/ 766 h 1098"/>
                <a:gd name="T36" fmla="*/ 622 w 1387"/>
                <a:gd name="T37" fmla="*/ 549 h 1098"/>
                <a:gd name="T38" fmla="*/ 658 w 1387"/>
                <a:gd name="T39" fmla="*/ 549 h 1098"/>
                <a:gd name="T40" fmla="*/ 658 w 1387"/>
                <a:gd name="T41" fmla="*/ 428 h 1098"/>
                <a:gd name="T42" fmla="*/ 1387 w 1387"/>
                <a:gd name="T43" fmla="*/ 0 h 1098"/>
                <a:gd name="T44" fmla="*/ 1085 w 1387"/>
                <a:gd name="T45" fmla="*/ 0 h 1098"/>
                <a:gd name="T46" fmla="*/ 720 w 1387"/>
                <a:gd name="T47" fmla="*/ 366 h 1098"/>
                <a:gd name="T48" fmla="*/ 720 w 1387"/>
                <a:gd name="T49" fmla="*/ 549 h 1098"/>
                <a:gd name="T50" fmla="*/ 756 w 1387"/>
                <a:gd name="T51" fmla="*/ 549 h 1098"/>
                <a:gd name="T52" fmla="*/ 756 w 1387"/>
                <a:gd name="T53" fmla="*/ 632 h 1098"/>
                <a:gd name="T54" fmla="*/ 1387 w 1387"/>
                <a:gd name="T55" fmla="*/ 0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7" h="1098">
                  <a:moveTo>
                    <a:pt x="33" y="1052"/>
                  </a:moveTo>
                  <a:lnTo>
                    <a:pt x="0" y="1085"/>
                  </a:lnTo>
                  <a:lnTo>
                    <a:pt x="0" y="1098"/>
                  </a:lnTo>
                  <a:lnTo>
                    <a:pt x="33" y="1098"/>
                  </a:lnTo>
                  <a:lnTo>
                    <a:pt x="33" y="1052"/>
                  </a:lnTo>
                  <a:close/>
                  <a:moveTo>
                    <a:pt x="349" y="786"/>
                  </a:moveTo>
                  <a:lnTo>
                    <a:pt x="298" y="786"/>
                  </a:lnTo>
                  <a:lnTo>
                    <a:pt x="184" y="902"/>
                  </a:lnTo>
                  <a:lnTo>
                    <a:pt x="349" y="902"/>
                  </a:lnTo>
                  <a:lnTo>
                    <a:pt x="349" y="786"/>
                  </a:lnTo>
                  <a:close/>
                  <a:moveTo>
                    <a:pt x="349" y="737"/>
                  </a:moveTo>
                  <a:lnTo>
                    <a:pt x="336" y="750"/>
                  </a:lnTo>
                  <a:lnTo>
                    <a:pt x="349" y="750"/>
                  </a:lnTo>
                  <a:lnTo>
                    <a:pt x="349" y="737"/>
                  </a:lnTo>
                  <a:close/>
                  <a:moveTo>
                    <a:pt x="658" y="428"/>
                  </a:moveTo>
                  <a:lnTo>
                    <a:pt x="519" y="567"/>
                  </a:lnTo>
                  <a:lnTo>
                    <a:pt x="519" y="869"/>
                  </a:lnTo>
                  <a:lnTo>
                    <a:pt x="622" y="766"/>
                  </a:lnTo>
                  <a:lnTo>
                    <a:pt x="622" y="549"/>
                  </a:lnTo>
                  <a:lnTo>
                    <a:pt x="658" y="549"/>
                  </a:lnTo>
                  <a:lnTo>
                    <a:pt x="658" y="428"/>
                  </a:lnTo>
                  <a:close/>
                  <a:moveTo>
                    <a:pt x="1387" y="0"/>
                  </a:moveTo>
                  <a:lnTo>
                    <a:pt x="1085" y="0"/>
                  </a:lnTo>
                  <a:lnTo>
                    <a:pt x="720" y="366"/>
                  </a:lnTo>
                  <a:lnTo>
                    <a:pt x="720" y="549"/>
                  </a:lnTo>
                  <a:lnTo>
                    <a:pt x="756" y="549"/>
                  </a:lnTo>
                  <a:lnTo>
                    <a:pt x="756" y="632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A0E0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4" name="Freeform 73">
              <a:extLst>
                <a:ext uri="{FF2B5EF4-FFF2-40B4-BE49-F238E27FC236}">
                  <a16:creationId xmlns:a16="http://schemas.microsoft.com/office/drawing/2014/main" id="{8F61C4B1-49F6-49CE-858A-BA1B52DAD7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1425575"/>
              <a:ext cx="2201863" cy="1743075"/>
            </a:xfrm>
            <a:custGeom>
              <a:avLst/>
              <a:gdLst>
                <a:gd name="T0" fmla="*/ 33 w 1387"/>
                <a:gd name="T1" fmla="*/ 1052 h 1098"/>
                <a:gd name="T2" fmla="*/ 0 w 1387"/>
                <a:gd name="T3" fmla="*/ 1085 h 1098"/>
                <a:gd name="T4" fmla="*/ 0 w 1387"/>
                <a:gd name="T5" fmla="*/ 1098 h 1098"/>
                <a:gd name="T6" fmla="*/ 33 w 1387"/>
                <a:gd name="T7" fmla="*/ 1098 h 1098"/>
                <a:gd name="T8" fmla="*/ 33 w 1387"/>
                <a:gd name="T9" fmla="*/ 1052 h 1098"/>
                <a:gd name="T10" fmla="*/ 349 w 1387"/>
                <a:gd name="T11" fmla="*/ 786 h 1098"/>
                <a:gd name="T12" fmla="*/ 298 w 1387"/>
                <a:gd name="T13" fmla="*/ 786 h 1098"/>
                <a:gd name="T14" fmla="*/ 184 w 1387"/>
                <a:gd name="T15" fmla="*/ 902 h 1098"/>
                <a:gd name="T16" fmla="*/ 349 w 1387"/>
                <a:gd name="T17" fmla="*/ 902 h 1098"/>
                <a:gd name="T18" fmla="*/ 349 w 1387"/>
                <a:gd name="T19" fmla="*/ 786 h 1098"/>
                <a:gd name="T20" fmla="*/ 349 w 1387"/>
                <a:gd name="T21" fmla="*/ 737 h 1098"/>
                <a:gd name="T22" fmla="*/ 336 w 1387"/>
                <a:gd name="T23" fmla="*/ 750 h 1098"/>
                <a:gd name="T24" fmla="*/ 349 w 1387"/>
                <a:gd name="T25" fmla="*/ 750 h 1098"/>
                <a:gd name="T26" fmla="*/ 349 w 1387"/>
                <a:gd name="T27" fmla="*/ 737 h 1098"/>
                <a:gd name="T28" fmla="*/ 658 w 1387"/>
                <a:gd name="T29" fmla="*/ 428 h 1098"/>
                <a:gd name="T30" fmla="*/ 519 w 1387"/>
                <a:gd name="T31" fmla="*/ 567 h 1098"/>
                <a:gd name="T32" fmla="*/ 519 w 1387"/>
                <a:gd name="T33" fmla="*/ 869 h 1098"/>
                <a:gd name="T34" fmla="*/ 622 w 1387"/>
                <a:gd name="T35" fmla="*/ 766 h 1098"/>
                <a:gd name="T36" fmla="*/ 622 w 1387"/>
                <a:gd name="T37" fmla="*/ 549 h 1098"/>
                <a:gd name="T38" fmla="*/ 658 w 1387"/>
                <a:gd name="T39" fmla="*/ 549 h 1098"/>
                <a:gd name="T40" fmla="*/ 658 w 1387"/>
                <a:gd name="T41" fmla="*/ 428 h 1098"/>
                <a:gd name="T42" fmla="*/ 1387 w 1387"/>
                <a:gd name="T43" fmla="*/ 0 h 1098"/>
                <a:gd name="T44" fmla="*/ 1085 w 1387"/>
                <a:gd name="T45" fmla="*/ 0 h 1098"/>
                <a:gd name="T46" fmla="*/ 720 w 1387"/>
                <a:gd name="T47" fmla="*/ 366 h 1098"/>
                <a:gd name="T48" fmla="*/ 720 w 1387"/>
                <a:gd name="T49" fmla="*/ 549 h 1098"/>
                <a:gd name="T50" fmla="*/ 756 w 1387"/>
                <a:gd name="T51" fmla="*/ 549 h 1098"/>
                <a:gd name="T52" fmla="*/ 756 w 1387"/>
                <a:gd name="T53" fmla="*/ 632 h 1098"/>
                <a:gd name="T54" fmla="*/ 1387 w 1387"/>
                <a:gd name="T55" fmla="*/ 0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7" h="1098">
                  <a:moveTo>
                    <a:pt x="33" y="1052"/>
                  </a:moveTo>
                  <a:lnTo>
                    <a:pt x="0" y="1085"/>
                  </a:lnTo>
                  <a:lnTo>
                    <a:pt x="0" y="1098"/>
                  </a:lnTo>
                  <a:lnTo>
                    <a:pt x="33" y="1098"/>
                  </a:lnTo>
                  <a:lnTo>
                    <a:pt x="33" y="1052"/>
                  </a:lnTo>
                  <a:moveTo>
                    <a:pt x="349" y="786"/>
                  </a:moveTo>
                  <a:lnTo>
                    <a:pt x="298" y="786"/>
                  </a:lnTo>
                  <a:lnTo>
                    <a:pt x="184" y="902"/>
                  </a:lnTo>
                  <a:lnTo>
                    <a:pt x="349" y="902"/>
                  </a:lnTo>
                  <a:lnTo>
                    <a:pt x="349" y="786"/>
                  </a:lnTo>
                  <a:moveTo>
                    <a:pt x="349" y="737"/>
                  </a:moveTo>
                  <a:lnTo>
                    <a:pt x="336" y="750"/>
                  </a:lnTo>
                  <a:lnTo>
                    <a:pt x="349" y="750"/>
                  </a:lnTo>
                  <a:lnTo>
                    <a:pt x="349" y="737"/>
                  </a:lnTo>
                  <a:moveTo>
                    <a:pt x="658" y="428"/>
                  </a:moveTo>
                  <a:lnTo>
                    <a:pt x="519" y="567"/>
                  </a:lnTo>
                  <a:lnTo>
                    <a:pt x="519" y="869"/>
                  </a:lnTo>
                  <a:lnTo>
                    <a:pt x="622" y="766"/>
                  </a:lnTo>
                  <a:lnTo>
                    <a:pt x="622" y="549"/>
                  </a:lnTo>
                  <a:lnTo>
                    <a:pt x="658" y="549"/>
                  </a:lnTo>
                  <a:lnTo>
                    <a:pt x="658" y="428"/>
                  </a:lnTo>
                  <a:moveTo>
                    <a:pt x="1387" y="0"/>
                  </a:moveTo>
                  <a:lnTo>
                    <a:pt x="1085" y="0"/>
                  </a:lnTo>
                  <a:lnTo>
                    <a:pt x="720" y="366"/>
                  </a:lnTo>
                  <a:lnTo>
                    <a:pt x="720" y="549"/>
                  </a:lnTo>
                  <a:lnTo>
                    <a:pt x="756" y="549"/>
                  </a:lnTo>
                  <a:lnTo>
                    <a:pt x="756" y="632"/>
                  </a:lnTo>
                  <a:lnTo>
                    <a:pt x="138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5" name="Freeform 74">
              <a:extLst>
                <a:ext uri="{FF2B5EF4-FFF2-40B4-BE49-F238E27FC236}">
                  <a16:creationId xmlns:a16="http://schemas.microsoft.com/office/drawing/2014/main" id="{44C1A767-C7E1-4972-B446-F286C880B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884" y="2989262"/>
              <a:ext cx="106363" cy="179387"/>
            </a:xfrm>
            <a:custGeom>
              <a:avLst/>
              <a:gdLst>
                <a:gd name="T0" fmla="*/ 67 w 67"/>
                <a:gd name="T1" fmla="*/ 0 h 113"/>
                <a:gd name="T2" fmla="*/ 0 w 67"/>
                <a:gd name="T3" fmla="*/ 67 h 113"/>
                <a:gd name="T4" fmla="*/ 0 w 67"/>
                <a:gd name="T5" fmla="*/ 113 h 113"/>
                <a:gd name="T6" fmla="*/ 67 w 67"/>
                <a:gd name="T7" fmla="*/ 113 h 113"/>
                <a:gd name="T8" fmla="*/ 67 w 67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113">
                  <a:moveTo>
                    <a:pt x="67" y="0"/>
                  </a:moveTo>
                  <a:lnTo>
                    <a:pt x="0" y="67"/>
                  </a:lnTo>
                  <a:lnTo>
                    <a:pt x="0" y="113"/>
                  </a:lnTo>
                  <a:lnTo>
                    <a:pt x="67" y="113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7FBA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6" name="Freeform 75">
              <a:extLst>
                <a:ext uri="{FF2B5EF4-FFF2-40B4-BE49-F238E27FC236}">
                  <a16:creationId xmlns:a16="http://schemas.microsoft.com/office/drawing/2014/main" id="{8D698883-CC03-4BB2-A4F3-CC3FFB3BD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884" y="2989262"/>
              <a:ext cx="106363" cy="179387"/>
            </a:xfrm>
            <a:custGeom>
              <a:avLst/>
              <a:gdLst>
                <a:gd name="T0" fmla="*/ 67 w 67"/>
                <a:gd name="T1" fmla="*/ 0 h 113"/>
                <a:gd name="T2" fmla="*/ 0 w 67"/>
                <a:gd name="T3" fmla="*/ 67 h 113"/>
                <a:gd name="T4" fmla="*/ 0 w 67"/>
                <a:gd name="T5" fmla="*/ 113 h 113"/>
                <a:gd name="T6" fmla="*/ 67 w 67"/>
                <a:gd name="T7" fmla="*/ 113 h 113"/>
                <a:gd name="T8" fmla="*/ 67 w 67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113">
                  <a:moveTo>
                    <a:pt x="67" y="0"/>
                  </a:moveTo>
                  <a:lnTo>
                    <a:pt x="0" y="67"/>
                  </a:lnTo>
                  <a:lnTo>
                    <a:pt x="0" y="113"/>
                  </a:lnTo>
                  <a:lnTo>
                    <a:pt x="67" y="113"/>
                  </a:lnTo>
                  <a:lnTo>
                    <a:pt x="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7" name="Freeform 76">
              <a:extLst>
                <a:ext uri="{FF2B5EF4-FFF2-40B4-BE49-F238E27FC236}">
                  <a16:creationId xmlns:a16="http://schemas.microsoft.com/office/drawing/2014/main" id="{B3D3702A-3417-4843-9ABA-B76315E772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0534" y="2325687"/>
              <a:ext cx="269875" cy="666750"/>
            </a:xfrm>
            <a:custGeom>
              <a:avLst/>
              <a:gdLst>
                <a:gd name="T0" fmla="*/ 85 w 170"/>
                <a:gd name="T1" fmla="*/ 219 h 420"/>
                <a:gd name="T2" fmla="*/ 0 w 170"/>
                <a:gd name="T3" fmla="*/ 219 h 420"/>
                <a:gd name="T4" fmla="*/ 0 w 170"/>
                <a:gd name="T5" fmla="*/ 335 h 420"/>
                <a:gd name="T6" fmla="*/ 52 w 170"/>
                <a:gd name="T7" fmla="*/ 335 h 420"/>
                <a:gd name="T8" fmla="*/ 52 w 170"/>
                <a:gd name="T9" fmla="*/ 420 h 420"/>
                <a:gd name="T10" fmla="*/ 85 w 170"/>
                <a:gd name="T11" fmla="*/ 387 h 420"/>
                <a:gd name="T12" fmla="*/ 85 w 170"/>
                <a:gd name="T13" fmla="*/ 219 h 420"/>
                <a:gd name="T14" fmla="*/ 85 w 170"/>
                <a:gd name="T15" fmla="*/ 152 h 420"/>
                <a:gd name="T16" fmla="*/ 18 w 170"/>
                <a:gd name="T17" fmla="*/ 152 h 420"/>
                <a:gd name="T18" fmla="*/ 0 w 170"/>
                <a:gd name="T19" fmla="*/ 170 h 420"/>
                <a:gd name="T20" fmla="*/ 0 w 170"/>
                <a:gd name="T21" fmla="*/ 183 h 420"/>
                <a:gd name="T22" fmla="*/ 85 w 170"/>
                <a:gd name="T23" fmla="*/ 183 h 420"/>
                <a:gd name="T24" fmla="*/ 85 w 170"/>
                <a:gd name="T25" fmla="*/ 152 h 420"/>
                <a:gd name="T26" fmla="*/ 85 w 170"/>
                <a:gd name="T27" fmla="*/ 85 h 420"/>
                <a:gd name="T28" fmla="*/ 85 w 170"/>
                <a:gd name="T29" fmla="*/ 85 h 420"/>
                <a:gd name="T30" fmla="*/ 54 w 170"/>
                <a:gd name="T31" fmla="*/ 114 h 420"/>
                <a:gd name="T32" fmla="*/ 85 w 170"/>
                <a:gd name="T33" fmla="*/ 114 h 420"/>
                <a:gd name="T34" fmla="*/ 85 w 170"/>
                <a:gd name="T35" fmla="*/ 85 h 420"/>
                <a:gd name="T36" fmla="*/ 170 w 170"/>
                <a:gd name="T37" fmla="*/ 0 h 420"/>
                <a:gd name="T38" fmla="*/ 121 w 170"/>
                <a:gd name="T39" fmla="*/ 49 h 420"/>
                <a:gd name="T40" fmla="*/ 121 w 170"/>
                <a:gd name="T41" fmla="*/ 351 h 420"/>
                <a:gd name="T42" fmla="*/ 170 w 170"/>
                <a:gd name="T43" fmla="*/ 302 h 420"/>
                <a:gd name="T44" fmla="*/ 170 w 170"/>
                <a:gd name="T4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0" h="420">
                  <a:moveTo>
                    <a:pt x="85" y="219"/>
                  </a:moveTo>
                  <a:lnTo>
                    <a:pt x="0" y="219"/>
                  </a:lnTo>
                  <a:lnTo>
                    <a:pt x="0" y="335"/>
                  </a:lnTo>
                  <a:lnTo>
                    <a:pt x="52" y="335"/>
                  </a:lnTo>
                  <a:lnTo>
                    <a:pt x="52" y="420"/>
                  </a:lnTo>
                  <a:lnTo>
                    <a:pt x="85" y="387"/>
                  </a:lnTo>
                  <a:lnTo>
                    <a:pt x="85" y="219"/>
                  </a:lnTo>
                  <a:close/>
                  <a:moveTo>
                    <a:pt x="85" y="152"/>
                  </a:moveTo>
                  <a:lnTo>
                    <a:pt x="18" y="152"/>
                  </a:lnTo>
                  <a:lnTo>
                    <a:pt x="0" y="170"/>
                  </a:lnTo>
                  <a:lnTo>
                    <a:pt x="0" y="183"/>
                  </a:lnTo>
                  <a:lnTo>
                    <a:pt x="85" y="183"/>
                  </a:lnTo>
                  <a:lnTo>
                    <a:pt x="85" y="152"/>
                  </a:lnTo>
                  <a:close/>
                  <a:moveTo>
                    <a:pt x="85" y="85"/>
                  </a:moveTo>
                  <a:lnTo>
                    <a:pt x="85" y="85"/>
                  </a:lnTo>
                  <a:lnTo>
                    <a:pt x="54" y="114"/>
                  </a:lnTo>
                  <a:lnTo>
                    <a:pt x="85" y="114"/>
                  </a:lnTo>
                  <a:lnTo>
                    <a:pt x="85" y="85"/>
                  </a:lnTo>
                  <a:close/>
                  <a:moveTo>
                    <a:pt x="170" y="0"/>
                  </a:moveTo>
                  <a:lnTo>
                    <a:pt x="121" y="49"/>
                  </a:lnTo>
                  <a:lnTo>
                    <a:pt x="121" y="351"/>
                  </a:lnTo>
                  <a:lnTo>
                    <a:pt x="170" y="302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7FBA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8" name="Freeform 77">
              <a:extLst>
                <a:ext uri="{FF2B5EF4-FFF2-40B4-BE49-F238E27FC236}">
                  <a16:creationId xmlns:a16="http://schemas.microsoft.com/office/drawing/2014/main" id="{9D48433F-606E-4EF4-AC8D-A83DB54318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0534" y="2325687"/>
              <a:ext cx="269875" cy="666750"/>
            </a:xfrm>
            <a:custGeom>
              <a:avLst/>
              <a:gdLst>
                <a:gd name="T0" fmla="*/ 85 w 170"/>
                <a:gd name="T1" fmla="*/ 219 h 420"/>
                <a:gd name="T2" fmla="*/ 0 w 170"/>
                <a:gd name="T3" fmla="*/ 219 h 420"/>
                <a:gd name="T4" fmla="*/ 0 w 170"/>
                <a:gd name="T5" fmla="*/ 335 h 420"/>
                <a:gd name="T6" fmla="*/ 52 w 170"/>
                <a:gd name="T7" fmla="*/ 335 h 420"/>
                <a:gd name="T8" fmla="*/ 52 w 170"/>
                <a:gd name="T9" fmla="*/ 420 h 420"/>
                <a:gd name="T10" fmla="*/ 85 w 170"/>
                <a:gd name="T11" fmla="*/ 387 h 420"/>
                <a:gd name="T12" fmla="*/ 85 w 170"/>
                <a:gd name="T13" fmla="*/ 219 h 420"/>
                <a:gd name="T14" fmla="*/ 85 w 170"/>
                <a:gd name="T15" fmla="*/ 152 h 420"/>
                <a:gd name="T16" fmla="*/ 18 w 170"/>
                <a:gd name="T17" fmla="*/ 152 h 420"/>
                <a:gd name="T18" fmla="*/ 0 w 170"/>
                <a:gd name="T19" fmla="*/ 170 h 420"/>
                <a:gd name="T20" fmla="*/ 0 w 170"/>
                <a:gd name="T21" fmla="*/ 183 h 420"/>
                <a:gd name="T22" fmla="*/ 85 w 170"/>
                <a:gd name="T23" fmla="*/ 183 h 420"/>
                <a:gd name="T24" fmla="*/ 85 w 170"/>
                <a:gd name="T25" fmla="*/ 152 h 420"/>
                <a:gd name="T26" fmla="*/ 85 w 170"/>
                <a:gd name="T27" fmla="*/ 85 h 420"/>
                <a:gd name="T28" fmla="*/ 85 w 170"/>
                <a:gd name="T29" fmla="*/ 85 h 420"/>
                <a:gd name="T30" fmla="*/ 54 w 170"/>
                <a:gd name="T31" fmla="*/ 114 h 420"/>
                <a:gd name="T32" fmla="*/ 85 w 170"/>
                <a:gd name="T33" fmla="*/ 114 h 420"/>
                <a:gd name="T34" fmla="*/ 85 w 170"/>
                <a:gd name="T35" fmla="*/ 85 h 420"/>
                <a:gd name="T36" fmla="*/ 170 w 170"/>
                <a:gd name="T37" fmla="*/ 0 h 420"/>
                <a:gd name="T38" fmla="*/ 121 w 170"/>
                <a:gd name="T39" fmla="*/ 49 h 420"/>
                <a:gd name="T40" fmla="*/ 121 w 170"/>
                <a:gd name="T41" fmla="*/ 351 h 420"/>
                <a:gd name="T42" fmla="*/ 170 w 170"/>
                <a:gd name="T43" fmla="*/ 302 h 420"/>
                <a:gd name="T44" fmla="*/ 170 w 170"/>
                <a:gd name="T4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0" h="420">
                  <a:moveTo>
                    <a:pt x="85" y="219"/>
                  </a:moveTo>
                  <a:lnTo>
                    <a:pt x="0" y="219"/>
                  </a:lnTo>
                  <a:lnTo>
                    <a:pt x="0" y="335"/>
                  </a:lnTo>
                  <a:lnTo>
                    <a:pt x="52" y="335"/>
                  </a:lnTo>
                  <a:lnTo>
                    <a:pt x="52" y="420"/>
                  </a:lnTo>
                  <a:lnTo>
                    <a:pt x="85" y="387"/>
                  </a:lnTo>
                  <a:lnTo>
                    <a:pt x="85" y="219"/>
                  </a:lnTo>
                  <a:moveTo>
                    <a:pt x="85" y="152"/>
                  </a:moveTo>
                  <a:lnTo>
                    <a:pt x="18" y="152"/>
                  </a:lnTo>
                  <a:lnTo>
                    <a:pt x="0" y="170"/>
                  </a:lnTo>
                  <a:lnTo>
                    <a:pt x="0" y="183"/>
                  </a:lnTo>
                  <a:lnTo>
                    <a:pt x="85" y="183"/>
                  </a:lnTo>
                  <a:lnTo>
                    <a:pt x="85" y="152"/>
                  </a:lnTo>
                  <a:moveTo>
                    <a:pt x="85" y="85"/>
                  </a:moveTo>
                  <a:lnTo>
                    <a:pt x="85" y="85"/>
                  </a:lnTo>
                  <a:lnTo>
                    <a:pt x="54" y="114"/>
                  </a:lnTo>
                  <a:lnTo>
                    <a:pt x="85" y="114"/>
                  </a:lnTo>
                  <a:lnTo>
                    <a:pt x="85" y="85"/>
                  </a:lnTo>
                  <a:moveTo>
                    <a:pt x="170" y="0"/>
                  </a:moveTo>
                  <a:lnTo>
                    <a:pt x="121" y="49"/>
                  </a:lnTo>
                  <a:lnTo>
                    <a:pt x="121" y="351"/>
                  </a:lnTo>
                  <a:lnTo>
                    <a:pt x="170" y="302"/>
                  </a:lnTo>
                  <a:lnTo>
                    <a:pt x="17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19" name="Freeform 78">
              <a:extLst>
                <a:ext uri="{FF2B5EF4-FFF2-40B4-BE49-F238E27FC236}">
                  <a16:creationId xmlns:a16="http://schemas.microsoft.com/office/drawing/2014/main" id="{09644343-11B2-45DE-A275-35C873008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859" y="3148012"/>
              <a:ext cx="20638" cy="20637"/>
            </a:xfrm>
            <a:custGeom>
              <a:avLst/>
              <a:gdLst>
                <a:gd name="T0" fmla="*/ 13 w 13"/>
                <a:gd name="T1" fmla="*/ 0 h 13"/>
                <a:gd name="T2" fmla="*/ 0 w 13"/>
                <a:gd name="T3" fmla="*/ 13 h 13"/>
                <a:gd name="T4" fmla="*/ 13 w 13"/>
                <a:gd name="T5" fmla="*/ 13 h 13"/>
                <a:gd name="T6" fmla="*/ 13 w 13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3">
                  <a:moveTo>
                    <a:pt x="13" y="0"/>
                  </a:moveTo>
                  <a:lnTo>
                    <a:pt x="0" y="13"/>
                  </a:lnTo>
                  <a:lnTo>
                    <a:pt x="13" y="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7FBA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0" name="Freeform 79">
              <a:extLst>
                <a:ext uri="{FF2B5EF4-FFF2-40B4-BE49-F238E27FC236}">
                  <a16:creationId xmlns:a16="http://schemas.microsoft.com/office/drawing/2014/main" id="{AF3EC2D3-AB9C-4BB6-B37E-214EB714D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859" y="3148012"/>
              <a:ext cx="20638" cy="20637"/>
            </a:xfrm>
            <a:custGeom>
              <a:avLst/>
              <a:gdLst>
                <a:gd name="T0" fmla="*/ 13 w 13"/>
                <a:gd name="T1" fmla="*/ 0 h 13"/>
                <a:gd name="T2" fmla="*/ 0 w 13"/>
                <a:gd name="T3" fmla="*/ 13 h 13"/>
                <a:gd name="T4" fmla="*/ 13 w 13"/>
                <a:gd name="T5" fmla="*/ 13 h 13"/>
                <a:gd name="T6" fmla="*/ 13 w 13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3">
                  <a:moveTo>
                    <a:pt x="13" y="0"/>
                  </a:moveTo>
                  <a:lnTo>
                    <a:pt x="0" y="13"/>
                  </a:lnTo>
                  <a:lnTo>
                    <a:pt x="13" y="13"/>
                  </a:lnTo>
                  <a:lnTo>
                    <a:pt x="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1" name="Freeform 80">
              <a:extLst>
                <a:ext uri="{FF2B5EF4-FFF2-40B4-BE49-F238E27FC236}">
                  <a16:creationId xmlns:a16="http://schemas.microsoft.com/office/drawing/2014/main" id="{152415D1-53BC-4805-A739-F6E7CFEB6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246" y="2857500"/>
              <a:ext cx="477838" cy="311150"/>
            </a:xfrm>
            <a:custGeom>
              <a:avLst/>
              <a:gdLst>
                <a:gd name="T0" fmla="*/ 301 w 301"/>
                <a:gd name="T1" fmla="*/ 0 h 196"/>
                <a:gd name="T2" fmla="*/ 249 w 301"/>
                <a:gd name="T3" fmla="*/ 0 h 196"/>
                <a:gd name="T4" fmla="*/ 84 w 301"/>
                <a:gd name="T5" fmla="*/ 0 h 196"/>
                <a:gd name="T6" fmla="*/ 0 w 301"/>
                <a:gd name="T7" fmla="*/ 83 h 196"/>
                <a:gd name="T8" fmla="*/ 0 w 301"/>
                <a:gd name="T9" fmla="*/ 196 h 196"/>
                <a:gd name="T10" fmla="*/ 190 w 301"/>
                <a:gd name="T11" fmla="*/ 196 h 196"/>
                <a:gd name="T12" fmla="*/ 301 w 301"/>
                <a:gd name="T13" fmla="*/ 85 h 196"/>
                <a:gd name="T14" fmla="*/ 301 w 301"/>
                <a:gd name="T15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1" h="196">
                  <a:moveTo>
                    <a:pt x="301" y="0"/>
                  </a:moveTo>
                  <a:lnTo>
                    <a:pt x="249" y="0"/>
                  </a:lnTo>
                  <a:lnTo>
                    <a:pt x="84" y="0"/>
                  </a:lnTo>
                  <a:lnTo>
                    <a:pt x="0" y="83"/>
                  </a:lnTo>
                  <a:lnTo>
                    <a:pt x="0" y="196"/>
                  </a:lnTo>
                  <a:lnTo>
                    <a:pt x="190" y="196"/>
                  </a:lnTo>
                  <a:lnTo>
                    <a:pt x="301" y="85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7FBA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2" name="Freeform 81">
              <a:extLst>
                <a:ext uri="{FF2B5EF4-FFF2-40B4-BE49-F238E27FC236}">
                  <a16:creationId xmlns:a16="http://schemas.microsoft.com/office/drawing/2014/main" id="{C3C76D0F-EF70-4733-9168-AC62E7802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246" y="2857500"/>
              <a:ext cx="477838" cy="311150"/>
            </a:xfrm>
            <a:custGeom>
              <a:avLst/>
              <a:gdLst>
                <a:gd name="T0" fmla="*/ 301 w 301"/>
                <a:gd name="T1" fmla="*/ 0 h 196"/>
                <a:gd name="T2" fmla="*/ 249 w 301"/>
                <a:gd name="T3" fmla="*/ 0 h 196"/>
                <a:gd name="T4" fmla="*/ 84 w 301"/>
                <a:gd name="T5" fmla="*/ 0 h 196"/>
                <a:gd name="T6" fmla="*/ 0 w 301"/>
                <a:gd name="T7" fmla="*/ 83 h 196"/>
                <a:gd name="T8" fmla="*/ 0 w 301"/>
                <a:gd name="T9" fmla="*/ 196 h 196"/>
                <a:gd name="T10" fmla="*/ 190 w 301"/>
                <a:gd name="T11" fmla="*/ 196 h 196"/>
                <a:gd name="T12" fmla="*/ 301 w 301"/>
                <a:gd name="T13" fmla="*/ 85 h 196"/>
                <a:gd name="T14" fmla="*/ 301 w 301"/>
                <a:gd name="T15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1" h="196">
                  <a:moveTo>
                    <a:pt x="301" y="0"/>
                  </a:moveTo>
                  <a:lnTo>
                    <a:pt x="249" y="0"/>
                  </a:lnTo>
                  <a:lnTo>
                    <a:pt x="84" y="0"/>
                  </a:lnTo>
                  <a:lnTo>
                    <a:pt x="0" y="83"/>
                  </a:lnTo>
                  <a:lnTo>
                    <a:pt x="0" y="196"/>
                  </a:lnTo>
                  <a:lnTo>
                    <a:pt x="190" y="196"/>
                  </a:lnTo>
                  <a:lnTo>
                    <a:pt x="301" y="85"/>
                  </a:lnTo>
                  <a:lnTo>
                    <a:pt x="30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3" name="Freeform 82">
              <a:extLst>
                <a:ext uri="{FF2B5EF4-FFF2-40B4-BE49-F238E27FC236}">
                  <a16:creationId xmlns:a16="http://schemas.microsoft.com/office/drawing/2014/main" id="{508A34E1-F54D-4822-9683-604EDD18E0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3921" y="2297112"/>
              <a:ext cx="212725" cy="344487"/>
            </a:xfrm>
            <a:custGeom>
              <a:avLst/>
              <a:gdLst>
                <a:gd name="T0" fmla="*/ 36 w 134"/>
                <a:gd name="T1" fmla="*/ 0 h 217"/>
                <a:gd name="T2" fmla="*/ 0 w 134"/>
                <a:gd name="T3" fmla="*/ 0 h 217"/>
                <a:gd name="T4" fmla="*/ 0 w 134"/>
                <a:gd name="T5" fmla="*/ 217 h 217"/>
                <a:gd name="T6" fmla="*/ 36 w 134"/>
                <a:gd name="T7" fmla="*/ 181 h 217"/>
                <a:gd name="T8" fmla="*/ 36 w 134"/>
                <a:gd name="T9" fmla="*/ 0 h 217"/>
                <a:gd name="T10" fmla="*/ 134 w 134"/>
                <a:gd name="T11" fmla="*/ 0 h 217"/>
                <a:gd name="T12" fmla="*/ 98 w 134"/>
                <a:gd name="T13" fmla="*/ 0 h 217"/>
                <a:gd name="T14" fmla="*/ 98 w 134"/>
                <a:gd name="T15" fmla="*/ 119 h 217"/>
                <a:gd name="T16" fmla="*/ 134 w 134"/>
                <a:gd name="T17" fmla="*/ 83 h 217"/>
                <a:gd name="T18" fmla="*/ 134 w 134"/>
                <a:gd name="T1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217">
                  <a:moveTo>
                    <a:pt x="36" y="0"/>
                  </a:moveTo>
                  <a:lnTo>
                    <a:pt x="0" y="0"/>
                  </a:lnTo>
                  <a:lnTo>
                    <a:pt x="0" y="217"/>
                  </a:lnTo>
                  <a:lnTo>
                    <a:pt x="36" y="181"/>
                  </a:lnTo>
                  <a:lnTo>
                    <a:pt x="36" y="0"/>
                  </a:lnTo>
                  <a:close/>
                  <a:moveTo>
                    <a:pt x="134" y="0"/>
                  </a:moveTo>
                  <a:lnTo>
                    <a:pt x="98" y="0"/>
                  </a:lnTo>
                  <a:lnTo>
                    <a:pt x="98" y="119"/>
                  </a:lnTo>
                  <a:lnTo>
                    <a:pt x="134" y="83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7FBA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4" name="Freeform 83">
              <a:extLst>
                <a:ext uri="{FF2B5EF4-FFF2-40B4-BE49-F238E27FC236}">
                  <a16:creationId xmlns:a16="http://schemas.microsoft.com/office/drawing/2014/main" id="{0F78F013-A977-4CC9-98D4-D3433B77E3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3921" y="2297112"/>
              <a:ext cx="212725" cy="344487"/>
            </a:xfrm>
            <a:custGeom>
              <a:avLst/>
              <a:gdLst>
                <a:gd name="T0" fmla="*/ 36 w 134"/>
                <a:gd name="T1" fmla="*/ 0 h 217"/>
                <a:gd name="T2" fmla="*/ 0 w 134"/>
                <a:gd name="T3" fmla="*/ 0 h 217"/>
                <a:gd name="T4" fmla="*/ 0 w 134"/>
                <a:gd name="T5" fmla="*/ 217 h 217"/>
                <a:gd name="T6" fmla="*/ 36 w 134"/>
                <a:gd name="T7" fmla="*/ 181 h 217"/>
                <a:gd name="T8" fmla="*/ 36 w 134"/>
                <a:gd name="T9" fmla="*/ 0 h 217"/>
                <a:gd name="T10" fmla="*/ 134 w 134"/>
                <a:gd name="T11" fmla="*/ 0 h 217"/>
                <a:gd name="T12" fmla="*/ 98 w 134"/>
                <a:gd name="T13" fmla="*/ 0 h 217"/>
                <a:gd name="T14" fmla="*/ 98 w 134"/>
                <a:gd name="T15" fmla="*/ 119 h 217"/>
                <a:gd name="T16" fmla="*/ 134 w 134"/>
                <a:gd name="T17" fmla="*/ 83 h 217"/>
                <a:gd name="T18" fmla="*/ 134 w 134"/>
                <a:gd name="T1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217">
                  <a:moveTo>
                    <a:pt x="36" y="0"/>
                  </a:moveTo>
                  <a:lnTo>
                    <a:pt x="0" y="0"/>
                  </a:lnTo>
                  <a:lnTo>
                    <a:pt x="0" y="217"/>
                  </a:lnTo>
                  <a:lnTo>
                    <a:pt x="36" y="181"/>
                  </a:lnTo>
                  <a:lnTo>
                    <a:pt x="36" y="0"/>
                  </a:lnTo>
                  <a:moveTo>
                    <a:pt x="134" y="0"/>
                  </a:moveTo>
                  <a:lnTo>
                    <a:pt x="98" y="0"/>
                  </a:lnTo>
                  <a:lnTo>
                    <a:pt x="98" y="119"/>
                  </a:lnTo>
                  <a:lnTo>
                    <a:pt x="134" y="83"/>
                  </a:lnTo>
                  <a:lnTo>
                    <a:pt x="1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5" name="Freeform 84">
              <a:extLst>
                <a:ext uri="{FF2B5EF4-FFF2-40B4-BE49-F238E27FC236}">
                  <a16:creationId xmlns:a16="http://schemas.microsoft.com/office/drawing/2014/main" id="{FF81DD5A-FBDA-4A4D-A01B-58B98BBA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071" y="2006600"/>
              <a:ext cx="98425" cy="577850"/>
            </a:xfrm>
            <a:custGeom>
              <a:avLst/>
              <a:gdLst>
                <a:gd name="T0" fmla="*/ 62 w 62"/>
                <a:gd name="T1" fmla="*/ 0 h 364"/>
                <a:gd name="T2" fmla="*/ 0 w 62"/>
                <a:gd name="T3" fmla="*/ 62 h 364"/>
                <a:gd name="T4" fmla="*/ 0 w 62"/>
                <a:gd name="T5" fmla="*/ 183 h 364"/>
                <a:gd name="T6" fmla="*/ 0 w 62"/>
                <a:gd name="T7" fmla="*/ 364 h 364"/>
                <a:gd name="T8" fmla="*/ 62 w 62"/>
                <a:gd name="T9" fmla="*/ 302 h 364"/>
                <a:gd name="T10" fmla="*/ 62 w 62"/>
                <a:gd name="T11" fmla="*/ 183 h 364"/>
                <a:gd name="T12" fmla="*/ 62 w 62"/>
                <a:gd name="T13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364">
                  <a:moveTo>
                    <a:pt x="62" y="0"/>
                  </a:moveTo>
                  <a:lnTo>
                    <a:pt x="0" y="62"/>
                  </a:lnTo>
                  <a:lnTo>
                    <a:pt x="0" y="183"/>
                  </a:lnTo>
                  <a:lnTo>
                    <a:pt x="0" y="364"/>
                  </a:lnTo>
                  <a:lnTo>
                    <a:pt x="62" y="302"/>
                  </a:lnTo>
                  <a:lnTo>
                    <a:pt x="62" y="183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7FBA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6" name="Freeform 85">
              <a:extLst>
                <a:ext uri="{FF2B5EF4-FFF2-40B4-BE49-F238E27FC236}">
                  <a16:creationId xmlns:a16="http://schemas.microsoft.com/office/drawing/2014/main" id="{2C39101B-E0DB-4090-8B29-E6A091F4F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071" y="2006600"/>
              <a:ext cx="98425" cy="577850"/>
            </a:xfrm>
            <a:custGeom>
              <a:avLst/>
              <a:gdLst>
                <a:gd name="T0" fmla="*/ 62 w 62"/>
                <a:gd name="T1" fmla="*/ 0 h 364"/>
                <a:gd name="T2" fmla="*/ 0 w 62"/>
                <a:gd name="T3" fmla="*/ 62 h 364"/>
                <a:gd name="T4" fmla="*/ 0 w 62"/>
                <a:gd name="T5" fmla="*/ 183 h 364"/>
                <a:gd name="T6" fmla="*/ 0 w 62"/>
                <a:gd name="T7" fmla="*/ 364 h 364"/>
                <a:gd name="T8" fmla="*/ 62 w 62"/>
                <a:gd name="T9" fmla="*/ 302 h 364"/>
                <a:gd name="T10" fmla="*/ 62 w 62"/>
                <a:gd name="T11" fmla="*/ 183 h 364"/>
                <a:gd name="T12" fmla="*/ 62 w 62"/>
                <a:gd name="T13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364">
                  <a:moveTo>
                    <a:pt x="62" y="0"/>
                  </a:moveTo>
                  <a:lnTo>
                    <a:pt x="0" y="62"/>
                  </a:lnTo>
                  <a:lnTo>
                    <a:pt x="0" y="183"/>
                  </a:lnTo>
                  <a:lnTo>
                    <a:pt x="0" y="364"/>
                  </a:lnTo>
                  <a:lnTo>
                    <a:pt x="62" y="302"/>
                  </a:lnTo>
                  <a:lnTo>
                    <a:pt x="62" y="183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7" name="Freeform 86">
              <a:extLst>
                <a:ext uri="{FF2B5EF4-FFF2-40B4-BE49-F238E27FC236}">
                  <a16:creationId xmlns:a16="http://schemas.microsoft.com/office/drawing/2014/main" id="{6C73ABB4-B573-49AA-B8D0-A9D18748BB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5696" y="1393825"/>
              <a:ext cx="2284413" cy="1806575"/>
            </a:xfrm>
            <a:custGeom>
              <a:avLst/>
              <a:gdLst>
                <a:gd name="T0" fmla="*/ 322 w 1439"/>
                <a:gd name="T1" fmla="*/ 1118 h 1138"/>
                <a:gd name="T2" fmla="*/ 132 w 1439"/>
                <a:gd name="T3" fmla="*/ 1118 h 1138"/>
                <a:gd name="T4" fmla="*/ 65 w 1439"/>
                <a:gd name="T5" fmla="*/ 1118 h 1138"/>
                <a:gd name="T6" fmla="*/ 32 w 1439"/>
                <a:gd name="T7" fmla="*/ 1118 h 1138"/>
                <a:gd name="T8" fmla="*/ 19 w 1439"/>
                <a:gd name="T9" fmla="*/ 1118 h 1138"/>
                <a:gd name="T10" fmla="*/ 0 w 1439"/>
                <a:gd name="T11" fmla="*/ 1138 h 1138"/>
                <a:gd name="T12" fmla="*/ 302 w 1439"/>
                <a:gd name="T13" fmla="*/ 1138 h 1138"/>
                <a:gd name="T14" fmla="*/ 322 w 1439"/>
                <a:gd name="T15" fmla="*/ 1118 h 1138"/>
                <a:gd name="T16" fmla="*/ 1439 w 1439"/>
                <a:gd name="T17" fmla="*/ 0 h 1138"/>
                <a:gd name="T18" fmla="*/ 1136 w 1439"/>
                <a:gd name="T19" fmla="*/ 0 h 1138"/>
                <a:gd name="T20" fmla="*/ 1117 w 1439"/>
                <a:gd name="T21" fmla="*/ 20 h 1138"/>
                <a:gd name="T22" fmla="*/ 1419 w 1439"/>
                <a:gd name="T23" fmla="*/ 20 h 1138"/>
                <a:gd name="T24" fmla="*/ 1439 w 1439"/>
                <a:gd name="T2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39" h="1138">
                  <a:moveTo>
                    <a:pt x="322" y="1118"/>
                  </a:moveTo>
                  <a:lnTo>
                    <a:pt x="132" y="1118"/>
                  </a:lnTo>
                  <a:lnTo>
                    <a:pt x="65" y="1118"/>
                  </a:lnTo>
                  <a:lnTo>
                    <a:pt x="32" y="1118"/>
                  </a:lnTo>
                  <a:lnTo>
                    <a:pt x="19" y="1118"/>
                  </a:lnTo>
                  <a:lnTo>
                    <a:pt x="0" y="1138"/>
                  </a:lnTo>
                  <a:lnTo>
                    <a:pt x="302" y="1138"/>
                  </a:lnTo>
                  <a:lnTo>
                    <a:pt x="322" y="1118"/>
                  </a:lnTo>
                  <a:close/>
                  <a:moveTo>
                    <a:pt x="1439" y="0"/>
                  </a:moveTo>
                  <a:lnTo>
                    <a:pt x="1136" y="0"/>
                  </a:lnTo>
                  <a:lnTo>
                    <a:pt x="1117" y="20"/>
                  </a:lnTo>
                  <a:lnTo>
                    <a:pt x="1419" y="20"/>
                  </a:lnTo>
                  <a:lnTo>
                    <a:pt x="1439" y="0"/>
                  </a:lnTo>
                  <a:close/>
                </a:path>
              </a:pathLst>
            </a:custGeom>
            <a:solidFill>
              <a:srgbClr val="FD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8" name="Freeform 87">
              <a:extLst>
                <a:ext uri="{FF2B5EF4-FFF2-40B4-BE49-F238E27FC236}">
                  <a16:creationId xmlns:a16="http://schemas.microsoft.com/office/drawing/2014/main" id="{6D37A6EA-2C3A-4A5E-9626-EE5D7A7E0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5696" y="1393825"/>
              <a:ext cx="2284413" cy="1806575"/>
            </a:xfrm>
            <a:custGeom>
              <a:avLst/>
              <a:gdLst>
                <a:gd name="T0" fmla="*/ 322 w 1439"/>
                <a:gd name="T1" fmla="*/ 1118 h 1138"/>
                <a:gd name="T2" fmla="*/ 132 w 1439"/>
                <a:gd name="T3" fmla="*/ 1118 h 1138"/>
                <a:gd name="T4" fmla="*/ 65 w 1439"/>
                <a:gd name="T5" fmla="*/ 1118 h 1138"/>
                <a:gd name="T6" fmla="*/ 32 w 1439"/>
                <a:gd name="T7" fmla="*/ 1118 h 1138"/>
                <a:gd name="T8" fmla="*/ 19 w 1439"/>
                <a:gd name="T9" fmla="*/ 1118 h 1138"/>
                <a:gd name="T10" fmla="*/ 0 w 1439"/>
                <a:gd name="T11" fmla="*/ 1138 h 1138"/>
                <a:gd name="T12" fmla="*/ 302 w 1439"/>
                <a:gd name="T13" fmla="*/ 1138 h 1138"/>
                <a:gd name="T14" fmla="*/ 322 w 1439"/>
                <a:gd name="T15" fmla="*/ 1118 h 1138"/>
                <a:gd name="T16" fmla="*/ 1439 w 1439"/>
                <a:gd name="T17" fmla="*/ 0 h 1138"/>
                <a:gd name="T18" fmla="*/ 1136 w 1439"/>
                <a:gd name="T19" fmla="*/ 0 h 1138"/>
                <a:gd name="T20" fmla="*/ 1117 w 1439"/>
                <a:gd name="T21" fmla="*/ 20 h 1138"/>
                <a:gd name="T22" fmla="*/ 1419 w 1439"/>
                <a:gd name="T23" fmla="*/ 20 h 1138"/>
                <a:gd name="T24" fmla="*/ 1439 w 1439"/>
                <a:gd name="T2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39" h="1138">
                  <a:moveTo>
                    <a:pt x="322" y="1118"/>
                  </a:moveTo>
                  <a:lnTo>
                    <a:pt x="132" y="1118"/>
                  </a:lnTo>
                  <a:lnTo>
                    <a:pt x="65" y="1118"/>
                  </a:lnTo>
                  <a:lnTo>
                    <a:pt x="32" y="1118"/>
                  </a:lnTo>
                  <a:lnTo>
                    <a:pt x="19" y="1118"/>
                  </a:lnTo>
                  <a:lnTo>
                    <a:pt x="0" y="1138"/>
                  </a:lnTo>
                  <a:lnTo>
                    <a:pt x="302" y="1138"/>
                  </a:lnTo>
                  <a:lnTo>
                    <a:pt x="322" y="1118"/>
                  </a:lnTo>
                  <a:moveTo>
                    <a:pt x="1439" y="0"/>
                  </a:moveTo>
                  <a:lnTo>
                    <a:pt x="1136" y="0"/>
                  </a:lnTo>
                  <a:lnTo>
                    <a:pt x="1117" y="20"/>
                  </a:lnTo>
                  <a:lnTo>
                    <a:pt x="1419" y="20"/>
                  </a:lnTo>
                  <a:lnTo>
                    <a:pt x="14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29" name="Freeform 88">
              <a:extLst>
                <a:ext uri="{FF2B5EF4-FFF2-40B4-BE49-F238E27FC236}">
                  <a16:creationId xmlns:a16="http://schemas.microsoft.com/office/drawing/2014/main" id="{5D6E2C94-DFA9-433B-AD2A-9E6EF61A4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434" y="1638300"/>
              <a:ext cx="636588" cy="381000"/>
            </a:xfrm>
            <a:custGeom>
              <a:avLst/>
              <a:gdLst>
                <a:gd name="T0" fmla="*/ 200 w 245"/>
                <a:gd name="T1" fmla="*/ 62 h 147"/>
                <a:gd name="T2" fmla="*/ 113 w 245"/>
                <a:gd name="T3" fmla="*/ 41 h 147"/>
                <a:gd name="T4" fmla="*/ 110 w 245"/>
                <a:gd name="T5" fmla="*/ 36 h 147"/>
                <a:gd name="T6" fmla="*/ 70 w 245"/>
                <a:gd name="T7" fmla="*/ 27 h 147"/>
                <a:gd name="T8" fmla="*/ 57 w 245"/>
                <a:gd name="T9" fmla="*/ 45 h 147"/>
                <a:gd name="T10" fmla="*/ 8 w 245"/>
                <a:gd name="T11" fmla="*/ 100 h 147"/>
                <a:gd name="T12" fmla="*/ 80 w 245"/>
                <a:gd name="T13" fmla="*/ 126 h 147"/>
                <a:gd name="T14" fmla="*/ 157 w 245"/>
                <a:gd name="T15" fmla="*/ 125 h 147"/>
                <a:gd name="T16" fmla="*/ 171 w 245"/>
                <a:gd name="T17" fmla="*/ 133 h 147"/>
                <a:gd name="T18" fmla="*/ 239 w 245"/>
                <a:gd name="T19" fmla="*/ 104 h 147"/>
                <a:gd name="T20" fmla="*/ 200 w 245"/>
                <a:gd name="T21" fmla="*/ 62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5" h="147">
                  <a:moveTo>
                    <a:pt x="200" y="62"/>
                  </a:moveTo>
                  <a:cubicBezTo>
                    <a:pt x="194" y="20"/>
                    <a:pt x="122" y="0"/>
                    <a:pt x="113" y="41"/>
                  </a:cubicBezTo>
                  <a:cubicBezTo>
                    <a:pt x="112" y="39"/>
                    <a:pt x="111" y="38"/>
                    <a:pt x="110" y="36"/>
                  </a:cubicBezTo>
                  <a:cubicBezTo>
                    <a:pt x="99" y="25"/>
                    <a:pt x="85" y="19"/>
                    <a:pt x="70" y="27"/>
                  </a:cubicBezTo>
                  <a:cubicBezTo>
                    <a:pt x="62" y="31"/>
                    <a:pt x="58" y="38"/>
                    <a:pt x="57" y="45"/>
                  </a:cubicBezTo>
                  <a:cubicBezTo>
                    <a:pt x="29" y="45"/>
                    <a:pt x="0" y="69"/>
                    <a:pt x="8" y="100"/>
                  </a:cubicBezTo>
                  <a:cubicBezTo>
                    <a:pt x="16" y="130"/>
                    <a:pt x="54" y="138"/>
                    <a:pt x="80" y="126"/>
                  </a:cubicBezTo>
                  <a:cubicBezTo>
                    <a:pt x="99" y="147"/>
                    <a:pt x="136" y="145"/>
                    <a:pt x="157" y="125"/>
                  </a:cubicBezTo>
                  <a:cubicBezTo>
                    <a:pt x="161" y="129"/>
                    <a:pt x="166" y="132"/>
                    <a:pt x="171" y="133"/>
                  </a:cubicBezTo>
                  <a:cubicBezTo>
                    <a:pt x="196" y="143"/>
                    <a:pt x="233" y="132"/>
                    <a:pt x="239" y="104"/>
                  </a:cubicBezTo>
                  <a:cubicBezTo>
                    <a:pt x="245" y="79"/>
                    <a:pt x="222" y="64"/>
                    <a:pt x="200" y="62"/>
                  </a:cubicBezTo>
                  <a:close/>
                </a:path>
              </a:pathLst>
            </a:cu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0" name="Freeform 89">
              <a:extLst>
                <a:ext uri="{FF2B5EF4-FFF2-40B4-BE49-F238E27FC236}">
                  <a16:creationId xmlns:a16="http://schemas.microsoft.com/office/drawing/2014/main" id="{373CAA52-E92A-4FF3-858C-D63AD5D2A3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2621" y="1684337"/>
              <a:ext cx="360363" cy="309562"/>
            </a:xfrm>
            <a:custGeom>
              <a:avLst/>
              <a:gdLst>
                <a:gd name="T0" fmla="*/ 107 w 139"/>
                <a:gd name="T1" fmla="*/ 46 h 119"/>
                <a:gd name="T2" fmla="*/ 36 w 139"/>
                <a:gd name="T3" fmla="*/ 118 h 119"/>
                <a:gd name="T4" fmla="*/ 52 w 139"/>
                <a:gd name="T5" fmla="*/ 107 h 119"/>
                <a:gd name="T6" fmla="*/ 66 w 139"/>
                <a:gd name="T7" fmla="*/ 115 h 119"/>
                <a:gd name="T8" fmla="*/ 86 w 139"/>
                <a:gd name="T9" fmla="*/ 119 h 119"/>
                <a:gd name="T10" fmla="*/ 134 w 139"/>
                <a:gd name="T11" fmla="*/ 86 h 119"/>
                <a:gd name="T12" fmla="*/ 107 w 139"/>
                <a:gd name="T13" fmla="*/ 46 h 119"/>
                <a:gd name="T14" fmla="*/ 38 w 139"/>
                <a:gd name="T15" fmla="*/ 0 h 119"/>
                <a:gd name="T16" fmla="*/ 8 w 139"/>
                <a:gd name="T17" fmla="*/ 23 h 119"/>
                <a:gd name="T18" fmla="*/ 5 w 139"/>
                <a:gd name="T19" fmla="*/ 18 h 119"/>
                <a:gd name="T20" fmla="*/ 0 w 139"/>
                <a:gd name="T21" fmla="*/ 14 h 119"/>
                <a:gd name="T22" fmla="*/ 0 w 139"/>
                <a:gd name="T23" fmla="*/ 100 h 119"/>
                <a:gd name="T24" fmla="*/ 82 w 139"/>
                <a:gd name="T25" fmla="*/ 19 h 119"/>
                <a:gd name="T26" fmla="*/ 38 w 139"/>
                <a:gd name="T27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9" h="119">
                  <a:moveTo>
                    <a:pt x="107" y="46"/>
                  </a:moveTo>
                  <a:cubicBezTo>
                    <a:pt x="36" y="118"/>
                    <a:pt x="36" y="118"/>
                    <a:pt x="36" y="118"/>
                  </a:cubicBezTo>
                  <a:cubicBezTo>
                    <a:pt x="42" y="115"/>
                    <a:pt x="47" y="112"/>
                    <a:pt x="52" y="107"/>
                  </a:cubicBezTo>
                  <a:cubicBezTo>
                    <a:pt x="56" y="111"/>
                    <a:pt x="61" y="114"/>
                    <a:pt x="66" y="115"/>
                  </a:cubicBezTo>
                  <a:cubicBezTo>
                    <a:pt x="72" y="118"/>
                    <a:pt x="79" y="119"/>
                    <a:pt x="86" y="119"/>
                  </a:cubicBezTo>
                  <a:cubicBezTo>
                    <a:pt x="107" y="119"/>
                    <a:pt x="129" y="108"/>
                    <a:pt x="134" y="86"/>
                  </a:cubicBezTo>
                  <a:cubicBezTo>
                    <a:pt x="139" y="65"/>
                    <a:pt x="125" y="52"/>
                    <a:pt x="107" y="46"/>
                  </a:cubicBezTo>
                  <a:moveTo>
                    <a:pt x="38" y="0"/>
                  </a:moveTo>
                  <a:cubicBezTo>
                    <a:pt x="24" y="0"/>
                    <a:pt x="11" y="7"/>
                    <a:pt x="8" y="23"/>
                  </a:cubicBezTo>
                  <a:cubicBezTo>
                    <a:pt x="7" y="21"/>
                    <a:pt x="6" y="20"/>
                    <a:pt x="5" y="18"/>
                  </a:cubicBezTo>
                  <a:cubicBezTo>
                    <a:pt x="3" y="17"/>
                    <a:pt x="2" y="15"/>
                    <a:pt x="0" y="1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70" y="7"/>
                    <a:pt x="53" y="0"/>
                    <a:pt x="38" y="0"/>
                  </a:cubicBezTo>
                </a:path>
              </a:pathLst>
            </a:custGeom>
            <a:solidFill>
              <a:srgbClr val="D7F0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1" name="Freeform 90">
              <a:extLst>
                <a:ext uri="{FF2B5EF4-FFF2-40B4-BE49-F238E27FC236}">
                  <a16:creationId xmlns:a16="http://schemas.microsoft.com/office/drawing/2014/main" id="{E4B23988-2124-4308-A3D6-707EC5EBE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621" y="1733550"/>
              <a:ext cx="277813" cy="269875"/>
            </a:xfrm>
            <a:custGeom>
              <a:avLst/>
              <a:gdLst>
                <a:gd name="T0" fmla="*/ 82 w 107"/>
                <a:gd name="T1" fmla="*/ 0 h 104"/>
                <a:gd name="T2" fmla="*/ 0 w 107"/>
                <a:gd name="T3" fmla="*/ 81 h 104"/>
                <a:gd name="T4" fmla="*/ 0 w 107"/>
                <a:gd name="T5" fmla="*/ 103 h 104"/>
                <a:gd name="T6" fmla="*/ 12 w 107"/>
                <a:gd name="T7" fmla="*/ 104 h 104"/>
                <a:gd name="T8" fmla="*/ 36 w 107"/>
                <a:gd name="T9" fmla="*/ 99 h 104"/>
                <a:gd name="T10" fmla="*/ 107 w 107"/>
                <a:gd name="T11" fmla="*/ 27 h 104"/>
                <a:gd name="T12" fmla="*/ 95 w 107"/>
                <a:gd name="T13" fmla="*/ 25 h 104"/>
                <a:gd name="T14" fmla="*/ 82 w 107"/>
                <a:gd name="T1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7" h="104">
                  <a:moveTo>
                    <a:pt x="82" y="0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4" y="103"/>
                    <a:pt x="8" y="104"/>
                    <a:pt x="12" y="104"/>
                  </a:cubicBezTo>
                  <a:cubicBezTo>
                    <a:pt x="20" y="104"/>
                    <a:pt x="28" y="102"/>
                    <a:pt x="36" y="99"/>
                  </a:cubicBezTo>
                  <a:cubicBezTo>
                    <a:pt x="107" y="27"/>
                    <a:pt x="107" y="27"/>
                    <a:pt x="107" y="27"/>
                  </a:cubicBezTo>
                  <a:cubicBezTo>
                    <a:pt x="103" y="26"/>
                    <a:pt x="99" y="25"/>
                    <a:pt x="95" y="25"/>
                  </a:cubicBezTo>
                  <a:cubicBezTo>
                    <a:pt x="93" y="15"/>
                    <a:pt x="88" y="6"/>
                    <a:pt x="82" y="0"/>
                  </a:cubicBezTo>
                </a:path>
              </a:pathLst>
            </a:custGeom>
            <a:solidFill>
              <a:srgbClr val="EA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2" name="Freeform 91">
              <a:extLst>
                <a:ext uri="{FF2B5EF4-FFF2-40B4-BE49-F238E27FC236}">
                  <a16:creationId xmlns:a16="http://schemas.microsoft.com/office/drawing/2014/main" id="{D158E30F-456D-4440-9B1A-0F68782303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7034" y="1708150"/>
              <a:ext cx="198438" cy="261937"/>
            </a:xfrm>
            <a:custGeom>
              <a:avLst/>
              <a:gdLst>
                <a:gd name="T0" fmla="*/ 76 w 76"/>
                <a:gd name="T1" fmla="*/ 83 h 101"/>
                <a:gd name="T2" fmla="*/ 5 w 76"/>
                <a:gd name="T3" fmla="*/ 83 h 101"/>
                <a:gd name="T4" fmla="*/ 29 w 76"/>
                <a:gd name="T5" fmla="*/ 101 h 101"/>
                <a:gd name="T6" fmla="*/ 66 w 76"/>
                <a:gd name="T7" fmla="*/ 101 h 101"/>
                <a:gd name="T8" fmla="*/ 73 w 76"/>
                <a:gd name="T9" fmla="*/ 99 h 101"/>
                <a:gd name="T10" fmla="*/ 76 w 76"/>
                <a:gd name="T11" fmla="*/ 101 h 101"/>
                <a:gd name="T12" fmla="*/ 76 w 76"/>
                <a:gd name="T13" fmla="*/ 101 h 101"/>
                <a:gd name="T14" fmla="*/ 76 w 76"/>
                <a:gd name="T15" fmla="*/ 83 h 101"/>
                <a:gd name="T16" fmla="*/ 76 w 76"/>
                <a:gd name="T17" fmla="*/ 41 h 101"/>
                <a:gd name="T18" fmla="*/ 6 w 76"/>
                <a:gd name="T19" fmla="*/ 41 h 101"/>
                <a:gd name="T20" fmla="*/ 0 w 76"/>
                <a:gd name="T21" fmla="*/ 60 h 101"/>
                <a:gd name="T22" fmla="*/ 76 w 76"/>
                <a:gd name="T23" fmla="*/ 60 h 101"/>
                <a:gd name="T24" fmla="*/ 76 w 76"/>
                <a:gd name="T25" fmla="*/ 41 h 101"/>
                <a:gd name="T26" fmla="*/ 76 w 76"/>
                <a:gd name="T27" fmla="*/ 0 h 101"/>
                <a:gd name="T28" fmla="*/ 63 w 76"/>
                <a:gd name="T29" fmla="*/ 0 h 101"/>
                <a:gd name="T30" fmla="*/ 63 w 76"/>
                <a:gd name="T31" fmla="*/ 0 h 101"/>
                <a:gd name="T32" fmla="*/ 50 w 76"/>
                <a:gd name="T33" fmla="*/ 18 h 101"/>
                <a:gd name="T34" fmla="*/ 50 w 76"/>
                <a:gd name="T35" fmla="*/ 18 h 101"/>
                <a:gd name="T36" fmla="*/ 44 w 76"/>
                <a:gd name="T37" fmla="*/ 19 h 101"/>
                <a:gd name="T38" fmla="*/ 76 w 76"/>
                <a:gd name="T39" fmla="*/ 19 h 101"/>
                <a:gd name="T40" fmla="*/ 76 w 76"/>
                <a:gd name="T4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6" h="101">
                  <a:moveTo>
                    <a:pt x="76" y="83"/>
                  </a:moveTo>
                  <a:cubicBezTo>
                    <a:pt x="5" y="83"/>
                    <a:pt x="5" y="83"/>
                    <a:pt x="5" y="83"/>
                  </a:cubicBezTo>
                  <a:cubicBezTo>
                    <a:pt x="10" y="92"/>
                    <a:pt x="19" y="98"/>
                    <a:pt x="29" y="101"/>
                  </a:cubicBezTo>
                  <a:cubicBezTo>
                    <a:pt x="66" y="101"/>
                    <a:pt x="66" y="101"/>
                    <a:pt x="66" y="101"/>
                  </a:cubicBezTo>
                  <a:cubicBezTo>
                    <a:pt x="68" y="101"/>
                    <a:pt x="71" y="100"/>
                    <a:pt x="73" y="99"/>
                  </a:cubicBezTo>
                  <a:cubicBezTo>
                    <a:pt x="74" y="100"/>
                    <a:pt x="75" y="101"/>
                    <a:pt x="76" y="101"/>
                  </a:cubicBezTo>
                  <a:cubicBezTo>
                    <a:pt x="76" y="101"/>
                    <a:pt x="76" y="101"/>
                    <a:pt x="76" y="101"/>
                  </a:cubicBezTo>
                  <a:cubicBezTo>
                    <a:pt x="76" y="83"/>
                    <a:pt x="76" y="83"/>
                    <a:pt x="76" y="83"/>
                  </a:cubicBezTo>
                  <a:moveTo>
                    <a:pt x="76" y="41"/>
                  </a:moveTo>
                  <a:cubicBezTo>
                    <a:pt x="6" y="41"/>
                    <a:pt x="6" y="41"/>
                    <a:pt x="6" y="41"/>
                  </a:cubicBezTo>
                  <a:cubicBezTo>
                    <a:pt x="3" y="47"/>
                    <a:pt x="1" y="53"/>
                    <a:pt x="0" y="60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76" y="41"/>
                    <a:pt x="76" y="41"/>
                    <a:pt x="76" y="41"/>
                  </a:cubicBezTo>
                  <a:moveTo>
                    <a:pt x="76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55" y="4"/>
                    <a:pt x="51" y="11"/>
                    <a:pt x="50" y="18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48" y="18"/>
                    <a:pt x="46" y="18"/>
                    <a:pt x="44" y="19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6" y="0"/>
                    <a:pt x="76" y="0"/>
                    <a:pt x="76" y="0"/>
                  </a:cubicBezTo>
                </a:path>
              </a:pathLst>
            </a:custGeom>
            <a:solidFill>
              <a:srgbClr val="D7F0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3" name="Rectangle 92">
              <a:extLst>
                <a:ext uri="{FF2B5EF4-FFF2-40B4-BE49-F238E27FC236}">
                  <a16:creationId xmlns:a16="http://schemas.microsoft.com/office/drawing/2014/main" id="{BDE0B6DA-4F22-4FDE-BC33-9F9548A95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393825"/>
              <a:ext cx="57150" cy="1806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4" name="Rectangle 93">
              <a:extLst>
                <a:ext uri="{FF2B5EF4-FFF2-40B4-BE49-F238E27FC236}">
                  <a16:creationId xmlns:a16="http://schemas.microsoft.com/office/drawing/2014/main" id="{4457A6B1-692E-44D5-BC0B-F8E465B91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393825"/>
              <a:ext cx="57150" cy="180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5" name="Rectangle 94">
              <a:extLst>
                <a:ext uri="{FF2B5EF4-FFF2-40B4-BE49-F238E27FC236}">
                  <a16:creationId xmlns:a16="http://schemas.microsoft.com/office/drawing/2014/main" id="{7DA65DE3-A8DF-45A0-997D-A31866029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435100"/>
              <a:ext cx="796925" cy="57150"/>
            </a:xfrm>
            <a:prstGeom prst="rect">
              <a:avLst/>
            </a:pr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6" name="Rectangle 95">
              <a:extLst>
                <a:ext uri="{FF2B5EF4-FFF2-40B4-BE49-F238E27FC236}">
                  <a16:creationId xmlns:a16="http://schemas.microsoft.com/office/drawing/2014/main" id="{14B5D15C-9362-49F0-83F9-1CBC0DECD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435100"/>
              <a:ext cx="796925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7" name="Rectangle 96">
              <a:extLst>
                <a:ext uri="{FF2B5EF4-FFF2-40B4-BE49-F238E27FC236}">
                  <a16:creationId xmlns:a16="http://schemas.microsoft.com/office/drawing/2014/main" id="{38EF886B-4415-4D90-BBD1-C3DE0EC09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435100"/>
              <a:ext cx="1588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8" name="Rectangle 97">
              <a:extLst>
                <a:ext uri="{FF2B5EF4-FFF2-40B4-BE49-F238E27FC236}">
                  <a16:creationId xmlns:a16="http://schemas.microsoft.com/office/drawing/2014/main" id="{2FA045F0-2601-42DB-A38A-50DBD5B45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435100"/>
              <a:ext cx="1588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39" name="Rectangle 98">
              <a:extLst>
                <a:ext uri="{FF2B5EF4-FFF2-40B4-BE49-F238E27FC236}">
                  <a16:creationId xmlns:a16="http://schemas.microsoft.com/office/drawing/2014/main" id="{DE5017B3-BA64-4633-8247-2AFCA7CB5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435100"/>
              <a:ext cx="4763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0" name="Rectangle 99">
              <a:extLst>
                <a:ext uri="{FF2B5EF4-FFF2-40B4-BE49-F238E27FC236}">
                  <a16:creationId xmlns:a16="http://schemas.microsoft.com/office/drawing/2014/main" id="{7C9D84D4-48B4-477E-B8E3-8209A774C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435100"/>
              <a:ext cx="4763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1" name="Rectangle 100">
              <a:extLst>
                <a:ext uri="{FF2B5EF4-FFF2-40B4-BE49-F238E27FC236}">
                  <a16:creationId xmlns:a16="http://schemas.microsoft.com/office/drawing/2014/main" id="{E8C188C5-6416-49E7-9A85-E77887418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541462"/>
              <a:ext cx="796925" cy="60325"/>
            </a:xfrm>
            <a:prstGeom prst="rect">
              <a:avLst/>
            </a:pr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2" name="Rectangle 101">
              <a:extLst>
                <a:ext uri="{FF2B5EF4-FFF2-40B4-BE49-F238E27FC236}">
                  <a16:creationId xmlns:a16="http://schemas.microsoft.com/office/drawing/2014/main" id="{D77FA2DF-13FE-408F-82D0-4C18EE246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541462"/>
              <a:ext cx="796925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3" name="Rectangle 102">
              <a:extLst>
                <a:ext uri="{FF2B5EF4-FFF2-40B4-BE49-F238E27FC236}">
                  <a16:creationId xmlns:a16="http://schemas.microsoft.com/office/drawing/2014/main" id="{1DA6825E-5B99-47CA-BFBC-E8E3331A4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541462"/>
              <a:ext cx="1588" cy="60325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4" name="Rectangle 103">
              <a:extLst>
                <a:ext uri="{FF2B5EF4-FFF2-40B4-BE49-F238E27FC236}">
                  <a16:creationId xmlns:a16="http://schemas.microsoft.com/office/drawing/2014/main" id="{2FE25DA2-5E95-4BD1-950C-A0287DBF2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541462"/>
              <a:ext cx="1588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5" name="Rectangle 104">
              <a:extLst>
                <a:ext uri="{FF2B5EF4-FFF2-40B4-BE49-F238E27FC236}">
                  <a16:creationId xmlns:a16="http://schemas.microsoft.com/office/drawing/2014/main" id="{238DD21C-B41B-47EC-BC11-EE2F155E4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541462"/>
              <a:ext cx="4763" cy="60325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6" name="Rectangle 105">
              <a:extLst>
                <a:ext uri="{FF2B5EF4-FFF2-40B4-BE49-F238E27FC236}">
                  <a16:creationId xmlns:a16="http://schemas.microsoft.com/office/drawing/2014/main" id="{F5401E4A-21C7-4827-9A29-51927EE25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541462"/>
              <a:ext cx="4763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7" name="Freeform 106">
              <a:extLst>
                <a:ext uri="{FF2B5EF4-FFF2-40B4-BE49-F238E27FC236}">
                  <a16:creationId xmlns:a16="http://schemas.microsoft.com/office/drawing/2014/main" id="{99E9A994-CDBA-4C8A-B7FB-818D5FCE1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546" y="1647825"/>
              <a:ext cx="796925" cy="60325"/>
            </a:xfrm>
            <a:custGeom>
              <a:avLst/>
              <a:gdLst>
                <a:gd name="T0" fmla="*/ 307 w 307"/>
                <a:gd name="T1" fmla="*/ 0 h 23"/>
                <a:gd name="T2" fmla="*/ 0 w 307"/>
                <a:gd name="T3" fmla="*/ 0 h 23"/>
                <a:gd name="T4" fmla="*/ 0 w 307"/>
                <a:gd name="T5" fmla="*/ 23 h 23"/>
                <a:gd name="T6" fmla="*/ 294 w 307"/>
                <a:gd name="T7" fmla="*/ 23 h 23"/>
                <a:gd name="T8" fmla="*/ 307 w 307"/>
                <a:gd name="T9" fmla="*/ 19 h 23"/>
                <a:gd name="T10" fmla="*/ 307 w 307"/>
                <a:gd name="T1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7" h="23">
                  <a:moveTo>
                    <a:pt x="30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94" y="23"/>
                    <a:pt x="294" y="23"/>
                    <a:pt x="294" y="23"/>
                  </a:cubicBezTo>
                  <a:cubicBezTo>
                    <a:pt x="299" y="21"/>
                    <a:pt x="303" y="20"/>
                    <a:pt x="307" y="19"/>
                  </a:cubicBezTo>
                  <a:cubicBezTo>
                    <a:pt x="307" y="0"/>
                    <a:pt x="307" y="0"/>
                    <a:pt x="307" y="0"/>
                  </a:cubicBezTo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8" name="Rectangle 107">
              <a:extLst>
                <a:ext uri="{FF2B5EF4-FFF2-40B4-BE49-F238E27FC236}">
                  <a16:creationId xmlns:a16="http://schemas.microsoft.com/office/drawing/2014/main" id="{585E91EE-0DF0-4984-B651-3A679D837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647825"/>
              <a:ext cx="1588" cy="60325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49" name="Rectangle 108">
              <a:extLst>
                <a:ext uri="{FF2B5EF4-FFF2-40B4-BE49-F238E27FC236}">
                  <a16:creationId xmlns:a16="http://schemas.microsoft.com/office/drawing/2014/main" id="{4C51C27F-86C3-4B7A-BD3E-2B4CBA55B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647825"/>
              <a:ext cx="1588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0" name="Freeform 109">
              <a:extLst>
                <a:ext uri="{FF2B5EF4-FFF2-40B4-BE49-F238E27FC236}">
                  <a16:creationId xmlns:a16="http://schemas.microsoft.com/office/drawing/2014/main" id="{C364217B-8964-46C4-940E-6D214017B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546" y="1697037"/>
              <a:ext cx="34925" cy="11112"/>
            </a:xfrm>
            <a:custGeom>
              <a:avLst/>
              <a:gdLst>
                <a:gd name="T0" fmla="*/ 13 w 13"/>
                <a:gd name="T1" fmla="*/ 0 h 4"/>
                <a:gd name="T2" fmla="*/ 0 w 13"/>
                <a:gd name="T3" fmla="*/ 4 h 4"/>
                <a:gd name="T4" fmla="*/ 13 w 13"/>
                <a:gd name="T5" fmla="*/ 4 h 4"/>
                <a:gd name="T6" fmla="*/ 13 w 1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4">
                  <a:moveTo>
                    <a:pt x="13" y="0"/>
                  </a:moveTo>
                  <a:cubicBezTo>
                    <a:pt x="9" y="1"/>
                    <a:pt x="5" y="2"/>
                    <a:pt x="0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88B6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1" name="Freeform 110">
              <a:extLst>
                <a:ext uri="{FF2B5EF4-FFF2-40B4-BE49-F238E27FC236}">
                  <a16:creationId xmlns:a16="http://schemas.microsoft.com/office/drawing/2014/main" id="{40ECCF23-EEC2-4D51-8C39-229DE5E5C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471" y="1647825"/>
              <a:ext cx="4763" cy="60325"/>
            </a:xfrm>
            <a:custGeom>
              <a:avLst/>
              <a:gdLst>
                <a:gd name="T0" fmla="*/ 3 w 3"/>
                <a:gd name="T1" fmla="*/ 0 h 38"/>
                <a:gd name="T2" fmla="*/ 0 w 3"/>
                <a:gd name="T3" fmla="*/ 0 h 38"/>
                <a:gd name="T4" fmla="*/ 0 w 3"/>
                <a:gd name="T5" fmla="*/ 31 h 38"/>
                <a:gd name="T6" fmla="*/ 0 w 3"/>
                <a:gd name="T7" fmla="*/ 38 h 38"/>
                <a:gd name="T8" fmla="*/ 3 w 3"/>
                <a:gd name="T9" fmla="*/ 38 h 38"/>
                <a:gd name="T10" fmla="*/ 3 w 3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8">
                  <a:moveTo>
                    <a:pt x="3" y="0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0" y="38"/>
                  </a:lnTo>
                  <a:lnTo>
                    <a:pt x="3" y="3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2" name="Freeform 111">
              <a:extLst>
                <a:ext uri="{FF2B5EF4-FFF2-40B4-BE49-F238E27FC236}">
                  <a16:creationId xmlns:a16="http://schemas.microsoft.com/office/drawing/2014/main" id="{5A005B30-B184-4FA1-9F35-14B327039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471" y="1647825"/>
              <a:ext cx="4763" cy="60325"/>
            </a:xfrm>
            <a:custGeom>
              <a:avLst/>
              <a:gdLst>
                <a:gd name="T0" fmla="*/ 3 w 3"/>
                <a:gd name="T1" fmla="*/ 0 h 38"/>
                <a:gd name="T2" fmla="*/ 0 w 3"/>
                <a:gd name="T3" fmla="*/ 0 h 38"/>
                <a:gd name="T4" fmla="*/ 0 w 3"/>
                <a:gd name="T5" fmla="*/ 31 h 38"/>
                <a:gd name="T6" fmla="*/ 0 w 3"/>
                <a:gd name="T7" fmla="*/ 38 h 38"/>
                <a:gd name="T8" fmla="*/ 3 w 3"/>
                <a:gd name="T9" fmla="*/ 38 h 38"/>
                <a:gd name="T10" fmla="*/ 3 w 3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8">
                  <a:moveTo>
                    <a:pt x="3" y="0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0" y="38"/>
                  </a:lnTo>
                  <a:lnTo>
                    <a:pt x="3" y="38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3" name="Freeform 112">
              <a:extLst>
                <a:ext uri="{FF2B5EF4-FFF2-40B4-BE49-F238E27FC236}">
                  <a16:creationId xmlns:a16="http://schemas.microsoft.com/office/drawing/2014/main" id="{C8EC9D18-549E-4E55-B183-B93D06F30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546" y="1757362"/>
              <a:ext cx="712788" cy="57150"/>
            </a:xfrm>
            <a:custGeom>
              <a:avLst/>
              <a:gdLst>
                <a:gd name="T0" fmla="*/ 275 w 275"/>
                <a:gd name="T1" fmla="*/ 0 h 22"/>
                <a:gd name="T2" fmla="*/ 0 w 275"/>
                <a:gd name="T3" fmla="*/ 0 h 22"/>
                <a:gd name="T4" fmla="*/ 0 w 275"/>
                <a:gd name="T5" fmla="*/ 8 h 22"/>
                <a:gd name="T6" fmla="*/ 42 w 275"/>
                <a:gd name="T7" fmla="*/ 8 h 22"/>
                <a:gd name="T8" fmla="*/ 42 w 275"/>
                <a:gd name="T9" fmla="*/ 22 h 22"/>
                <a:gd name="T10" fmla="*/ 237 w 275"/>
                <a:gd name="T11" fmla="*/ 22 h 22"/>
                <a:gd name="T12" fmla="*/ 275 w 275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5" h="22">
                  <a:moveTo>
                    <a:pt x="2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237" y="22"/>
                    <a:pt x="237" y="22"/>
                    <a:pt x="237" y="22"/>
                  </a:cubicBezTo>
                  <a:cubicBezTo>
                    <a:pt x="246" y="10"/>
                    <a:pt x="260" y="1"/>
                    <a:pt x="275" y="0"/>
                  </a:cubicBezTo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4" name="Rectangle 113">
              <a:extLst>
                <a:ext uri="{FF2B5EF4-FFF2-40B4-BE49-F238E27FC236}">
                  <a16:creationId xmlns:a16="http://schemas.microsoft.com/office/drawing/2014/main" id="{9F836944-0506-4A7C-A67F-EDD04D4C6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778000"/>
              <a:ext cx="107950" cy="36512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5" name="Rectangle 114">
              <a:extLst>
                <a:ext uri="{FF2B5EF4-FFF2-40B4-BE49-F238E27FC236}">
                  <a16:creationId xmlns:a16="http://schemas.microsoft.com/office/drawing/2014/main" id="{ADDF15E9-2B81-4D6C-827B-B8D6C1E4D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778000"/>
              <a:ext cx="107950" cy="36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6" name="Freeform 115">
              <a:extLst>
                <a:ext uri="{FF2B5EF4-FFF2-40B4-BE49-F238E27FC236}">
                  <a16:creationId xmlns:a16="http://schemas.microsoft.com/office/drawing/2014/main" id="{330B6CF5-ECF8-43BD-A404-AA3D15E6C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546" y="1757362"/>
              <a:ext cx="0" cy="57150"/>
            </a:xfrm>
            <a:custGeom>
              <a:avLst/>
              <a:gdLst>
                <a:gd name="T0" fmla="*/ 0 h 36"/>
                <a:gd name="T1" fmla="*/ 0 h 36"/>
                <a:gd name="T2" fmla="*/ 36 h 36"/>
                <a:gd name="T3" fmla="*/ 36 h 36"/>
                <a:gd name="T4" fmla="*/ 13 h 36"/>
                <a:gd name="T5" fmla="*/ 0 h 3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6">
                  <a:moveTo>
                    <a:pt x="0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7" name="Freeform 116">
              <a:extLst>
                <a:ext uri="{FF2B5EF4-FFF2-40B4-BE49-F238E27FC236}">
                  <a16:creationId xmlns:a16="http://schemas.microsoft.com/office/drawing/2014/main" id="{1A5FAE2A-F049-4770-A971-03406A18B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546" y="1757362"/>
              <a:ext cx="0" cy="57150"/>
            </a:xfrm>
            <a:custGeom>
              <a:avLst/>
              <a:gdLst>
                <a:gd name="T0" fmla="*/ 0 h 36"/>
                <a:gd name="T1" fmla="*/ 0 h 36"/>
                <a:gd name="T2" fmla="*/ 36 h 36"/>
                <a:gd name="T3" fmla="*/ 36 h 36"/>
                <a:gd name="T4" fmla="*/ 13 h 36"/>
                <a:gd name="T5" fmla="*/ 0 h 3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6">
                  <a:moveTo>
                    <a:pt x="0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1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8" name="Freeform 117">
              <a:extLst>
                <a:ext uri="{FF2B5EF4-FFF2-40B4-BE49-F238E27FC236}">
                  <a16:creationId xmlns:a16="http://schemas.microsoft.com/office/drawing/2014/main" id="{F282066D-AD1E-420A-8D62-B1E1B62B8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909" y="1757362"/>
              <a:ext cx="182563" cy="57150"/>
            </a:xfrm>
            <a:custGeom>
              <a:avLst/>
              <a:gdLst>
                <a:gd name="T0" fmla="*/ 70 w 70"/>
                <a:gd name="T1" fmla="*/ 0 h 22"/>
                <a:gd name="T2" fmla="*/ 38 w 70"/>
                <a:gd name="T3" fmla="*/ 0 h 22"/>
                <a:gd name="T4" fmla="*/ 0 w 70"/>
                <a:gd name="T5" fmla="*/ 22 h 22"/>
                <a:gd name="T6" fmla="*/ 70 w 70"/>
                <a:gd name="T7" fmla="*/ 22 h 22"/>
                <a:gd name="T8" fmla="*/ 70 w 70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22">
                  <a:moveTo>
                    <a:pt x="7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23" y="1"/>
                    <a:pt x="9" y="10"/>
                    <a:pt x="0" y="22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70" y="0"/>
                    <a:pt x="70" y="0"/>
                    <a:pt x="70" y="0"/>
                  </a:cubicBezTo>
                </a:path>
              </a:pathLst>
            </a:custGeom>
            <a:solidFill>
              <a:srgbClr val="88B6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59" name="Rectangle 118">
              <a:extLst>
                <a:ext uri="{FF2B5EF4-FFF2-40B4-BE49-F238E27FC236}">
                  <a16:creationId xmlns:a16="http://schemas.microsoft.com/office/drawing/2014/main" id="{5ADDA901-A976-4386-9F46-74637115C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757362"/>
              <a:ext cx="4763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0" name="Rectangle 119">
              <a:extLst>
                <a:ext uri="{FF2B5EF4-FFF2-40B4-BE49-F238E27FC236}">
                  <a16:creationId xmlns:a16="http://schemas.microsoft.com/office/drawing/2014/main" id="{5560416A-CD28-4444-8E60-0BB96C631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757362"/>
              <a:ext cx="4763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1" name="Freeform 120">
              <a:extLst>
                <a:ext uri="{FF2B5EF4-FFF2-40B4-BE49-F238E27FC236}">
                  <a16:creationId xmlns:a16="http://schemas.microsoft.com/office/drawing/2014/main" id="{A324964A-EEF1-4CA8-8304-22CE6F9E0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96" y="1863725"/>
              <a:ext cx="504825" cy="58737"/>
            </a:xfrm>
            <a:custGeom>
              <a:avLst/>
              <a:gdLst>
                <a:gd name="T0" fmla="*/ 189 w 194"/>
                <a:gd name="T1" fmla="*/ 0 h 23"/>
                <a:gd name="T2" fmla="*/ 0 w 194"/>
                <a:gd name="T3" fmla="*/ 0 h 23"/>
                <a:gd name="T4" fmla="*/ 0 w 194"/>
                <a:gd name="T5" fmla="*/ 23 h 23"/>
                <a:gd name="T6" fmla="*/ 194 w 194"/>
                <a:gd name="T7" fmla="*/ 23 h 23"/>
                <a:gd name="T8" fmla="*/ 190 w 194"/>
                <a:gd name="T9" fmla="*/ 13 h 23"/>
                <a:gd name="T10" fmla="*/ 189 w 194"/>
                <a:gd name="T1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4" h="23">
                  <a:moveTo>
                    <a:pt x="1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4" y="23"/>
                    <a:pt x="194" y="23"/>
                    <a:pt x="194" y="23"/>
                  </a:cubicBezTo>
                  <a:cubicBezTo>
                    <a:pt x="193" y="20"/>
                    <a:pt x="191" y="17"/>
                    <a:pt x="190" y="13"/>
                  </a:cubicBezTo>
                  <a:cubicBezTo>
                    <a:pt x="189" y="9"/>
                    <a:pt x="189" y="4"/>
                    <a:pt x="189" y="0"/>
                  </a:cubicBezTo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2" name="Rectangle 121">
              <a:extLst>
                <a:ext uri="{FF2B5EF4-FFF2-40B4-BE49-F238E27FC236}">
                  <a16:creationId xmlns:a16="http://schemas.microsoft.com/office/drawing/2014/main" id="{C2339045-17DF-47A9-A886-34D14EA83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863725"/>
              <a:ext cx="107950" cy="58737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3" name="Rectangle 122">
              <a:extLst>
                <a:ext uri="{FF2B5EF4-FFF2-40B4-BE49-F238E27FC236}">
                  <a16:creationId xmlns:a16="http://schemas.microsoft.com/office/drawing/2014/main" id="{818EC20F-2316-405C-8CBD-9AAC0B30B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863725"/>
              <a:ext cx="107950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4" name="Rectangle 123">
              <a:extLst>
                <a:ext uri="{FF2B5EF4-FFF2-40B4-BE49-F238E27FC236}">
                  <a16:creationId xmlns:a16="http://schemas.microsoft.com/office/drawing/2014/main" id="{E1819DF3-4814-42CE-AB8C-24281A537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863725"/>
              <a:ext cx="1588" cy="58737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5" name="Rectangle 124">
              <a:extLst>
                <a:ext uri="{FF2B5EF4-FFF2-40B4-BE49-F238E27FC236}">
                  <a16:creationId xmlns:a16="http://schemas.microsoft.com/office/drawing/2014/main" id="{2D587FF8-E872-4226-8A9D-0D792A9BD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863725"/>
              <a:ext cx="1588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6" name="Freeform 125">
              <a:extLst>
                <a:ext uri="{FF2B5EF4-FFF2-40B4-BE49-F238E27FC236}">
                  <a16:creationId xmlns:a16="http://schemas.microsoft.com/office/drawing/2014/main" id="{5F6A224F-B3B3-43C8-B31E-1B0562803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034" y="1863725"/>
              <a:ext cx="198438" cy="58737"/>
            </a:xfrm>
            <a:custGeom>
              <a:avLst/>
              <a:gdLst>
                <a:gd name="T0" fmla="*/ 76 w 76"/>
                <a:gd name="T1" fmla="*/ 0 h 23"/>
                <a:gd name="T2" fmla="*/ 0 w 76"/>
                <a:gd name="T3" fmla="*/ 0 h 23"/>
                <a:gd name="T4" fmla="*/ 1 w 76"/>
                <a:gd name="T5" fmla="*/ 13 h 23"/>
                <a:gd name="T6" fmla="*/ 5 w 76"/>
                <a:gd name="T7" fmla="*/ 23 h 23"/>
                <a:gd name="T8" fmla="*/ 76 w 76"/>
                <a:gd name="T9" fmla="*/ 23 h 23"/>
                <a:gd name="T10" fmla="*/ 76 w 76"/>
                <a:gd name="T1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23">
                  <a:moveTo>
                    <a:pt x="7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9"/>
                    <a:pt x="1" y="13"/>
                  </a:cubicBezTo>
                  <a:cubicBezTo>
                    <a:pt x="2" y="17"/>
                    <a:pt x="4" y="20"/>
                    <a:pt x="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6" y="0"/>
                    <a:pt x="76" y="0"/>
                    <a:pt x="76" y="0"/>
                  </a:cubicBezTo>
                </a:path>
              </a:pathLst>
            </a:custGeom>
            <a:solidFill>
              <a:srgbClr val="88B6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7" name="Rectangle 126">
              <a:extLst>
                <a:ext uri="{FF2B5EF4-FFF2-40B4-BE49-F238E27FC236}">
                  <a16:creationId xmlns:a16="http://schemas.microsoft.com/office/drawing/2014/main" id="{E11BE9AE-2841-41B4-BD3D-1F27106BE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863725"/>
              <a:ext cx="4763" cy="58737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8" name="Rectangle 127">
              <a:extLst>
                <a:ext uri="{FF2B5EF4-FFF2-40B4-BE49-F238E27FC236}">
                  <a16:creationId xmlns:a16="http://schemas.microsoft.com/office/drawing/2014/main" id="{B3F29E1E-A1C4-4FCF-9252-754FC0C8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1863725"/>
              <a:ext cx="4763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69" name="Freeform 128">
              <a:extLst>
                <a:ext uri="{FF2B5EF4-FFF2-40B4-BE49-F238E27FC236}">
                  <a16:creationId xmlns:a16="http://schemas.microsoft.com/office/drawing/2014/main" id="{C7814D5B-68E3-41E5-A6BF-3F3B8F7DE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96" y="1970087"/>
              <a:ext cx="688975" cy="58737"/>
            </a:xfrm>
            <a:custGeom>
              <a:avLst/>
              <a:gdLst>
                <a:gd name="T0" fmla="*/ 265 w 265"/>
                <a:gd name="T1" fmla="*/ 0 h 23"/>
                <a:gd name="T2" fmla="*/ 255 w 265"/>
                <a:gd name="T3" fmla="*/ 0 h 23"/>
                <a:gd name="T4" fmla="*/ 236 w 265"/>
                <a:gd name="T5" fmla="*/ 3 h 23"/>
                <a:gd name="T6" fmla="*/ 218 w 265"/>
                <a:gd name="T7" fmla="*/ 0 h 23"/>
                <a:gd name="T8" fmla="*/ 0 w 265"/>
                <a:gd name="T9" fmla="*/ 0 h 23"/>
                <a:gd name="T10" fmla="*/ 0 w 265"/>
                <a:gd name="T11" fmla="*/ 23 h 23"/>
                <a:gd name="T12" fmla="*/ 254 w 265"/>
                <a:gd name="T13" fmla="*/ 23 h 23"/>
                <a:gd name="T14" fmla="*/ 265 w 265"/>
                <a:gd name="T15" fmla="*/ 12 h 23"/>
                <a:gd name="T16" fmla="*/ 265 w 265"/>
                <a:gd name="T17" fmla="*/ 1 h 23"/>
                <a:gd name="T18" fmla="*/ 265 w 265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3">
                  <a:moveTo>
                    <a:pt x="265" y="0"/>
                  </a:moveTo>
                  <a:cubicBezTo>
                    <a:pt x="255" y="0"/>
                    <a:pt x="255" y="0"/>
                    <a:pt x="255" y="0"/>
                  </a:cubicBezTo>
                  <a:cubicBezTo>
                    <a:pt x="249" y="2"/>
                    <a:pt x="243" y="3"/>
                    <a:pt x="236" y="3"/>
                  </a:cubicBezTo>
                  <a:cubicBezTo>
                    <a:pt x="230" y="3"/>
                    <a:pt x="224" y="2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54" y="23"/>
                    <a:pt x="254" y="23"/>
                    <a:pt x="254" y="23"/>
                  </a:cubicBezTo>
                  <a:cubicBezTo>
                    <a:pt x="265" y="12"/>
                    <a:pt x="265" y="12"/>
                    <a:pt x="265" y="12"/>
                  </a:cubicBezTo>
                  <a:cubicBezTo>
                    <a:pt x="265" y="1"/>
                    <a:pt x="265" y="1"/>
                    <a:pt x="265" y="1"/>
                  </a:cubicBezTo>
                  <a:cubicBezTo>
                    <a:pt x="265" y="1"/>
                    <a:pt x="265" y="1"/>
                    <a:pt x="265" y="0"/>
                  </a:cubicBezTo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0" name="Rectangle 129">
              <a:extLst>
                <a:ext uri="{FF2B5EF4-FFF2-40B4-BE49-F238E27FC236}">
                  <a16:creationId xmlns:a16="http://schemas.microsoft.com/office/drawing/2014/main" id="{1E3D5E60-0FB9-484F-9CF2-5FA47F039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970087"/>
              <a:ext cx="107950" cy="58737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1" name="Rectangle 130">
              <a:extLst>
                <a:ext uri="{FF2B5EF4-FFF2-40B4-BE49-F238E27FC236}">
                  <a16:creationId xmlns:a16="http://schemas.microsoft.com/office/drawing/2014/main" id="{D33EFA52-F829-4DA6-ABAF-A21FBF1BC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970087"/>
              <a:ext cx="107950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2" name="Rectangle 131">
              <a:extLst>
                <a:ext uri="{FF2B5EF4-FFF2-40B4-BE49-F238E27FC236}">
                  <a16:creationId xmlns:a16="http://schemas.microsoft.com/office/drawing/2014/main" id="{F950E9C1-B188-48A7-89E1-DA17DC2DA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970087"/>
              <a:ext cx="1588" cy="58737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3" name="Rectangle 132">
              <a:extLst>
                <a:ext uri="{FF2B5EF4-FFF2-40B4-BE49-F238E27FC236}">
                  <a16:creationId xmlns:a16="http://schemas.microsoft.com/office/drawing/2014/main" id="{505A0E36-7E3E-4F91-A1FB-3A6F1BC6A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970087"/>
              <a:ext cx="1588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4" name="Freeform 133">
              <a:extLst>
                <a:ext uri="{FF2B5EF4-FFF2-40B4-BE49-F238E27FC236}">
                  <a16:creationId xmlns:a16="http://schemas.microsoft.com/office/drawing/2014/main" id="{0C81B623-9A56-446D-A5CB-7727D542F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896" y="2000250"/>
              <a:ext cx="28575" cy="28575"/>
            </a:xfrm>
            <a:custGeom>
              <a:avLst/>
              <a:gdLst>
                <a:gd name="T0" fmla="*/ 18 w 18"/>
                <a:gd name="T1" fmla="*/ 0 h 18"/>
                <a:gd name="T2" fmla="*/ 0 w 18"/>
                <a:gd name="T3" fmla="*/ 18 h 18"/>
                <a:gd name="T4" fmla="*/ 18 w 18"/>
                <a:gd name="T5" fmla="*/ 18 h 18"/>
                <a:gd name="T6" fmla="*/ 18 w 18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8">
                  <a:moveTo>
                    <a:pt x="18" y="0"/>
                  </a:moveTo>
                  <a:lnTo>
                    <a:pt x="0" y="18"/>
                  </a:lnTo>
                  <a:lnTo>
                    <a:pt x="18" y="18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81B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5" name="Freeform 134">
              <a:extLst>
                <a:ext uri="{FF2B5EF4-FFF2-40B4-BE49-F238E27FC236}">
                  <a16:creationId xmlns:a16="http://schemas.microsoft.com/office/drawing/2014/main" id="{3DD510B9-B42A-4C78-9E3D-C69C17EAD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896" y="2000250"/>
              <a:ext cx="28575" cy="28575"/>
            </a:xfrm>
            <a:custGeom>
              <a:avLst/>
              <a:gdLst>
                <a:gd name="T0" fmla="*/ 18 w 18"/>
                <a:gd name="T1" fmla="*/ 0 h 18"/>
                <a:gd name="T2" fmla="*/ 0 w 18"/>
                <a:gd name="T3" fmla="*/ 18 h 18"/>
                <a:gd name="T4" fmla="*/ 18 w 18"/>
                <a:gd name="T5" fmla="*/ 18 h 18"/>
                <a:gd name="T6" fmla="*/ 18 w 18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8">
                  <a:moveTo>
                    <a:pt x="18" y="0"/>
                  </a:moveTo>
                  <a:lnTo>
                    <a:pt x="0" y="18"/>
                  </a:lnTo>
                  <a:lnTo>
                    <a:pt x="18" y="18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6" name="Freeform 135">
              <a:extLst>
                <a:ext uri="{FF2B5EF4-FFF2-40B4-BE49-F238E27FC236}">
                  <a16:creationId xmlns:a16="http://schemas.microsoft.com/office/drawing/2014/main" id="{82273D0E-6266-470D-AC7F-A00FC2FBFE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3234" y="1970087"/>
              <a:ext cx="122238" cy="7937"/>
            </a:xfrm>
            <a:custGeom>
              <a:avLst/>
              <a:gdLst>
                <a:gd name="T0" fmla="*/ 37 w 47"/>
                <a:gd name="T1" fmla="*/ 0 h 3"/>
                <a:gd name="T2" fmla="*/ 0 w 47"/>
                <a:gd name="T3" fmla="*/ 0 h 3"/>
                <a:gd name="T4" fmla="*/ 18 w 47"/>
                <a:gd name="T5" fmla="*/ 3 h 3"/>
                <a:gd name="T6" fmla="*/ 37 w 47"/>
                <a:gd name="T7" fmla="*/ 0 h 3"/>
                <a:gd name="T8" fmla="*/ 47 w 47"/>
                <a:gd name="T9" fmla="*/ 0 h 3"/>
                <a:gd name="T10" fmla="*/ 47 w 47"/>
                <a:gd name="T11" fmla="*/ 0 h 3"/>
                <a:gd name="T12" fmla="*/ 47 w 47"/>
                <a:gd name="T13" fmla="*/ 1 h 3"/>
                <a:gd name="T14" fmla="*/ 47 w 47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3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"/>
                    <a:pt x="12" y="3"/>
                    <a:pt x="18" y="3"/>
                  </a:cubicBezTo>
                  <a:cubicBezTo>
                    <a:pt x="25" y="3"/>
                    <a:pt x="31" y="2"/>
                    <a:pt x="37" y="0"/>
                  </a:cubicBezTo>
                  <a:moveTo>
                    <a:pt x="47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7" y="0"/>
                    <a:pt x="47" y="0"/>
                  </a:cubicBezTo>
                </a:path>
              </a:pathLst>
            </a:custGeom>
            <a:solidFill>
              <a:srgbClr val="88B6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7" name="Freeform 136">
              <a:extLst>
                <a:ext uri="{FF2B5EF4-FFF2-40B4-BE49-F238E27FC236}">
                  <a16:creationId xmlns:a16="http://schemas.microsoft.com/office/drawing/2014/main" id="{3DD38585-FA18-45EF-BB01-8E1ED068B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471" y="1970087"/>
              <a:ext cx="4763" cy="58737"/>
            </a:xfrm>
            <a:custGeom>
              <a:avLst/>
              <a:gdLst>
                <a:gd name="T0" fmla="*/ 3 w 3"/>
                <a:gd name="T1" fmla="*/ 0 h 37"/>
                <a:gd name="T2" fmla="*/ 0 w 3"/>
                <a:gd name="T3" fmla="*/ 0 h 37"/>
                <a:gd name="T4" fmla="*/ 0 w 3"/>
                <a:gd name="T5" fmla="*/ 1 h 37"/>
                <a:gd name="T6" fmla="*/ 0 w 3"/>
                <a:gd name="T7" fmla="*/ 19 h 37"/>
                <a:gd name="T8" fmla="*/ 0 w 3"/>
                <a:gd name="T9" fmla="*/ 37 h 37"/>
                <a:gd name="T10" fmla="*/ 3 w 3"/>
                <a:gd name="T11" fmla="*/ 37 h 37"/>
                <a:gd name="T12" fmla="*/ 3 w 3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7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9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8" name="Freeform 137">
              <a:extLst>
                <a:ext uri="{FF2B5EF4-FFF2-40B4-BE49-F238E27FC236}">
                  <a16:creationId xmlns:a16="http://schemas.microsoft.com/office/drawing/2014/main" id="{F30404ED-70A7-432E-8922-F717957D1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471" y="1970087"/>
              <a:ext cx="4763" cy="58737"/>
            </a:xfrm>
            <a:custGeom>
              <a:avLst/>
              <a:gdLst>
                <a:gd name="T0" fmla="*/ 3 w 3"/>
                <a:gd name="T1" fmla="*/ 0 h 37"/>
                <a:gd name="T2" fmla="*/ 0 w 3"/>
                <a:gd name="T3" fmla="*/ 0 h 37"/>
                <a:gd name="T4" fmla="*/ 0 w 3"/>
                <a:gd name="T5" fmla="*/ 1 h 37"/>
                <a:gd name="T6" fmla="*/ 0 w 3"/>
                <a:gd name="T7" fmla="*/ 19 h 37"/>
                <a:gd name="T8" fmla="*/ 0 w 3"/>
                <a:gd name="T9" fmla="*/ 37 h 37"/>
                <a:gd name="T10" fmla="*/ 3 w 3"/>
                <a:gd name="T11" fmla="*/ 37 h 37"/>
                <a:gd name="T12" fmla="*/ 3 w 3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7">
                  <a:moveTo>
                    <a:pt x="3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9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79" name="Freeform 138">
              <a:extLst>
                <a:ext uri="{FF2B5EF4-FFF2-40B4-BE49-F238E27FC236}">
                  <a16:creationId xmlns:a16="http://schemas.microsoft.com/office/drawing/2014/main" id="{7462077B-6F89-4E17-BAE5-DCC463232E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078037"/>
              <a:ext cx="611188" cy="57150"/>
            </a:xfrm>
            <a:custGeom>
              <a:avLst/>
              <a:gdLst>
                <a:gd name="T0" fmla="*/ 349 w 385"/>
                <a:gd name="T1" fmla="*/ 0 h 36"/>
                <a:gd name="T2" fmla="*/ 0 w 385"/>
                <a:gd name="T3" fmla="*/ 0 h 36"/>
                <a:gd name="T4" fmla="*/ 0 w 385"/>
                <a:gd name="T5" fmla="*/ 36 h 36"/>
                <a:gd name="T6" fmla="*/ 349 w 385"/>
                <a:gd name="T7" fmla="*/ 36 h 36"/>
                <a:gd name="T8" fmla="*/ 349 w 385"/>
                <a:gd name="T9" fmla="*/ 0 h 36"/>
                <a:gd name="T10" fmla="*/ 385 w 385"/>
                <a:gd name="T11" fmla="*/ 0 h 36"/>
                <a:gd name="T12" fmla="*/ 355 w 385"/>
                <a:gd name="T13" fmla="*/ 0 h 36"/>
                <a:gd name="T14" fmla="*/ 372 w 385"/>
                <a:gd name="T15" fmla="*/ 14 h 36"/>
                <a:gd name="T16" fmla="*/ 385 w 385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5" h="36">
                  <a:moveTo>
                    <a:pt x="349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349" y="36"/>
                  </a:lnTo>
                  <a:lnTo>
                    <a:pt x="349" y="0"/>
                  </a:lnTo>
                  <a:close/>
                  <a:moveTo>
                    <a:pt x="385" y="0"/>
                  </a:moveTo>
                  <a:lnTo>
                    <a:pt x="355" y="0"/>
                  </a:lnTo>
                  <a:lnTo>
                    <a:pt x="372" y="14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0" name="Freeform 139">
              <a:extLst>
                <a:ext uri="{FF2B5EF4-FFF2-40B4-BE49-F238E27FC236}">
                  <a16:creationId xmlns:a16="http://schemas.microsoft.com/office/drawing/2014/main" id="{F906364C-A45B-474F-83BE-9B03E10AE9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078037"/>
              <a:ext cx="611188" cy="57150"/>
            </a:xfrm>
            <a:custGeom>
              <a:avLst/>
              <a:gdLst>
                <a:gd name="T0" fmla="*/ 349 w 385"/>
                <a:gd name="T1" fmla="*/ 0 h 36"/>
                <a:gd name="T2" fmla="*/ 0 w 385"/>
                <a:gd name="T3" fmla="*/ 0 h 36"/>
                <a:gd name="T4" fmla="*/ 0 w 385"/>
                <a:gd name="T5" fmla="*/ 36 h 36"/>
                <a:gd name="T6" fmla="*/ 349 w 385"/>
                <a:gd name="T7" fmla="*/ 36 h 36"/>
                <a:gd name="T8" fmla="*/ 349 w 385"/>
                <a:gd name="T9" fmla="*/ 0 h 36"/>
                <a:gd name="T10" fmla="*/ 385 w 385"/>
                <a:gd name="T11" fmla="*/ 0 h 36"/>
                <a:gd name="T12" fmla="*/ 355 w 385"/>
                <a:gd name="T13" fmla="*/ 0 h 36"/>
                <a:gd name="T14" fmla="*/ 372 w 385"/>
                <a:gd name="T15" fmla="*/ 14 h 36"/>
                <a:gd name="T16" fmla="*/ 385 w 385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5" h="36">
                  <a:moveTo>
                    <a:pt x="349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349" y="36"/>
                  </a:lnTo>
                  <a:lnTo>
                    <a:pt x="349" y="0"/>
                  </a:lnTo>
                  <a:moveTo>
                    <a:pt x="385" y="0"/>
                  </a:moveTo>
                  <a:lnTo>
                    <a:pt x="355" y="0"/>
                  </a:lnTo>
                  <a:lnTo>
                    <a:pt x="372" y="14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1" name="Freeform 140">
              <a:extLst>
                <a:ext uri="{FF2B5EF4-FFF2-40B4-BE49-F238E27FC236}">
                  <a16:creationId xmlns:a16="http://schemas.microsoft.com/office/drawing/2014/main" id="{D9A8837B-9FA8-4019-8A48-83DA0C412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078037"/>
              <a:ext cx="36513" cy="57150"/>
            </a:xfrm>
            <a:custGeom>
              <a:avLst/>
              <a:gdLst>
                <a:gd name="T0" fmla="*/ 6 w 23"/>
                <a:gd name="T1" fmla="*/ 0 h 36"/>
                <a:gd name="T2" fmla="*/ 0 w 23"/>
                <a:gd name="T3" fmla="*/ 0 h 36"/>
                <a:gd name="T4" fmla="*/ 0 w 23"/>
                <a:gd name="T5" fmla="*/ 36 h 36"/>
                <a:gd name="T6" fmla="*/ 0 w 23"/>
                <a:gd name="T7" fmla="*/ 36 h 36"/>
                <a:gd name="T8" fmla="*/ 23 w 23"/>
                <a:gd name="T9" fmla="*/ 14 h 36"/>
                <a:gd name="T10" fmla="*/ 6 w 23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6">
                  <a:moveTo>
                    <a:pt x="6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23" y="1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2" name="Freeform 141">
              <a:extLst>
                <a:ext uri="{FF2B5EF4-FFF2-40B4-BE49-F238E27FC236}">
                  <a16:creationId xmlns:a16="http://schemas.microsoft.com/office/drawing/2014/main" id="{CE8705C8-DA8B-4BD9-9236-3511D7E9D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078037"/>
              <a:ext cx="36513" cy="57150"/>
            </a:xfrm>
            <a:custGeom>
              <a:avLst/>
              <a:gdLst>
                <a:gd name="T0" fmla="*/ 6 w 23"/>
                <a:gd name="T1" fmla="*/ 0 h 36"/>
                <a:gd name="T2" fmla="*/ 0 w 23"/>
                <a:gd name="T3" fmla="*/ 0 h 36"/>
                <a:gd name="T4" fmla="*/ 0 w 23"/>
                <a:gd name="T5" fmla="*/ 36 h 36"/>
                <a:gd name="T6" fmla="*/ 0 w 23"/>
                <a:gd name="T7" fmla="*/ 36 h 36"/>
                <a:gd name="T8" fmla="*/ 23 w 23"/>
                <a:gd name="T9" fmla="*/ 14 h 36"/>
                <a:gd name="T10" fmla="*/ 6 w 23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6">
                  <a:moveTo>
                    <a:pt x="6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23" y="1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3" name="Rectangle 142">
              <a:extLst>
                <a:ext uri="{FF2B5EF4-FFF2-40B4-BE49-F238E27FC236}">
                  <a16:creationId xmlns:a16="http://schemas.microsoft.com/office/drawing/2014/main" id="{48808064-2093-4B53-A6BB-D557FC6D8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078037"/>
              <a:ext cx="107950" cy="57150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4" name="Rectangle 143">
              <a:extLst>
                <a:ext uri="{FF2B5EF4-FFF2-40B4-BE49-F238E27FC236}">
                  <a16:creationId xmlns:a16="http://schemas.microsoft.com/office/drawing/2014/main" id="{484FFE86-1D0D-4749-BA8B-F47E9A42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078037"/>
              <a:ext cx="1079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5" name="Rectangle 144">
              <a:extLst>
                <a:ext uri="{FF2B5EF4-FFF2-40B4-BE49-F238E27FC236}">
                  <a16:creationId xmlns:a16="http://schemas.microsoft.com/office/drawing/2014/main" id="{FBDFBDB1-F2B2-4A61-A205-8C591B820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078037"/>
              <a:ext cx="1588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6" name="Rectangle 145">
              <a:extLst>
                <a:ext uri="{FF2B5EF4-FFF2-40B4-BE49-F238E27FC236}">
                  <a16:creationId xmlns:a16="http://schemas.microsoft.com/office/drawing/2014/main" id="{2A87D293-C7FD-4EF7-A314-80426E5B4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078037"/>
              <a:ext cx="1588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7" name="Freeform 146">
              <a:extLst>
                <a:ext uri="{FF2B5EF4-FFF2-40B4-BE49-F238E27FC236}">
                  <a16:creationId xmlns:a16="http://schemas.microsoft.com/office/drawing/2014/main" id="{41867DB0-BFE8-4994-AFB6-D0D970DB8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046" y="2078037"/>
              <a:ext cx="98425" cy="57150"/>
            </a:xfrm>
            <a:custGeom>
              <a:avLst/>
              <a:gdLst>
                <a:gd name="T0" fmla="*/ 62 w 62"/>
                <a:gd name="T1" fmla="*/ 0 h 36"/>
                <a:gd name="T2" fmla="*/ 13 w 62"/>
                <a:gd name="T3" fmla="*/ 0 h 36"/>
                <a:gd name="T4" fmla="*/ 0 w 62"/>
                <a:gd name="T5" fmla="*/ 14 h 36"/>
                <a:gd name="T6" fmla="*/ 27 w 62"/>
                <a:gd name="T7" fmla="*/ 36 h 36"/>
                <a:gd name="T8" fmla="*/ 62 w 62"/>
                <a:gd name="T9" fmla="*/ 36 h 36"/>
                <a:gd name="T10" fmla="*/ 62 w 62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36">
                  <a:moveTo>
                    <a:pt x="62" y="0"/>
                  </a:moveTo>
                  <a:lnTo>
                    <a:pt x="13" y="0"/>
                  </a:lnTo>
                  <a:lnTo>
                    <a:pt x="0" y="14"/>
                  </a:lnTo>
                  <a:lnTo>
                    <a:pt x="27" y="36"/>
                  </a:lnTo>
                  <a:lnTo>
                    <a:pt x="62" y="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81B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8" name="Freeform 147">
              <a:extLst>
                <a:ext uri="{FF2B5EF4-FFF2-40B4-BE49-F238E27FC236}">
                  <a16:creationId xmlns:a16="http://schemas.microsoft.com/office/drawing/2014/main" id="{C1C649C7-F063-4449-8856-191044366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046" y="2078037"/>
              <a:ext cx="98425" cy="57150"/>
            </a:xfrm>
            <a:custGeom>
              <a:avLst/>
              <a:gdLst>
                <a:gd name="T0" fmla="*/ 62 w 62"/>
                <a:gd name="T1" fmla="*/ 0 h 36"/>
                <a:gd name="T2" fmla="*/ 13 w 62"/>
                <a:gd name="T3" fmla="*/ 0 h 36"/>
                <a:gd name="T4" fmla="*/ 0 w 62"/>
                <a:gd name="T5" fmla="*/ 14 h 36"/>
                <a:gd name="T6" fmla="*/ 27 w 62"/>
                <a:gd name="T7" fmla="*/ 36 h 36"/>
                <a:gd name="T8" fmla="*/ 62 w 62"/>
                <a:gd name="T9" fmla="*/ 36 h 36"/>
                <a:gd name="T10" fmla="*/ 62 w 62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" h="36">
                  <a:moveTo>
                    <a:pt x="62" y="0"/>
                  </a:moveTo>
                  <a:lnTo>
                    <a:pt x="13" y="0"/>
                  </a:lnTo>
                  <a:lnTo>
                    <a:pt x="0" y="14"/>
                  </a:lnTo>
                  <a:lnTo>
                    <a:pt x="27" y="36"/>
                  </a:lnTo>
                  <a:lnTo>
                    <a:pt x="62" y="36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89" name="Freeform 148">
              <a:extLst>
                <a:ext uri="{FF2B5EF4-FFF2-40B4-BE49-F238E27FC236}">
                  <a16:creationId xmlns:a16="http://schemas.microsoft.com/office/drawing/2014/main" id="{34222603-6B18-4EB5-93D5-6BED39BE8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100262"/>
              <a:ext cx="79375" cy="34925"/>
            </a:xfrm>
            <a:custGeom>
              <a:avLst/>
              <a:gdLst>
                <a:gd name="T0" fmla="*/ 23 w 50"/>
                <a:gd name="T1" fmla="*/ 0 h 22"/>
                <a:gd name="T2" fmla="*/ 0 w 50"/>
                <a:gd name="T3" fmla="*/ 22 h 22"/>
                <a:gd name="T4" fmla="*/ 50 w 50"/>
                <a:gd name="T5" fmla="*/ 22 h 22"/>
                <a:gd name="T6" fmla="*/ 23 w 50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22">
                  <a:moveTo>
                    <a:pt x="23" y="0"/>
                  </a:moveTo>
                  <a:lnTo>
                    <a:pt x="0" y="22"/>
                  </a:lnTo>
                  <a:lnTo>
                    <a:pt x="50" y="22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76A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0" name="Freeform 149">
              <a:extLst>
                <a:ext uri="{FF2B5EF4-FFF2-40B4-BE49-F238E27FC236}">
                  <a16:creationId xmlns:a16="http://schemas.microsoft.com/office/drawing/2014/main" id="{6F67CB9E-F9E7-4B1C-AA60-03BA531BD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100262"/>
              <a:ext cx="79375" cy="34925"/>
            </a:xfrm>
            <a:custGeom>
              <a:avLst/>
              <a:gdLst>
                <a:gd name="T0" fmla="*/ 23 w 50"/>
                <a:gd name="T1" fmla="*/ 0 h 22"/>
                <a:gd name="T2" fmla="*/ 0 w 50"/>
                <a:gd name="T3" fmla="*/ 22 h 22"/>
                <a:gd name="T4" fmla="*/ 50 w 50"/>
                <a:gd name="T5" fmla="*/ 22 h 22"/>
                <a:gd name="T6" fmla="*/ 23 w 50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22">
                  <a:moveTo>
                    <a:pt x="23" y="0"/>
                  </a:moveTo>
                  <a:lnTo>
                    <a:pt x="0" y="22"/>
                  </a:lnTo>
                  <a:lnTo>
                    <a:pt x="50" y="22"/>
                  </a:lnTo>
                  <a:lnTo>
                    <a:pt x="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1" name="Rectangle 150">
              <a:extLst>
                <a:ext uri="{FF2B5EF4-FFF2-40B4-BE49-F238E27FC236}">
                  <a16:creationId xmlns:a16="http://schemas.microsoft.com/office/drawing/2014/main" id="{6CE58D37-8EC5-4C02-ACC3-BC0846BC8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078037"/>
              <a:ext cx="4763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2" name="Rectangle 151">
              <a:extLst>
                <a:ext uri="{FF2B5EF4-FFF2-40B4-BE49-F238E27FC236}">
                  <a16:creationId xmlns:a16="http://schemas.microsoft.com/office/drawing/2014/main" id="{A4DC01AC-7017-492C-8F67-E8C6DBADB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078037"/>
              <a:ext cx="4763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3" name="Freeform 152">
              <a:extLst>
                <a:ext uri="{FF2B5EF4-FFF2-40B4-BE49-F238E27FC236}">
                  <a16:creationId xmlns:a16="http://schemas.microsoft.com/office/drawing/2014/main" id="{C4206D35-E5F9-472B-A68A-667E2434B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96" y="2185987"/>
              <a:ext cx="504825" cy="58737"/>
            </a:xfrm>
            <a:custGeom>
              <a:avLst/>
              <a:gdLst>
                <a:gd name="T0" fmla="*/ 318 w 318"/>
                <a:gd name="T1" fmla="*/ 0 h 37"/>
                <a:gd name="T2" fmla="*/ 0 w 318"/>
                <a:gd name="T3" fmla="*/ 0 h 37"/>
                <a:gd name="T4" fmla="*/ 0 w 318"/>
                <a:gd name="T5" fmla="*/ 37 h 37"/>
                <a:gd name="T6" fmla="*/ 282 w 318"/>
                <a:gd name="T7" fmla="*/ 37 h 37"/>
                <a:gd name="T8" fmla="*/ 318 w 318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282" y="37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4" name="Freeform 153">
              <a:extLst>
                <a:ext uri="{FF2B5EF4-FFF2-40B4-BE49-F238E27FC236}">
                  <a16:creationId xmlns:a16="http://schemas.microsoft.com/office/drawing/2014/main" id="{38EA63B3-EFB7-4236-AF82-5C3232158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96" y="2185987"/>
              <a:ext cx="504825" cy="58737"/>
            </a:xfrm>
            <a:custGeom>
              <a:avLst/>
              <a:gdLst>
                <a:gd name="T0" fmla="*/ 318 w 318"/>
                <a:gd name="T1" fmla="*/ 0 h 37"/>
                <a:gd name="T2" fmla="*/ 0 w 318"/>
                <a:gd name="T3" fmla="*/ 0 h 37"/>
                <a:gd name="T4" fmla="*/ 0 w 318"/>
                <a:gd name="T5" fmla="*/ 37 h 37"/>
                <a:gd name="T6" fmla="*/ 282 w 318"/>
                <a:gd name="T7" fmla="*/ 37 h 37"/>
                <a:gd name="T8" fmla="*/ 318 w 318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7">
                  <a:moveTo>
                    <a:pt x="318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282" y="37"/>
                  </a:lnTo>
                  <a:lnTo>
                    <a:pt x="3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5" name="Freeform 154">
              <a:extLst>
                <a:ext uri="{FF2B5EF4-FFF2-40B4-BE49-F238E27FC236}">
                  <a16:creationId xmlns:a16="http://schemas.microsoft.com/office/drawing/2014/main" id="{A32BC87C-C151-4AC6-B9E5-22CA3DDCF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696" y="2185987"/>
              <a:ext cx="104775" cy="58737"/>
            </a:xfrm>
            <a:custGeom>
              <a:avLst/>
              <a:gdLst>
                <a:gd name="T0" fmla="*/ 66 w 66"/>
                <a:gd name="T1" fmla="*/ 0 h 37"/>
                <a:gd name="T2" fmla="*/ 38 w 66"/>
                <a:gd name="T3" fmla="*/ 0 h 37"/>
                <a:gd name="T4" fmla="*/ 0 w 66"/>
                <a:gd name="T5" fmla="*/ 37 h 37"/>
                <a:gd name="T6" fmla="*/ 66 w 66"/>
                <a:gd name="T7" fmla="*/ 37 h 37"/>
                <a:gd name="T8" fmla="*/ 66 w 6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7">
                  <a:moveTo>
                    <a:pt x="66" y="0"/>
                  </a:moveTo>
                  <a:lnTo>
                    <a:pt x="38" y="0"/>
                  </a:lnTo>
                  <a:lnTo>
                    <a:pt x="0" y="37"/>
                  </a:lnTo>
                  <a:lnTo>
                    <a:pt x="66" y="37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6" name="Freeform 155">
              <a:extLst>
                <a:ext uri="{FF2B5EF4-FFF2-40B4-BE49-F238E27FC236}">
                  <a16:creationId xmlns:a16="http://schemas.microsoft.com/office/drawing/2014/main" id="{BB2D06C1-F031-41A1-AC5A-9C87EDDB4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696" y="2185987"/>
              <a:ext cx="104775" cy="58737"/>
            </a:xfrm>
            <a:custGeom>
              <a:avLst/>
              <a:gdLst>
                <a:gd name="T0" fmla="*/ 66 w 66"/>
                <a:gd name="T1" fmla="*/ 0 h 37"/>
                <a:gd name="T2" fmla="*/ 38 w 66"/>
                <a:gd name="T3" fmla="*/ 0 h 37"/>
                <a:gd name="T4" fmla="*/ 0 w 66"/>
                <a:gd name="T5" fmla="*/ 37 h 37"/>
                <a:gd name="T6" fmla="*/ 66 w 66"/>
                <a:gd name="T7" fmla="*/ 37 h 37"/>
                <a:gd name="T8" fmla="*/ 66 w 66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7">
                  <a:moveTo>
                    <a:pt x="66" y="0"/>
                  </a:moveTo>
                  <a:lnTo>
                    <a:pt x="38" y="0"/>
                  </a:lnTo>
                  <a:lnTo>
                    <a:pt x="0" y="37"/>
                  </a:lnTo>
                  <a:lnTo>
                    <a:pt x="66" y="37"/>
                  </a:lnTo>
                  <a:lnTo>
                    <a:pt x="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7" name="Rectangle 156">
              <a:extLst>
                <a:ext uri="{FF2B5EF4-FFF2-40B4-BE49-F238E27FC236}">
                  <a16:creationId xmlns:a16="http://schemas.microsoft.com/office/drawing/2014/main" id="{E9C6C2DF-5CD2-40B0-B959-3381F2A8A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185987"/>
              <a:ext cx="107950" cy="58737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8" name="Rectangle 157">
              <a:extLst>
                <a:ext uri="{FF2B5EF4-FFF2-40B4-BE49-F238E27FC236}">
                  <a16:creationId xmlns:a16="http://schemas.microsoft.com/office/drawing/2014/main" id="{F6E597EA-429D-48C2-85F5-DC9E77180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185987"/>
              <a:ext cx="107950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999" name="Rectangle 158">
              <a:extLst>
                <a:ext uri="{FF2B5EF4-FFF2-40B4-BE49-F238E27FC236}">
                  <a16:creationId xmlns:a16="http://schemas.microsoft.com/office/drawing/2014/main" id="{A9DA1598-24FD-45EC-ABC2-6F8AC01C2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185987"/>
              <a:ext cx="1588" cy="58737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0" name="Rectangle 159">
              <a:extLst>
                <a:ext uri="{FF2B5EF4-FFF2-40B4-BE49-F238E27FC236}">
                  <a16:creationId xmlns:a16="http://schemas.microsoft.com/office/drawing/2014/main" id="{0B2B8FC1-919B-4F0E-ACED-E6EC2B393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185987"/>
              <a:ext cx="1588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1" name="Freeform 160">
              <a:extLst>
                <a:ext uri="{FF2B5EF4-FFF2-40B4-BE49-F238E27FC236}">
                  <a16:creationId xmlns:a16="http://schemas.microsoft.com/office/drawing/2014/main" id="{3ACDDA2D-B2FA-495F-A492-82E5DE15C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171" y="2185987"/>
              <a:ext cx="106363" cy="58737"/>
            </a:xfrm>
            <a:custGeom>
              <a:avLst/>
              <a:gdLst>
                <a:gd name="T0" fmla="*/ 67 w 67"/>
                <a:gd name="T1" fmla="*/ 0 h 37"/>
                <a:gd name="T2" fmla="*/ 36 w 67"/>
                <a:gd name="T3" fmla="*/ 0 h 37"/>
                <a:gd name="T4" fmla="*/ 0 w 67"/>
                <a:gd name="T5" fmla="*/ 37 h 37"/>
                <a:gd name="T6" fmla="*/ 67 w 67"/>
                <a:gd name="T7" fmla="*/ 37 h 37"/>
                <a:gd name="T8" fmla="*/ 67 w 67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37">
                  <a:moveTo>
                    <a:pt x="67" y="0"/>
                  </a:moveTo>
                  <a:lnTo>
                    <a:pt x="36" y="0"/>
                  </a:lnTo>
                  <a:lnTo>
                    <a:pt x="0" y="37"/>
                  </a:lnTo>
                  <a:lnTo>
                    <a:pt x="67" y="37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81B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2" name="Freeform 161">
              <a:extLst>
                <a:ext uri="{FF2B5EF4-FFF2-40B4-BE49-F238E27FC236}">
                  <a16:creationId xmlns:a16="http://schemas.microsoft.com/office/drawing/2014/main" id="{AAA3B491-C796-4123-89C2-21EEF4D5A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171" y="2185987"/>
              <a:ext cx="106363" cy="58737"/>
            </a:xfrm>
            <a:custGeom>
              <a:avLst/>
              <a:gdLst>
                <a:gd name="T0" fmla="*/ 67 w 67"/>
                <a:gd name="T1" fmla="*/ 0 h 37"/>
                <a:gd name="T2" fmla="*/ 36 w 67"/>
                <a:gd name="T3" fmla="*/ 0 h 37"/>
                <a:gd name="T4" fmla="*/ 0 w 67"/>
                <a:gd name="T5" fmla="*/ 37 h 37"/>
                <a:gd name="T6" fmla="*/ 67 w 67"/>
                <a:gd name="T7" fmla="*/ 37 h 37"/>
                <a:gd name="T8" fmla="*/ 67 w 67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37">
                  <a:moveTo>
                    <a:pt x="67" y="0"/>
                  </a:moveTo>
                  <a:lnTo>
                    <a:pt x="36" y="0"/>
                  </a:lnTo>
                  <a:lnTo>
                    <a:pt x="0" y="37"/>
                  </a:lnTo>
                  <a:lnTo>
                    <a:pt x="67" y="37"/>
                  </a:lnTo>
                  <a:lnTo>
                    <a:pt x="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3" name="Freeform 162">
              <a:extLst>
                <a:ext uri="{FF2B5EF4-FFF2-40B4-BE49-F238E27FC236}">
                  <a16:creationId xmlns:a16="http://schemas.microsoft.com/office/drawing/2014/main" id="{A960FDFF-B5BF-4249-8AD4-55DF089C9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185987"/>
              <a:ext cx="90488" cy="58737"/>
            </a:xfrm>
            <a:custGeom>
              <a:avLst/>
              <a:gdLst>
                <a:gd name="T0" fmla="*/ 57 w 57"/>
                <a:gd name="T1" fmla="*/ 0 h 37"/>
                <a:gd name="T2" fmla="*/ 0 w 57"/>
                <a:gd name="T3" fmla="*/ 0 h 37"/>
                <a:gd name="T4" fmla="*/ 0 w 57"/>
                <a:gd name="T5" fmla="*/ 37 h 37"/>
                <a:gd name="T6" fmla="*/ 19 w 57"/>
                <a:gd name="T7" fmla="*/ 37 h 37"/>
                <a:gd name="T8" fmla="*/ 57 w 57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7">
                  <a:moveTo>
                    <a:pt x="57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19" y="37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76A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4" name="Freeform 163">
              <a:extLst>
                <a:ext uri="{FF2B5EF4-FFF2-40B4-BE49-F238E27FC236}">
                  <a16:creationId xmlns:a16="http://schemas.microsoft.com/office/drawing/2014/main" id="{17761D19-AF3D-470F-BF11-E4E97ED0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185987"/>
              <a:ext cx="90488" cy="58737"/>
            </a:xfrm>
            <a:custGeom>
              <a:avLst/>
              <a:gdLst>
                <a:gd name="T0" fmla="*/ 57 w 57"/>
                <a:gd name="T1" fmla="*/ 0 h 37"/>
                <a:gd name="T2" fmla="*/ 0 w 57"/>
                <a:gd name="T3" fmla="*/ 0 h 37"/>
                <a:gd name="T4" fmla="*/ 0 w 57"/>
                <a:gd name="T5" fmla="*/ 37 h 37"/>
                <a:gd name="T6" fmla="*/ 19 w 57"/>
                <a:gd name="T7" fmla="*/ 37 h 37"/>
                <a:gd name="T8" fmla="*/ 57 w 57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7">
                  <a:moveTo>
                    <a:pt x="57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19" y="37"/>
                  </a:lnTo>
                  <a:lnTo>
                    <a:pt x="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5" name="Rectangle 164">
              <a:extLst>
                <a:ext uri="{FF2B5EF4-FFF2-40B4-BE49-F238E27FC236}">
                  <a16:creationId xmlns:a16="http://schemas.microsoft.com/office/drawing/2014/main" id="{7892E93F-2F2D-45A0-94B3-B038A3A03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185987"/>
              <a:ext cx="4763" cy="58737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6" name="Rectangle 165">
              <a:extLst>
                <a:ext uri="{FF2B5EF4-FFF2-40B4-BE49-F238E27FC236}">
                  <a16:creationId xmlns:a16="http://schemas.microsoft.com/office/drawing/2014/main" id="{721BC653-3D7F-4B0D-997F-D6036BC01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185987"/>
              <a:ext cx="4763" cy="58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7" name="Freeform 166">
              <a:extLst>
                <a:ext uri="{FF2B5EF4-FFF2-40B4-BE49-F238E27FC236}">
                  <a16:creationId xmlns:a16="http://schemas.microsoft.com/office/drawing/2014/main" id="{5F175A9C-64FA-4B30-BD51-2C6A9B0F72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293937"/>
              <a:ext cx="554038" cy="57150"/>
            </a:xfrm>
            <a:custGeom>
              <a:avLst/>
              <a:gdLst>
                <a:gd name="T0" fmla="*/ 251 w 349"/>
                <a:gd name="T1" fmla="*/ 0 h 36"/>
                <a:gd name="T2" fmla="*/ 0 w 349"/>
                <a:gd name="T3" fmla="*/ 0 h 36"/>
                <a:gd name="T4" fmla="*/ 0 w 349"/>
                <a:gd name="T5" fmla="*/ 36 h 36"/>
                <a:gd name="T6" fmla="*/ 33 w 349"/>
                <a:gd name="T7" fmla="*/ 36 h 36"/>
                <a:gd name="T8" fmla="*/ 33 w 349"/>
                <a:gd name="T9" fmla="*/ 2 h 36"/>
                <a:gd name="T10" fmla="*/ 167 w 349"/>
                <a:gd name="T11" fmla="*/ 2 h 36"/>
                <a:gd name="T12" fmla="*/ 167 w 349"/>
                <a:gd name="T13" fmla="*/ 36 h 36"/>
                <a:gd name="T14" fmla="*/ 213 w 349"/>
                <a:gd name="T15" fmla="*/ 36 h 36"/>
                <a:gd name="T16" fmla="*/ 251 w 349"/>
                <a:gd name="T17" fmla="*/ 0 h 36"/>
                <a:gd name="T18" fmla="*/ 349 w 349"/>
                <a:gd name="T19" fmla="*/ 0 h 36"/>
                <a:gd name="T20" fmla="*/ 337 w 349"/>
                <a:gd name="T21" fmla="*/ 0 h 36"/>
                <a:gd name="T22" fmla="*/ 301 w 349"/>
                <a:gd name="T23" fmla="*/ 36 h 36"/>
                <a:gd name="T24" fmla="*/ 349 w 349"/>
                <a:gd name="T25" fmla="*/ 36 h 36"/>
                <a:gd name="T26" fmla="*/ 349 w 349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9" h="36">
                  <a:moveTo>
                    <a:pt x="251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33" y="36"/>
                  </a:lnTo>
                  <a:lnTo>
                    <a:pt x="33" y="2"/>
                  </a:lnTo>
                  <a:lnTo>
                    <a:pt x="167" y="2"/>
                  </a:lnTo>
                  <a:lnTo>
                    <a:pt x="167" y="36"/>
                  </a:lnTo>
                  <a:lnTo>
                    <a:pt x="213" y="36"/>
                  </a:lnTo>
                  <a:lnTo>
                    <a:pt x="251" y="0"/>
                  </a:lnTo>
                  <a:close/>
                  <a:moveTo>
                    <a:pt x="349" y="0"/>
                  </a:moveTo>
                  <a:lnTo>
                    <a:pt x="337" y="0"/>
                  </a:lnTo>
                  <a:lnTo>
                    <a:pt x="301" y="36"/>
                  </a:lnTo>
                  <a:lnTo>
                    <a:pt x="349" y="3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8" name="Freeform 167">
              <a:extLst>
                <a:ext uri="{FF2B5EF4-FFF2-40B4-BE49-F238E27FC236}">
                  <a16:creationId xmlns:a16="http://schemas.microsoft.com/office/drawing/2014/main" id="{B0912CC5-A286-4383-A6BE-F433936401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293937"/>
              <a:ext cx="554038" cy="57150"/>
            </a:xfrm>
            <a:custGeom>
              <a:avLst/>
              <a:gdLst>
                <a:gd name="T0" fmla="*/ 251 w 349"/>
                <a:gd name="T1" fmla="*/ 0 h 36"/>
                <a:gd name="T2" fmla="*/ 0 w 349"/>
                <a:gd name="T3" fmla="*/ 0 h 36"/>
                <a:gd name="T4" fmla="*/ 0 w 349"/>
                <a:gd name="T5" fmla="*/ 36 h 36"/>
                <a:gd name="T6" fmla="*/ 33 w 349"/>
                <a:gd name="T7" fmla="*/ 36 h 36"/>
                <a:gd name="T8" fmla="*/ 33 w 349"/>
                <a:gd name="T9" fmla="*/ 2 h 36"/>
                <a:gd name="T10" fmla="*/ 167 w 349"/>
                <a:gd name="T11" fmla="*/ 2 h 36"/>
                <a:gd name="T12" fmla="*/ 167 w 349"/>
                <a:gd name="T13" fmla="*/ 36 h 36"/>
                <a:gd name="T14" fmla="*/ 213 w 349"/>
                <a:gd name="T15" fmla="*/ 36 h 36"/>
                <a:gd name="T16" fmla="*/ 251 w 349"/>
                <a:gd name="T17" fmla="*/ 0 h 36"/>
                <a:gd name="T18" fmla="*/ 349 w 349"/>
                <a:gd name="T19" fmla="*/ 0 h 36"/>
                <a:gd name="T20" fmla="*/ 337 w 349"/>
                <a:gd name="T21" fmla="*/ 0 h 36"/>
                <a:gd name="T22" fmla="*/ 301 w 349"/>
                <a:gd name="T23" fmla="*/ 36 h 36"/>
                <a:gd name="T24" fmla="*/ 349 w 349"/>
                <a:gd name="T25" fmla="*/ 36 h 36"/>
                <a:gd name="T26" fmla="*/ 349 w 349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9" h="36">
                  <a:moveTo>
                    <a:pt x="251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33" y="36"/>
                  </a:lnTo>
                  <a:lnTo>
                    <a:pt x="33" y="2"/>
                  </a:lnTo>
                  <a:lnTo>
                    <a:pt x="167" y="2"/>
                  </a:lnTo>
                  <a:lnTo>
                    <a:pt x="167" y="36"/>
                  </a:lnTo>
                  <a:lnTo>
                    <a:pt x="213" y="36"/>
                  </a:lnTo>
                  <a:lnTo>
                    <a:pt x="251" y="0"/>
                  </a:lnTo>
                  <a:moveTo>
                    <a:pt x="349" y="0"/>
                  </a:moveTo>
                  <a:lnTo>
                    <a:pt x="337" y="0"/>
                  </a:lnTo>
                  <a:lnTo>
                    <a:pt x="301" y="36"/>
                  </a:lnTo>
                  <a:lnTo>
                    <a:pt x="349" y="36"/>
                  </a:lnTo>
                  <a:lnTo>
                    <a:pt x="34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09" name="Rectangle 168">
              <a:extLst>
                <a:ext uri="{FF2B5EF4-FFF2-40B4-BE49-F238E27FC236}">
                  <a16:creationId xmlns:a16="http://schemas.microsoft.com/office/drawing/2014/main" id="{F6A4D5E4-DDEA-40C5-9B3A-7C391103B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884" y="2297112"/>
              <a:ext cx="212725" cy="53975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0" name="Rectangle 169">
              <a:extLst>
                <a:ext uri="{FF2B5EF4-FFF2-40B4-BE49-F238E27FC236}">
                  <a16:creationId xmlns:a16="http://schemas.microsoft.com/office/drawing/2014/main" id="{A5D54A8A-07FF-4744-93AF-34D4D1694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884" y="2297112"/>
              <a:ext cx="212725" cy="53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1" name="Rectangle 170">
              <a:extLst>
                <a:ext uri="{FF2B5EF4-FFF2-40B4-BE49-F238E27FC236}">
                  <a16:creationId xmlns:a16="http://schemas.microsoft.com/office/drawing/2014/main" id="{B2788F51-6230-4A33-8FDB-FFBE8B130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534" y="2293937"/>
              <a:ext cx="134938" cy="57150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2" name="Rectangle 171">
              <a:extLst>
                <a:ext uri="{FF2B5EF4-FFF2-40B4-BE49-F238E27FC236}">
                  <a16:creationId xmlns:a16="http://schemas.microsoft.com/office/drawing/2014/main" id="{65730E33-6CDB-4160-B10D-0D09734DE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534" y="2293937"/>
              <a:ext cx="134938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3" name="Rectangle 172">
              <a:extLst>
                <a:ext uri="{FF2B5EF4-FFF2-40B4-BE49-F238E27FC236}">
                  <a16:creationId xmlns:a16="http://schemas.microsoft.com/office/drawing/2014/main" id="{1EA53206-95A3-461A-B3CD-CAD3A8394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293937"/>
              <a:ext cx="107950" cy="57150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4" name="Rectangle 173">
              <a:extLst>
                <a:ext uri="{FF2B5EF4-FFF2-40B4-BE49-F238E27FC236}">
                  <a16:creationId xmlns:a16="http://schemas.microsoft.com/office/drawing/2014/main" id="{A50197FC-FF34-4603-91FF-DF43545B9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293937"/>
              <a:ext cx="1079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5" name="Rectangle 174">
              <a:extLst>
                <a:ext uri="{FF2B5EF4-FFF2-40B4-BE49-F238E27FC236}">
                  <a16:creationId xmlns:a16="http://schemas.microsoft.com/office/drawing/2014/main" id="{A38452DA-A140-421E-AD46-B7D59109E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293937"/>
              <a:ext cx="1588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6" name="Rectangle 175">
              <a:extLst>
                <a:ext uri="{FF2B5EF4-FFF2-40B4-BE49-F238E27FC236}">
                  <a16:creationId xmlns:a16="http://schemas.microsoft.com/office/drawing/2014/main" id="{BD239DE5-19BA-44B3-9AC2-5B1EC1816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293937"/>
              <a:ext cx="1588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7" name="Freeform 176">
              <a:extLst>
                <a:ext uri="{FF2B5EF4-FFF2-40B4-BE49-F238E27FC236}">
                  <a16:creationId xmlns:a16="http://schemas.microsoft.com/office/drawing/2014/main" id="{605F2ACB-DDB0-44FE-AA3D-1E8D7E652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634" y="2293937"/>
              <a:ext cx="196850" cy="57150"/>
            </a:xfrm>
            <a:custGeom>
              <a:avLst/>
              <a:gdLst>
                <a:gd name="T0" fmla="*/ 124 w 124"/>
                <a:gd name="T1" fmla="*/ 0 h 36"/>
                <a:gd name="T2" fmla="*/ 38 w 124"/>
                <a:gd name="T3" fmla="*/ 0 h 36"/>
                <a:gd name="T4" fmla="*/ 0 w 124"/>
                <a:gd name="T5" fmla="*/ 36 h 36"/>
                <a:gd name="T6" fmla="*/ 88 w 124"/>
                <a:gd name="T7" fmla="*/ 36 h 36"/>
                <a:gd name="T8" fmla="*/ 124 w 124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36">
                  <a:moveTo>
                    <a:pt x="124" y="0"/>
                  </a:moveTo>
                  <a:lnTo>
                    <a:pt x="38" y="0"/>
                  </a:lnTo>
                  <a:lnTo>
                    <a:pt x="0" y="36"/>
                  </a:lnTo>
                  <a:lnTo>
                    <a:pt x="88" y="36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81B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8" name="Freeform 177">
              <a:extLst>
                <a:ext uri="{FF2B5EF4-FFF2-40B4-BE49-F238E27FC236}">
                  <a16:creationId xmlns:a16="http://schemas.microsoft.com/office/drawing/2014/main" id="{C195AC9C-3511-42E9-A9E8-CB1F00587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634" y="2293937"/>
              <a:ext cx="196850" cy="57150"/>
            </a:xfrm>
            <a:custGeom>
              <a:avLst/>
              <a:gdLst>
                <a:gd name="T0" fmla="*/ 124 w 124"/>
                <a:gd name="T1" fmla="*/ 0 h 36"/>
                <a:gd name="T2" fmla="*/ 38 w 124"/>
                <a:gd name="T3" fmla="*/ 0 h 36"/>
                <a:gd name="T4" fmla="*/ 0 w 124"/>
                <a:gd name="T5" fmla="*/ 36 h 36"/>
                <a:gd name="T6" fmla="*/ 88 w 124"/>
                <a:gd name="T7" fmla="*/ 36 h 36"/>
                <a:gd name="T8" fmla="*/ 124 w 124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36">
                  <a:moveTo>
                    <a:pt x="124" y="0"/>
                  </a:moveTo>
                  <a:lnTo>
                    <a:pt x="38" y="0"/>
                  </a:lnTo>
                  <a:lnTo>
                    <a:pt x="0" y="36"/>
                  </a:lnTo>
                  <a:lnTo>
                    <a:pt x="88" y="36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19" name="Rectangle 178">
              <a:extLst>
                <a:ext uri="{FF2B5EF4-FFF2-40B4-BE49-F238E27FC236}">
                  <a16:creationId xmlns:a16="http://schemas.microsoft.com/office/drawing/2014/main" id="{7A088542-2577-4382-AE0A-9E8888FE2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293937"/>
              <a:ext cx="4763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0" name="Rectangle 179">
              <a:extLst>
                <a:ext uri="{FF2B5EF4-FFF2-40B4-BE49-F238E27FC236}">
                  <a16:creationId xmlns:a16="http://schemas.microsoft.com/office/drawing/2014/main" id="{DADC969E-8017-4783-B292-2B167266B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293937"/>
              <a:ext cx="4763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1" name="Freeform 180">
              <a:extLst>
                <a:ext uri="{FF2B5EF4-FFF2-40B4-BE49-F238E27FC236}">
                  <a16:creationId xmlns:a16="http://schemas.microsoft.com/office/drawing/2014/main" id="{51A3B49D-96CD-4367-9B07-9344D42049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400300"/>
              <a:ext cx="554038" cy="60325"/>
            </a:xfrm>
            <a:custGeom>
              <a:avLst/>
              <a:gdLst>
                <a:gd name="T0" fmla="*/ 33 w 349"/>
                <a:gd name="T1" fmla="*/ 0 h 38"/>
                <a:gd name="T2" fmla="*/ 0 w 349"/>
                <a:gd name="T3" fmla="*/ 0 h 38"/>
                <a:gd name="T4" fmla="*/ 0 w 349"/>
                <a:gd name="T5" fmla="*/ 38 h 38"/>
                <a:gd name="T6" fmla="*/ 33 w 349"/>
                <a:gd name="T7" fmla="*/ 38 h 38"/>
                <a:gd name="T8" fmla="*/ 33 w 349"/>
                <a:gd name="T9" fmla="*/ 0 h 38"/>
                <a:gd name="T10" fmla="*/ 182 w 349"/>
                <a:gd name="T11" fmla="*/ 0 h 38"/>
                <a:gd name="T12" fmla="*/ 167 w 349"/>
                <a:gd name="T13" fmla="*/ 0 h 38"/>
                <a:gd name="T14" fmla="*/ 167 w 349"/>
                <a:gd name="T15" fmla="*/ 17 h 38"/>
                <a:gd name="T16" fmla="*/ 182 w 349"/>
                <a:gd name="T17" fmla="*/ 0 h 38"/>
                <a:gd name="T18" fmla="*/ 349 w 349"/>
                <a:gd name="T19" fmla="*/ 0 h 38"/>
                <a:gd name="T20" fmla="*/ 270 w 349"/>
                <a:gd name="T21" fmla="*/ 0 h 38"/>
                <a:gd name="T22" fmla="*/ 233 w 349"/>
                <a:gd name="T23" fmla="*/ 38 h 38"/>
                <a:gd name="T24" fmla="*/ 349 w 349"/>
                <a:gd name="T25" fmla="*/ 38 h 38"/>
                <a:gd name="T26" fmla="*/ 349 w 349"/>
                <a:gd name="T2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9" h="38">
                  <a:moveTo>
                    <a:pt x="3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33" y="38"/>
                  </a:lnTo>
                  <a:lnTo>
                    <a:pt x="33" y="0"/>
                  </a:lnTo>
                  <a:close/>
                  <a:moveTo>
                    <a:pt x="182" y="0"/>
                  </a:moveTo>
                  <a:lnTo>
                    <a:pt x="167" y="0"/>
                  </a:lnTo>
                  <a:lnTo>
                    <a:pt x="167" y="17"/>
                  </a:lnTo>
                  <a:lnTo>
                    <a:pt x="182" y="0"/>
                  </a:lnTo>
                  <a:close/>
                  <a:moveTo>
                    <a:pt x="349" y="0"/>
                  </a:moveTo>
                  <a:lnTo>
                    <a:pt x="270" y="0"/>
                  </a:lnTo>
                  <a:lnTo>
                    <a:pt x="233" y="38"/>
                  </a:lnTo>
                  <a:lnTo>
                    <a:pt x="349" y="3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2" name="Freeform 181">
              <a:extLst>
                <a:ext uri="{FF2B5EF4-FFF2-40B4-BE49-F238E27FC236}">
                  <a16:creationId xmlns:a16="http://schemas.microsoft.com/office/drawing/2014/main" id="{4C21512F-FF78-448B-AC23-C9A50AE619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400300"/>
              <a:ext cx="554038" cy="60325"/>
            </a:xfrm>
            <a:custGeom>
              <a:avLst/>
              <a:gdLst>
                <a:gd name="T0" fmla="*/ 33 w 349"/>
                <a:gd name="T1" fmla="*/ 0 h 38"/>
                <a:gd name="T2" fmla="*/ 0 w 349"/>
                <a:gd name="T3" fmla="*/ 0 h 38"/>
                <a:gd name="T4" fmla="*/ 0 w 349"/>
                <a:gd name="T5" fmla="*/ 38 h 38"/>
                <a:gd name="T6" fmla="*/ 33 w 349"/>
                <a:gd name="T7" fmla="*/ 38 h 38"/>
                <a:gd name="T8" fmla="*/ 33 w 349"/>
                <a:gd name="T9" fmla="*/ 0 h 38"/>
                <a:gd name="T10" fmla="*/ 182 w 349"/>
                <a:gd name="T11" fmla="*/ 0 h 38"/>
                <a:gd name="T12" fmla="*/ 167 w 349"/>
                <a:gd name="T13" fmla="*/ 0 h 38"/>
                <a:gd name="T14" fmla="*/ 167 w 349"/>
                <a:gd name="T15" fmla="*/ 17 h 38"/>
                <a:gd name="T16" fmla="*/ 182 w 349"/>
                <a:gd name="T17" fmla="*/ 0 h 38"/>
                <a:gd name="T18" fmla="*/ 349 w 349"/>
                <a:gd name="T19" fmla="*/ 0 h 38"/>
                <a:gd name="T20" fmla="*/ 270 w 349"/>
                <a:gd name="T21" fmla="*/ 0 h 38"/>
                <a:gd name="T22" fmla="*/ 233 w 349"/>
                <a:gd name="T23" fmla="*/ 38 h 38"/>
                <a:gd name="T24" fmla="*/ 349 w 349"/>
                <a:gd name="T25" fmla="*/ 38 h 38"/>
                <a:gd name="T26" fmla="*/ 349 w 349"/>
                <a:gd name="T2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9" h="38">
                  <a:moveTo>
                    <a:pt x="3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33" y="38"/>
                  </a:lnTo>
                  <a:lnTo>
                    <a:pt x="33" y="0"/>
                  </a:lnTo>
                  <a:moveTo>
                    <a:pt x="182" y="0"/>
                  </a:moveTo>
                  <a:lnTo>
                    <a:pt x="167" y="0"/>
                  </a:lnTo>
                  <a:lnTo>
                    <a:pt x="167" y="17"/>
                  </a:lnTo>
                  <a:lnTo>
                    <a:pt x="182" y="0"/>
                  </a:lnTo>
                  <a:moveTo>
                    <a:pt x="349" y="0"/>
                  </a:moveTo>
                  <a:lnTo>
                    <a:pt x="270" y="0"/>
                  </a:lnTo>
                  <a:lnTo>
                    <a:pt x="233" y="38"/>
                  </a:lnTo>
                  <a:lnTo>
                    <a:pt x="349" y="38"/>
                  </a:lnTo>
                  <a:lnTo>
                    <a:pt x="34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3" name="Freeform 182">
              <a:extLst>
                <a:ext uri="{FF2B5EF4-FFF2-40B4-BE49-F238E27FC236}">
                  <a16:creationId xmlns:a16="http://schemas.microsoft.com/office/drawing/2014/main" id="{C144FF2C-3AA7-4471-9099-25D3C24C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884" y="2400300"/>
              <a:ext cx="212725" cy="60325"/>
            </a:xfrm>
            <a:custGeom>
              <a:avLst/>
              <a:gdLst>
                <a:gd name="T0" fmla="*/ 134 w 134"/>
                <a:gd name="T1" fmla="*/ 0 h 38"/>
                <a:gd name="T2" fmla="*/ 0 w 134"/>
                <a:gd name="T3" fmla="*/ 0 h 38"/>
                <a:gd name="T4" fmla="*/ 0 w 134"/>
                <a:gd name="T5" fmla="*/ 38 h 38"/>
                <a:gd name="T6" fmla="*/ 113 w 134"/>
                <a:gd name="T7" fmla="*/ 38 h 38"/>
                <a:gd name="T8" fmla="*/ 134 w 134"/>
                <a:gd name="T9" fmla="*/ 17 h 38"/>
                <a:gd name="T10" fmla="*/ 134 w 134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" h="38">
                  <a:moveTo>
                    <a:pt x="134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13" y="38"/>
                  </a:lnTo>
                  <a:lnTo>
                    <a:pt x="134" y="17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4" name="Freeform 183">
              <a:extLst>
                <a:ext uri="{FF2B5EF4-FFF2-40B4-BE49-F238E27FC236}">
                  <a16:creationId xmlns:a16="http://schemas.microsoft.com/office/drawing/2014/main" id="{A9CD4D03-99F3-4E0A-8D56-FC59CDFBC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884" y="2400300"/>
              <a:ext cx="212725" cy="60325"/>
            </a:xfrm>
            <a:custGeom>
              <a:avLst/>
              <a:gdLst>
                <a:gd name="T0" fmla="*/ 134 w 134"/>
                <a:gd name="T1" fmla="*/ 0 h 38"/>
                <a:gd name="T2" fmla="*/ 0 w 134"/>
                <a:gd name="T3" fmla="*/ 0 h 38"/>
                <a:gd name="T4" fmla="*/ 0 w 134"/>
                <a:gd name="T5" fmla="*/ 38 h 38"/>
                <a:gd name="T6" fmla="*/ 113 w 134"/>
                <a:gd name="T7" fmla="*/ 38 h 38"/>
                <a:gd name="T8" fmla="*/ 134 w 134"/>
                <a:gd name="T9" fmla="*/ 17 h 38"/>
                <a:gd name="T10" fmla="*/ 134 w 134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" h="38">
                  <a:moveTo>
                    <a:pt x="134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13" y="38"/>
                  </a:lnTo>
                  <a:lnTo>
                    <a:pt x="134" y="17"/>
                  </a:lnTo>
                  <a:lnTo>
                    <a:pt x="1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5" name="Freeform 184">
              <a:extLst>
                <a:ext uri="{FF2B5EF4-FFF2-40B4-BE49-F238E27FC236}">
                  <a16:creationId xmlns:a16="http://schemas.microsoft.com/office/drawing/2014/main" id="{D25E460E-1EF7-4065-AE6E-093228AD3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400300"/>
              <a:ext cx="134938" cy="60325"/>
            </a:xfrm>
            <a:custGeom>
              <a:avLst/>
              <a:gdLst>
                <a:gd name="T0" fmla="*/ 85 w 85"/>
                <a:gd name="T1" fmla="*/ 0 h 38"/>
                <a:gd name="T2" fmla="*/ 0 w 85"/>
                <a:gd name="T3" fmla="*/ 0 h 38"/>
                <a:gd name="T4" fmla="*/ 0 w 85"/>
                <a:gd name="T5" fmla="*/ 38 h 38"/>
                <a:gd name="T6" fmla="*/ 85 w 85"/>
                <a:gd name="T7" fmla="*/ 38 h 38"/>
                <a:gd name="T8" fmla="*/ 85 w 85"/>
                <a:gd name="T9" fmla="*/ 36 h 38"/>
                <a:gd name="T10" fmla="*/ 85 w 85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38">
                  <a:moveTo>
                    <a:pt x="85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85" y="38"/>
                  </a:lnTo>
                  <a:lnTo>
                    <a:pt x="85" y="36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6" name="Freeform 185">
              <a:extLst>
                <a:ext uri="{FF2B5EF4-FFF2-40B4-BE49-F238E27FC236}">
                  <a16:creationId xmlns:a16="http://schemas.microsoft.com/office/drawing/2014/main" id="{E985509E-C663-4DE1-AD7B-83D55F662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400300"/>
              <a:ext cx="134938" cy="60325"/>
            </a:xfrm>
            <a:custGeom>
              <a:avLst/>
              <a:gdLst>
                <a:gd name="T0" fmla="*/ 85 w 85"/>
                <a:gd name="T1" fmla="*/ 0 h 38"/>
                <a:gd name="T2" fmla="*/ 0 w 85"/>
                <a:gd name="T3" fmla="*/ 0 h 38"/>
                <a:gd name="T4" fmla="*/ 0 w 85"/>
                <a:gd name="T5" fmla="*/ 38 h 38"/>
                <a:gd name="T6" fmla="*/ 85 w 85"/>
                <a:gd name="T7" fmla="*/ 38 h 38"/>
                <a:gd name="T8" fmla="*/ 85 w 85"/>
                <a:gd name="T9" fmla="*/ 36 h 38"/>
                <a:gd name="T10" fmla="*/ 85 w 85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5" h="38">
                  <a:moveTo>
                    <a:pt x="85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85" y="38"/>
                  </a:lnTo>
                  <a:lnTo>
                    <a:pt x="85" y="36"/>
                  </a:lnTo>
                  <a:lnTo>
                    <a:pt x="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7" name="Rectangle 186">
              <a:extLst>
                <a:ext uri="{FF2B5EF4-FFF2-40B4-BE49-F238E27FC236}">
                  <a16:creationId xmlns:a16="http://schemas.microsoft.com/office/drawing/2014/main" id="{B0D5AC57-99D8-4BB7-B38F-802794A8A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400300"/>
              <a:ext cx="107950" cy="60325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8" name="Rectangle 187">
              <a:extLst>
                <a:ext uri="{FF2B5EF4-FFF2-40B4-BE49-F238E27FC236}">
                  <a16:creationId xmlns:a16="http://schemas.microsoft.com/office/drawing/2014/main" id="{E7A8C0DE-9D5B-45B7-8F14-2C931FA59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400300"/>
              <a:ext cx="107950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29" name="Rectangle 188">
              <a:extLst>
                <a:ext uri="{FF2B5EF4-FFF2-40B4-BE49-F238E27FC236}">
                  <a16:creationId xmlns:a16="http://schemas.microsoft.com/office/drawing/2014/main" id="{C2B4C609-0A4D-4B05-90FE-6E2393326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400300"/>
              <a:ext cx="1588" cy="60325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0" name="Rectangle 189">
              <a:extLst>
                <a:ext uri="{FF2B5EF4-FFF2-40B4-BE49-F238E27FC236}">
                  <a16:creationId xmlns:a16="http://schemas.microsoft.com/office/drawing/2014/main" id="{FFDE2668-7939-47D8-80AE-E42349BA7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400300"/>
              <a:ext cx="1588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1" name="Freeform 190">
              <a:extLst>
                <a:ext uri="{FF2B5EF4-FFF2-40B4-BE49-F238E27FC236}">
                  <a16:creationId xmlns:a16="http://schemas.microsoft.com/office/drawing/2014/main" id="{8B12BDC5-EF93-475B-9CED-8BA730840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609" y="2400300"/>
              <a:ext cx="163513" cy="60325"/>
            </a:xfrm>
            <a:custGeom>
              <a:avLst/>
              <a:gdLst>
                <a:gd name="T0" fmla="*/ 103 w 103"/>
                <a:gd name="T1" fmla="*/ 0 h 38"/>
                <a:gd name="T2" fmla="*/ 15 w 103"/>
                <a:gd name="T3" fmla="*/ 0 h 38"/>
                <a:gd name="T4" fmla="*/ 0 w 103"/>
                <a:gd name="T5" fmla="*/ 17 h 38"/>
                <a:gd name="T6" fmla="*/ 0 w 103"/>
                <a:gd name="T7" fmla="*/ 38 h 38"/>
                <a:gd name="T8" fmla="*/ 66 w 103"/>
                <a:gd name="T9" fmla="*/ 38 h 38"/>
                <a:gd name="T10" fmla="*/ 103 w 103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" h="38">
                  <a:moveTo>
                    <a:pt x="103" y="0"/>
                  </a:moveTo>
                  <a:lnTo>
                    <a:pt x="15" y="0"/>
                  </a:lnTo>
                  <a:lnTo>
                    <a:pt x="0" y="17"/>
                  </a:lnTo>
                  <a:lnTo>
                    <a:pt x="0" y="38"/>
                  </a:lnTo>
                  <a:lnTo>
                    <a:pt x="66" y="38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81B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2" name="Freeform 191">
              <a:extLst>
                <a:ext uri="{FF2B5EF4-FFF2-40B4-BE49-F238E27FC236}">
                  <a16:creationId xmlns:a16="http://schemas.microsoft.com/office/drawing/2014/main" id="{C078F2F1-C7FA-4355-8376-9140EFA43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609" y="2400300"/>
              <a:ext cx="163513" cy="60325"/>
            </a:xfrm>
            <a:custGeom>
              <a:avLst/>
              <a:gdLst>
                <a:gd name="T0" fmla="*/ 103 w 103"/>
                <a:gd name="T1" fmla="*/ 0 h 38"/>
                <a:gd name="T2" fmla="*/ 15 w 103"/>
                <a:gd name="T3" fmla="*/ 0 h 38"/>
                <a:gd name="T4" fmla="*/ 0 w 103"/>
                <a:gd name="T5" fmla="*/ 17 h 38"/>
                <a:gd name="T6" fmla="*/ 0 w 103"/>
                <a:gd name="T7" fmla="*/ 38 h 38"/>
                <a:gd name="T8" fmla="*/ 66 w 103"/>
                <a:gd name="T9" fmla="*/ 38 h 38"/>
                <a:gd name="T10" fmla="*/ 103 w 103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" h="38">
                  <a:moveTo>
                    <a:pt x="103" y="0"/>
                  </a:moveTo>
                  <a:lnTo>
                    <a:pt x="15" y="0"/>
                  </a:lnTo>
                  <a:lnTo>
                    <a:pt x="0" y="17"/>
                  </a:lnTo>
                  <a:lnTo>
                    <a:pt x="0" y="38"/>
                  </a:lnTo>
                  <a:lnTo>
                    <a:pt x="66" y="38"/>
                  </a:lnTo>
                  <a:lnTo>
                    <a:pt x="10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3" name="Freeform 192">
              <a:extLst>
                <a:ext uri="{FF2B5EF4-FFF2-40B4-BE49-F238E27FC236}">
                  <a16:creationId xmlns:a16="http://schemas.microsoft.com/office/drawing/2014/main" id="{E5A1F012-22A2-4F4A-8EA2-EA1610F9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271" y="2427287"/>
              <a:ext cx="33338" cy="33337"/>
            </a:xfrm>
            <a:custGeom>
              <a:avLst/>
              <a:gdLst>
                <a:gd name="T0" fmla="*/ 21 w 21"/>
                <a:gd name="T1" fmla="*/ 0 h 21"/>
                <a:gd name="T2" fmla="*/ 0 w 21"/>
                <a:gd name="T3" fmla="*/ 21 h 21"/>
                <a:gd name="T4" fmla="*/ 21 w 21"/>
                <a:gd name="T5" fmla="*/ 21 h 21"/>
                <a:gd name="T6" fmla="*/ 21 w 21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1">
                  <a:moveTo>
                    <a:pt x="21" y="0"/>
                  </a:moveTo>
                  <a:lnTo>
                    <a:pt x="0" y="21"/>
                  </a:lnTo>
                  <a:lnTo>
                    <a:pt x="21" y="2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6A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4" name="Freeform 193">
              <a:extLst>
                <a:ext uri="{FF2B5EF4-FFF2-40B4-BE49-F238E27FC236}">
                  <a16:creationId xmlns:a16="http://schemas.microsoft.com/office/drawing/2014/main" id="{C234CFF4-9D58-4E6C-98BD-75C78FCE6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271" y="2427287"/>
              <a:ext cx="33338" cy="33337"/>
            </a:xfrm>
            <a:custGeom>
              <a:avLst/>
              <a:gdLst>
                <a:gd name="T0" fmla="*/ 21 w 21"/>
                <a:gd name="T1" fmla="*/ 0 h 21"/>
                <a:gd name="T2" fmla="*/ 0 w 21"/>
                <a:gd name="T3" fmla="*/ 21 h 21"/>
                <a:gd name="T4" fmla="*/ 21 w 21"/>
                <a:gd name="T5" fmla="*/ 21 h 21"/>
                <a:gd name="T6" fmla="*/ 21 w 21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1">
                  <a:moveTo>
                    <a:pt x="21" y="0"/>
                  </a:moveTo>
                  <a:lnTo>
                    <a:pt x="0" y="21"/>
                  </a:lnTo>
                  <a:lnTo>
                    <a:pt x="21" y="21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5" name="Rectangle 194">
              <a:extLst>
                <a:ext uri="{FF2B5EF4-FFF2-40B4-BE49-F238E27FC236}">
                  <a16:creationId xmlns:a16="http://schemas.microsoft.com/office/drawing/2014/main" id="{DB740F19-6EBA-4427-BB08-805F9F4DF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457450"/>
              <a:ext cx="1588" cy="3175"/>
            </a:xfrm>
            <a:prstGeom prst="rect">
              <a:avLst/>
            </a:prstGeom>
            <a:solidFill>
              <a:srgbClr val="508D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6" name="Freeform 195">
              <a:extLst>
                <a:ext uri="{FF2B5EF4-FFF2-40B4-BE49-F238E27FC236}">
                  <a16:creationId xmlns:a16="http://schemas.microsoft.com/office/drawing/2014/main" id="{357F8B81-3A7F-403F-BA9D-6FF122A4E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471" y="2457450"/>
              <a:ext cx="0" cy="3175"/>
            </a:xfrm>
            <a:custGeom>
              <a:avLst/>
              <a:gdLst>
                <a:gd name="T0" fmla="*/ 0 h 2"/>
                <a:gd name="T1" fmla="*/ 2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7" name="Freeform 196">
              <a:extLst>
                <a:ext uri="{FF2B5EF4-FFF2-40B4-BE49-F238E27FC236}">
                  <a16:creationId xmlns:a16="http://schemas.microsoft.com/office/drawing/2014/main" id="{AB33ECC0-8C5A-428B-ACBB-F13D32F18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471" y="2400300"/>
              <a:ext cx="4763" cy="60325"/>
            </a:xfrm>
            <a:custGeom>
              <a:avLst/>
              <a:gdLst>
                <a:gd name="T0" fmla="*/ 3 w 3"/>
                <a:gd name="T1" fmla="*/ 0 h 38"/>
                <a:gd name="T2" fmla="*/ 0 w 3"/>
                <a:gd name="T3" fmla="*/ 0 h 38"/>
                <a:gd name="T4" fmla="*/ 0 w 3"/>
                <a:gd name="T5" fmla="*/ 36 h 38"/>
                <a:gd name="T6" fmla="*/ 0 w 3"/>
                <a:gd name="T7" fmla="*/ 38 h 38"/>
                <a:gd name="T8" fmla="*/ 3 w 3"/>
                <a:gd name="T9" fmla="*/ 38 h 38"/>
                <a:gd name="T10" fmla="*/ 3 w 3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8">
                  <a:moveTo>
                    <a:pt x="3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3" y="3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8" name="Freeform 197">
              <a:extLst>
                <a:ext uri="{FF2B5EF4-FFF2-40B4-BE49-F238E27FC236}">
                  <a16:creationId xmlns:a16="http://schemas.microsoft.com/office/drawing/2014/main" id="{84A1A5FF-BC1C-497F-90A7-57B432989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471" y="2400300"/>
              <a:ext cx="4763" cy="60325"/>
            </a:xfrm>
            <a:custGeom>
              <a:avLst/>
              <a:gdLst>
                <a:gd name="T0" fmla="*/ 3 w 3"/>
                <a:gd name="T1" fmla="*/ 0 h 38"/>
                <a:gd name="T2" fmla="*/ 0 w 3"/>
                <a:gd name="T3" fmla="*/ 0 h 38"/>
                <a:gd name="T4" fmla="*/ 0 w 3"/>
                <a:gd name="T5" fmla="*/ 36 h 38"/>
                <a:gd name="T6" fmla="*/ 0 w 3"/>
                <a:gd name="T7" fmla="*/ 38 h 38"/>
                <a:gd name="T8" fmla="*/ 3 w 3"/>
                <a:gd name="T9" fmla="*/ 38 h 38"/>
                <a:gd name="T10" fmla="*/ 3 w 3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8">
                  <a:moveTo>
                    <a:pt x="3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3" y="38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39" name="Freeform 198">
              <a:extLst>
                <a:ext uri="{FF2B5EF4-FFF2-40B4-BE49-F238E27FC236}">
                  <a16:creationId xmlns:a16="http://schemas.microsoft.com/office/drawing/2014/main" id="{91B1D41D-2B76-42B2-9BEC-8815B4B192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506662"/>
              <a:ext cx="554038" cy="60325"/>
            </a:xfrm>
            <a:custGeom>
              <a:avLst/>
              <a:gdLst>
                <a:gd name="T0" fmla="*/ 33 w 349"/>
                <a:gd name="T1" fmla="*/ 0 h 38"/>
                <a:gd name="T2" fmla="*/ 0 w 349"/>
                <a:gd name="T3" fmla="*/ 0 h 38"/>
                <a:gd name="T4" fmla="*/ 0 w 349"/>
                <a:gd name="T5" fmla="*/ 38 h 38"/>
                <a:gd name="T6" fmla="*/ 33 w 349"/>
                <a:gd name="T7" fmla="*/ 38 h 38"/>
                <a:gd name="T8" fmla="*/ 33 w 349"/>
                <a:gd name="T9" fmla="*/ 0 h 38"/>
                <a:gd name="T10" fmla="*/ 349 w 349"/>
                <a:gd name="T11" fmla="*/ 0 h 38"/>
                <a:gd name="T12" fmla="*/ 203 w 349"/>
                <a:gd name="T13" fmla="*/ 0 h 38"/>
                <a:gd name="T14" fmla="*/ 167 w 349"/>
                <a:gd name="T15" fmla="*/ 36 h 38"/>
                <a:gd name="T16" fmla="*/ 167 w 349"/>
                <a:gd name="T17" fmla="*/ 38 h 38"/>
                <a:gd name="T18" fmla="*/ 349 w 349"/>
                <a:gd name="T19" fmla="*/ 38 h 38"/>
                <a:gd name="T20" fmla="*/ 349 w 349"/>
                <a:gd name="T2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9" h="38">
                  <a:moveTo>
                    <a:pt x="3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33" y="38"/>
                  </a:lnTo>
                  <a:lnTo>
                    <a:pt x="33" y="0"/>
                  </a:lnTo>
                  <a:close/>
                  <a:moveTo>
                    <a:pt x="349" y="0"/>
                  </a:moveTo>
                  <a:lnTo>
                    <a:pt x="203" y="0"/>
                  </a:lnTo>
                  <a:lnTo>
                    <a:pt x="167" y="36"/>
                  </a:lnTo>
                  <a:lnTo>
                    <a:pt x="167" y="38"/>
                  </a:lnTo>
                  <a:lnTo>
                    <a:pt x="349" y="3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0" name="Freeform 199">
              <a:extLst>
                <a:ext uri="{FF2B5EF4-FFF2-40B4-BE49-F238E27FC236}">
                  <a16:creationId xmlns:a16="http://schemas.microsoft.com/office/drawing/2014/main" id="{599463E0-97C7-44AF-B091-C2499CD565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506662"/>
              <a:ext cx="554038" cy="60325"/>
            </a:xfrm>
            <a:custGeom>
              <a:avLst/>
              <a:gdLst>
                <a:gd name="T0" fmla="*/ 33 w 349"/>
                <a:gd name="T1" fmla="*/ 0 h 38"/>
                <a:gd name="T2" fmla="*/ 0 w 349"/>
                <a:gd name="T3" fmla="*/ 0 h 38"/>
                <a:gd name="T4" fmla="*/ 0 w 349"/>
                <a:gd name="T5" fmla="*/ 38 h 38"/>
                <a:gd name="T6" fmla="*/ 33 w 349"/>
                <a:gd name="T7" fmla="*/ 38 h 38"/>
                <a:gd name="T8" fmla="*/ 33 w 349"/>
                <a:gd name="T9" fmla="*/ 0 h 38"/>
                <a:gd name="T10" fmla="*/ 349 w 349"/>
                <a:gd name="T11" fmla="*/ 0 h 38"/>
                <a:gd name="T12" fmla="*/ 203 w 349"/>
                <a:gd name="T13" fmla="*/ 0 h 38"/>
                <a:gd name="T14" fmla="*/ 167 w 349"/>
                <a:gd name="T15" fmla="*/ 36 h 38"/>
                <a:gd name="T16" fmla="*/ 167 w 349"/>
                <a:gd name="T17" fmla="*/ 38 h 38"/>
                <a:gd name="T18" fmla="*/ 349 w 349"/>
                <a:gd name="T19" fmla="*/ 38 h 38"/>
                <a:gd name="T20" fmla="*/ 349 w 349"/>
                <a:gd name="T2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9" h="38">
                  <a:moveTo>
                    <a:pt x="3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33" y="38"/>
                  </a:lnTo>
                  <a:lnTo>
                    <a:pt x="33" y="0"/>
                  </a:lnTo>
                  <a:moveTo>
                    <a:pt x="349" y="0"/>
                  </a:moveTo>
                  <a:lnTo>
                    <a:pt x="203" y="0"/>
                  </a:lnTo>
                  <a:lnTo>
                    <a:pt x="167" y="36"/>
                  </a:lnTo>
                  <a:lnTo>
                    <a:pt x="167" y="38"/>
                  </a:lnTo>
                  <a:lnTo>
                    <a:pt x="349" y="38"/>
                  </a:lnTo>
                  <a:lnTo>
                    <a:pt x="34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1" name="Freeform 200">
              <a:extLst>
                <a:ext uri="{FF2B5EF4-FFF2-40B4-BE49-F238E27FC236}">
                  <a16:creationId xmlns:a16="http://schemas.microsoft.com/office/drawing/2014/main" id="{7D396C2A-DA4E-4FFA-A393-20E6A002C0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8884" y="2506662"/>
              <a:ext cx="212725" cy="60325"/>
            </a:xfrm>
            <a:custGeom>
              <a:avLst/>
              <a:gdLst>
                <a:gd name="T0" fmla="*/ 134 w 134"/>
                <a:gd name="T1" fmla="*/ 36 h 38"/>
                <a:gd name="T2" fmla="*/ 133 w 134"/>
                <a:gd name="T3" fmla="*/ 38 h 38"/>
                <a:gd name="T4" fmla="*/ 134 w 134"/>
                <a:gd name="T5" fmla="*/ 38 h 38"/>
                <a:gd name="T6" fmla="*/ 134 w 134"/>
                <a:gd name="T7" fmla="*/ 36 h 38"/>
                <a:gd name="T8" fmla="*/ 82 w 134"/>
                <a:gd name="T9" fmla="*/ 0 h 38"/>
                <a:gd name="T10" fmla="*/ 0 w 134"/>
                <a:gd name="T11" fmla="*/ 0 h 38"/>
                <a:gd name="T12" fmla="*/ 0 w 134"/>
                <a:gd name="T13" fmla="*/ 38 h 38"/>
                <a:gd name="T14" fmla="*/ 46 w 134"/>
                <a:gd name="T15" fmla="*/ 38 h 38"/>
                <a:gd name="T16" fmla="*/ 82 w 134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38">
                  <a:moveTo>
                    <a:pt x="134" y="36"/>
                  </a:moveTo>
                  <a:lnTo>
                    <a:pt x="133" y="38"/>
                  </a:lnTo>
                  <a:lnTo>
                    <a:pt x="134" y="38"/>
                  </a:lnTo>
                  <a:lnTo>
                    <a:pt x="134" y="36"/>
                  </a:lnTo>
                  <a:close/>
                  <a:moveTo>
                    <a:pt x="82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46" y="38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2" name="Freeform 201">
              <a:extLst>
                <a:ext uri="{FF2B5EF4-FFF2-40B4-BE49-F238E27FC236}">
                  <a16:creationId xmlns:a16="http://schemas.microsoft.com/office/drawing/2014/main" id="{F5A64AFF-0C02-4949-92D1-F7C14ED022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8884" y="2506662"/>
              <a:ext cx="212725" cy="60325"/>
            </a:xfrm>
            <a:custGeom>
              <a:avLst/>
              <a:gdLst>
                <a:gd name="T0" fmla="*/ 134 w 134"/>
                <a:gd name="T1" fmla="*/ 36 h 38"/>
                <a:gd name="T2" fmla="*/ 133 w 134"/>
                <a:gd name="T3" fmla="*/ 38 h 38"/>
                <a:gd name="T4" fmla="*/ 134 w 134"/>
                <a:gd name="T5" fmla="*/ 38 h 38"/>
                <a:gd name="T6" fmla="*/ 134 w 134"/>
                <a:gd name="T7" fmla="*/ 36 h 38"/>
                <a:gd name="T8" fmla="*/ 82 w 134"/>
                <a:gd name="T9" fmla="*/ 0 h 38"/>
                <a:gd name="T10" fmla="*/ 0 w 134"/>
                <a:gd name="T11" fmla="*/ 0 h 38"/>
                <a:gd name="T12" fmla="*/ 0 w 134"/>
                <a:gd name="T13" fmla="*/ 38 h 38"/>
                <a:gd name="T14" fmla="*/ 46 w 134"/>
                <a:gd name="T15" fmla="*/ 38 h 38"/>
                <a:gd name="T16" fmla="*/ 82 w 134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38">
                  <a:moveTo>
                    <a:pt x="134" y="36"/>
                  </a:moveTo>
                  <a:lnTo>
                    <a:pt x="133" y="38"/>
                  </a:lnTo>
                  <a:lnTo>
                    <a:pt x="134" y="38"/>
                  </a:lnTo>
                  <a:lnTo>
                    <a:pt x="134" y="36"/>
                  </a:lnTo>
                  <a:moveTo>
                    <a:pt x="82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46" y="38"/>
                  </a:lnTo>
                  <a:lnTo>
                    <a:pt x="8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3" name="Freeform 202">
              <a:extLst>
                <a:ext uri="{FF2B5EF4-FFF2-40B4-BE49-F238E27FC236}">
                  <a16:creationId xmlns:a16="http://schemas.microsoft.com/office/drawing/2014/main" id="{8BA3F433-35D4-49BF-B2AB-24F20DDB7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506662"/>
              <a:ext cx="85725" cy="60325"/>
            </a:xfrm>
            <a:custGeom>
              <a:avLst/>
              <a:gdLst>
                <a:gd name="T0" fmla="*/ 54 w 54"/>
                <a:gd name="T1" fmla="*/ 0 h 38"/>
                <a:gd name="T2" fmla="*/ 0 w 54"/>
                <a:gd name="T3" fmla="*/ 0 h 38"/>
                <a:gd name="T4" fmla="*/ 0 w 54"/>
                <a:gd name="T5" fmla="*/ 38 h 38"/>
                <a:gd name="T6" fmla="*/ 18 w 54"/>
                <a:gd name="T7" fmla="*/ 38 h 38"/>
                <a:gd name="T8" fmla="*/ 54 w 5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8">
                  <a:moveTo>
                    <a:pt x="54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8" y="3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4" name="Freeform 203">
              <a:extLst>
                <a:ext uri="{FF2B5EF4-FFF2-40B4-BE49-F238E27FC236}">
                  <a16:creationId xmlns:a16="http://schemas.microsoft.com/office/drawing/2014/main" id="{88C1C2C8-BB9C-4961-A9FB-89B3174F4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534" y="2506662"/>
              <a:ext cx="85725" cy="60325"/>
            </a:xfrm>
            <a:custGeom>
              <a:avLst/>
              <a:gdLst>
                <a:gd name="T0" fmla="*/ 54 w 54"/>
                <a:gd name="T1" fmla="*/ 0 h 38"/>
                <a:gd name="T2" fmla="*/ 0 w 54"/>
                <a:gd name="T3" fmla="*/ 0 h 38"/>
                <a:gd name="T4" fmla="*/ 0 w 54"/>
                <a:gd name="T5" fmla="*/ 38 h 38"/>
                <a:gd name="T6" fmla="*/ 18 w 54"/>
                <a:gd name="T7" fmla="*/ 38 h 38"/>
                <a:gd name="T8" fmla="*/ 54 w 54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8">
                  <a:moveTo>
                    <a:pt x="54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8" y="38"/>
                  </a:lnTo>
                  <a:lnTo>
                    <a:pt x="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5" name="Rectangle 204">
              <a:extLst>
                <a:ext uri="{FF2B5EF4-FFF2-40B4-BE49-F238E27FC236}">
                  <a16:creationId xmlns:a16="http://schemas.microsoft.com/office/drawing/2014/main" id="{8E15BE7A-7B3F-468E-A6B0-3CB279C52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506662"/>
              <a:ext cx="107950" cy="60325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6" name="Rectangle 206">
              <a:extLst>
                <a:ext uri="{FF2B5EF4-FFF2-40B4-BE49-F238E27FC236}">
                  <a16:creationId xmlns:a16="http://schemas.microsoft.com/office/drawing/2014/main" id="{FA10A7F4-C65F-44AA-B734-E3E19D5F3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506662"/>
              <a:ext cx="107950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7" name="Rectangle 207">
              <a:extLst>
                <a:ext uri="{FF2B5EF4-FFF2-40B4-BE49-F238E27FC236}">
                  <a16:creationId xmlns:a16="http://schemas.microsoft.com/office/drawing/2014/main" id="{E307E506-FD84-433D-82B5-D0A0A9037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506662"/>
              <a:ext cx="1588" cy="60325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8" name="Rectangle 208">
              <a:extLst>
                <a:ext uri="{FF2B5EF4-FFF2-40B4-BE49-F238E27FC236}">
                  <a16:creationId xmlns:a16="http://schemas.microsoft.com/office/drawing/2014/main" id="{31CDDFFE-9BF4-467C-BA4A-0F965B533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506662"/>
              <a:ext cx="1588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49" name="Freeform 209">
              <a:extLst>
                <a:ext uri="{FF2B5EF4-FFF2-40B4-BE49-F238E27FC236}">
                  <a16:creationId xmlns:a16="http://schemas.microsoft.com/office/drawing/2014/main" id="{DDDCF36C-63E2-44B3-91A1-1574F96A7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608" y="2506662"/>
              <a:ext cx="57150" cy="57150"/>
            </a:xfrm>
            <a:custGeom>
              <a:avLst/>
              <a:gdLst>
                <a:gd name="T0" fmla="*/ 36 w 36"/>
                <a:gd name="T1" fmla="*/ 0 h 36"/>
                <a:gd name="T2" fmla="*/ 0 w 36"/>
                <a:gd name="T3" fmla="*/ 0 h 36"/>
                <a:gd name="T4" fmla="*/ 0 w 36"/>
                <a:gd name="T5" fmla="*/ 36 h 36"/>
                <a:gd name="T6" fmla="*/ 36 w 36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6">
                  <a:moveTo>
                    <a:pt x="36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81B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0" name="Freeform 210">
              <a:extLst>
                <a:ext uri="{FF2B5EF4-FFF2-40B4-BE49-F238E27FC236}">
                  <a16:creationId xmlns:a16="http://schemas.microsoft.com/office/drawing/2014/main" id="{781AD656-94FA-49E3-8E66-C109DB23A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608" y="2506662"/>
              <a:ext cx="57150" cy="57150"/>
            </a:xfrm>
            <a:custGeom>
              <a:avLst/>
              <a:gdLst>
                <a:gd name="T0" fmla="*/ 36 w 36"/>
                <a:gd name="T1" fmla="*/ 0 h 36"/>
                <a:gd name="T2" fmla="*/ 0 w 36"/>
                <a:gd name="T3" fmla="*/ 0 h 36"/>
                <a:gd name="T4" fmla="*/ 0 w 36"/>
                <a:gd name="T5" fmla="*/ 36 h 36"/>
                <a:gd name="T6" fmla="*/ 36 w 36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6">
                  <a:moveTo>
                    <a:pt x="36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1" name="Freeform 211">
              <a:extLst>
                <a:ext uri="{FF2B5EF4-FFF2-40B4-BE49-F238E27FC236}">
                  <a16:creationId xmlns:a16="http://schemas.microsoft.com/office/drawing/2014/main" id="{29A40870-D98C-4C1A-B447-18299805B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908" y="2506662"/>
              <a:ext cx="139700" cy="60325"/>
            </a:xfrm>
            <a:custGeom>
              <a:avLst/>
              <a:gdLst>
                <a:gd name="T0" fmla="*/ 88 w 88"/>
                <a:gd name="T1" fmla="*/ 0 h 38"/>
                <a:gd name="T2" fmla="*/ 36 w 88"/>
                <a:gd name="T3" fmla="*/ 0 h 38"/>
                <a:gd name="T4" fmla="*/ 0 w 88"/>
                <a:gd name="T5" fmla="*/ 38 h 38"/>
                <a:gd name="T6" fmla="*/ 87 w 88"/>
                <a:gd name="T7" fmla="*/ 38 h 38"/>
                <a:gd name="T8" fmla="*/ 88 w 88"/>
                <a:gd name="T9" fmla="*/ 36 h 38"/>
                <a:gd name="T10" fmla="*/ 88 w 88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38">
                  <a:moveTo>
                    <a:pt x="88" y="0"/>
                  </a:moveTo>
                  <a:lnTo>
                    <a:pt x="36" y="0"/>
                  </a:lnTo>
                  <a:lnTo>
                    <a:pt x="0" y="38"/>
                  </a:lnTo>
                  <a:lnTo>
                    <a:pt x="87" y="38"/>
                  </a:lnTo>
                  <a:lnTo>
                    <a:pt x="88" y="3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76A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2" name="Freeform 212">
              <a:extLst>
                <a:ext uri="{FF2B5EF4-FFF2-40B4-BE49-F238E27FC236}">
                  <a16:creationId xmlns:a16="http://schemas.microsoft.com/office/drawing/2014/main" id="{164DE9AE-6963-44BE-9F5A-04C1B0FEB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908" y="2506662"/>
              <a:ext cx="139700" cy="60325"/>
            </a:xfrm>
            <a:custGeom>
              <a:avLst/>
              <a:gdLst>
                <a:gd name="T0" fmla="*/ 88 w 88"/>
                <a:gd name="T1" fmla="*/ 0 h 38"/>
                <a:gd name="T2" fmla="*/ 36 w 88"/>
                <a:gd name="T3" fmla="*/ 0 h 38"/>
                <a:gd name="T4" fmla="*/ 0 w 88"/>
                <a:gd name="T5" fmla="*/ 38 h 38"/>
                <a:gd name="T6" fmla="*/ 87 w 88"/>
                <a:gd name="T7" fmla="*/ 38 h 38"/>
                <a:gd name="T8" fmla="*/ 88 w 88"/>
                <a:gd name="T9" fmla="*/ 36 h 38"/>
                <a:gd name="T10" fmla="*/ 88 w 88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38">
                  <a:moveTo>
                    <a:pt x="88" y="0"/>
                  </a:moveTo>
                  <a:lnTo>
                    <a:pt x="36" y="0"/>
                  </a:lnTo>
                  <a:lnTo>
                    <a:pt x="0" y="38"/>
                  </a:lnTo>
                  <a:lnTo>
                    <a:pt x="87" y="38"/>
                  </a:lnTo>
                  <a:lnTo>
                    <a:pt x="88" y="36"/>
                  </a:lnTo>
                  <a:lnTo>
                    <a:pt x="8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3" name="Freeform 213">
              <a:extLst>
                <a:ext uri="{FF2B5EF4-FFF2-40B4-BE49-F238E27FC236}">
                  <a16:creationId xmlns:a16="http://schemas.microsoft.com/office/drawing/2014/main" id="{7AD7B8CE-4B30-4A18-A2E4-EB6D8903A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108" y="2506662"/>
              <a:ext cx="106363" cy="60325"/>
            </a:xfrm>
            <a:custGeom>
              <a:avLst/>
              <a:gdLst>
                <a:gd name="T0" fmla="*/ 67 w 67"/>
                <a:gd name="T1" fmla="*/ 0 h 38"/>
                <a:gd name="T2" fmla="*/ 36 w 67"/>
                <a:gd name="T3" fmla="*/ 0 h 38"/>
                <a:gd name="T4" fmla="*/ 0 w 67"/>
                <a:gd name="T5" fmla="*/ 38 h 38"/>
                <a:gd name="T6" fmla="*/ 67 w 67"/>
                <a:gd name="T7" fmla="*/ 38 h 38"/>
                <a:gd name="T8" fmla="*/ 67 w 67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38">
                  <a:moveTo>
                    <a:pt x="67" y="0"/>
                  </a:moveTo>
                  <a:lnTo>
                    <a:pt x="36" y="0"/>
                  </a:lnTo>
                  <a:lnTo>
                    <a:pt x="0" y="38"/>
                  </a:lnTo>
                  <a:lnTo>
                    <a:pt x="67" y="3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508D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4" name="Freeform 214">
              <a:extLst>
                <a:ext uri="{FF2B5EF4-FFF2-40B4-BE49-F238E27FC236}">
                  <a16:creationId xmlns:a16="http://schemas.microsoft.com/office/drawing/2014/main" id="{7F93F6A0-D636-411F-B060-1031D4357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108" y="2506662"/>
              <a:ext cx="106363" cy="60325"/>
            </a:xfrm>
            <a:custGeom>
              <a:avLst/>
              <a:gdLst>
                <a:gd name="T0" fmla="*/ 67 w 67"/>
                <a:gd name="T1" fmla="*/ 0 h 38"/>
                <a:gd name="T2" fmla="*/ 36 w 67"/>
                <a:gd name="T3" fmla="*/ 0 h 38"/>
                <a:gd name="T4" fmla="*/ 0 w 67"/>
                <a:gd name="T5" fmla="*/ 38 h 38"/>
                <a:gd name="T6" fmla="*/ 67 w 67"/>
                <a:gd name="T7" fmla="*/ 38 h 38"/>
                <a:gd name="T8" fmla="*/ 67 w 67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38">
                  <a:moveTo>
                    <a:pt x="67" y="0"/>
                  </a:moveTo>
                  <a:lnTo>
                    <a:pt x="36" y="0"/>
                  </a:lnTo>
                  <a:lnTo>
                    <a:pt x="0" y="38"/>
                  </a:lnTo>
                  <a:lnTo>
                    <a:pt x="67" y="38"/>
                  </a:lnTo>
                  <a:lnTo>
                    <a:pt x="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5" name="Rectangle 215">
              <a:extLst>
                <a:ext uri="{FF2B5EF4-FFF2-40B4-BE49-F238E27FC236}">
                  <a16:creationId xmlns:a16="http://schemas.microsoft.com/office/drawing/2014/main" id="{2C82B1DD-4209-4ED3-A19C-1C4E11CEC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506662"/>
              <a:ext cx="4763" cy="60325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6" name="Rectangle 216">
              <a:extLst>
                <a:ext uri="{FF2B5EF4-FFF2-40B4-BE49-F238E27FC236}">
                  <a16:creationId xmlns:a16="http://schemas.microsoft.com/office/drawing/2014/main" id="{C7DC0420-302B-474C-8739-5029A7AAF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506662"/>
              <a:ext cx="4763" cy="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7" name="Freeform 217">
              <a:extLst>
                <a:ext uri="{FF2B5EF4-FFF2-40B4-BE49-F238E27FC236}">
                  <a16:creationId xmlns:a16="http://schemas.microsoft.com/office/drawing/2014/main" id="{CAC1ADFE-B7E2-43C4-93B6-B454EDD4C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616200"/>
              <a:ext cx="533400" cy="57150"/>
            </a:xfrm>
            <a:custGeom>
              <a:avLst/>
              <a:gdLst>
                <a:gd name="T0" fmla="*/ 33 w 336"/>
                <a:gd name="T1" fmla="*/ 0 h 36"/>
                <a:gd name="T2" fmla="*/ 0 w 336"/>
                <a:gd name="T3" fmla="*/ 0 h 36"/>
                <a:gd name="T4" fmla="*/ 0 w 336"/>
                <a:gd name="T5" fmla="*/ 36 h 36"/>
                <a:gd name="T6" fmla="*/ 10 w 336"/>
                <a:gd name="T7" fmla="*/ 36 h 36"/>
                <a:gd name="T8" fmla="*/ 33 w 336"/>
                <a:gd name="T9" fmla="*/ 15 h 36"/>
                <a:gd name="T10" fmla="*/ 33 w 336"/>
                <a:gd name="T11" fmla="*/ 0 h 36"/>
                <a:gd name="T12" fmla="*/ 336 w 336"/>
                <a:gd name="T13" fmla="*/ 0 h 36"/>
                <a:gd name="T14" fmla="*/ 167 w 336"/>
                <a:gd name="T15" fmla="*/ 0 h 36"/>
                <a:gd name="T16" fmla="*/ 167 w 336"/>
                <a:gd name="T17" fmla="*/ 36 h 36"/>
                <a:gd name="T18" fmla="*/ 298 w 336"/>
                <a:gd name="T19" fmla="*/ 36 h 36"/>
                <a:gd name="T20" fmla="*/ 336 w 336"/>
                <a:gd name="T2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6" h="36">
                  <a:moveTo>
                    <a:pt x="33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33" y="15"/>
                  </a:lnTo>
                  <a:lnTo>
                    <a:pt x="33" y="0"/>
                  </a:lnTo>
                  <a:close/>
                  <a:moveTo>
                    <a:pt x="336" y="0"/>
                  </a:moveTo>
                  <a:lnTo>
                    <a:pt x="167" y="0"/>
                  </a:lnTo>
                  <a:lnTo>
                    <a:pt x="167" y="36"/>
                  </a:lnTo>
                  <a:lnTo>
                    <a:pt x="298" y="3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57A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8" name="Freeform 218">
              <a:extLst>
                <a:ext uri="{FF2B5EF4-FFF2-40B4-BE49-F238E27FC236}">
                  <a16:creationId xmlns:a16="http://schemas.microsoft.com/office/drawing/2014/main" id="{773D46F5-869C-4898-A14D-F15A6A1722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6496" y="2616200"/>
              <a:ext cx="533400" cy="57150"/>
            </a:xfrm>
            <a:custGeom>
              <a:avLst/>
              <a:gdLst>
                <a:gd name="T0" fmla="*/ 33 w 336"/>
                <a:gd name="T1" fmla="*/ 0 h 36"/>
                <a:gd name="T2" fmla="*/ 0 w 336"/>
                <a:gd name="T3" fmla="*/ 0 h 36"/>
                <a:gd name="T4" fmla="*/ 0 w 336"/>
                <a:gd name="T5" fmla="*/ 36 h 36"/>
                <a:gd name="T6" fmla="*/ 10 w 336"/>
                <a:gd name="T7" fmla="*/ 36 h 36"/>
                <a:gd name="T8" fmla="*/ 33 w 336"/>
                <a:gd name="T9" fmla="*/ 15 h 36"/>
                <a:gd name="T10" fmla="*/ 33 w 336"/>
                <a:gd name="T11" fmla="*/ 0 h 36"/>
                <a:gd name="T12" fmla="*/ 336 w 336"/>
                <a:gd name="T13" fmla="*/ 0 h 36"/>
                <a:gd name="T14" fmla="*/ 167 w 336"/>
                <a:gd name="T15" fmla="*/ 0 h 36"/>
                <a:gd name="T16" fmla="*/ 167 w 336"/>
                <a:gd name="T17" fmla="*/ 36 h 36"/>
                <a:gd name="T18" fmla="*/ 298 w 336"/>
                <a:gd name="T19" fmla="*/ 36 h 36"/>
                <a:gd name="T20" fmla="*/ 336 w 336"/>
                <a:gd name="T2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6" h="36">
                  <a:moveTo>
                    <a:pt x="33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33" y="15"/>
                  </a:lnTo>
                  <a:lnTo>
                    <a:pt x="33" y="0"/>
                  </a:lnTo>
                  <a:moveTo>
                    <a:pt x="336" y="0"/>
                  </a:moveTo>
                  <a:lnTo>
                    <a:pt x="167" y="0"/>
                  </a:lnTo>
                  <a:lnTo>
                    <a:pt x="167" y="36"/>
                  </a:lnTo>
                  <a:lnTo>
                    <a:pt x="298" y="36"/>
                  </a:lnTo>
                  <a:lnTo>
                    <a:pt x="3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59" name="Freeform 219">
              <a:extLst>
                <a:ext uri="{FF2B5EF4-FFF2-40B4-BE49-F238E27FC236}">
                  <a16:creationId xmlns:a16="http://schemas.microsoft.com/office/drawing/2014/main" id="{8BF9E877-49B4-4383-8913-EBB24009A7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8883" y="2616200"/>
              <a:ext cx="212725" cy="57150"/>
            </a:xfrm>
            <a:custGeom>
              <a:avLst/>
              <a:gdLst>
                <a:gd name="T0" fmla="*/ 15 w 134"/>
                <a:gd name="T1" fmla="*/ 0 h 36"/>
                <a:gd name="T2" fmla="*/ 0 w 134"/>
                <a:gd name="T3" fmla="*/ 0 h 36"/>
                <a:gd name="T4" fmla="*/ 0 w 134"/>
                <a:gd name="T5" fmla="*/ 15 h 36"/>
                <a:gd name="T6" fmla="*/ 15 w 134"/>
                <a:gd name="T7" fmla="*/ 0 h 36"/>
                <a:gd name="T8" fmla="*/ 134 w 134"/>
                <a:gd name="T9" fmla="*/ 0 h 36"/>
                <a:gd name="T10" fmla="*/ 101 w 134"/>
                <a:gd name="T11" fmla="*/ 0 h 36"/>
                <a:gd name="T12" fmla="*/ 65 w 134"/>
                <a:gd name="T13" fmla="*/ 36 h 36"/>
                <a:gd name="T14" fmla="*/ 134 w 134"/>
                <a:gd name="T15" fmla="*/ 36 h 36"/>
                <a:gd name="T16" fmla="*/ 134 w 134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36">
                  <a:moveTo>
                    <a:pt x="15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15" y="0"/>
                  </a:lnTo>
                  <a:close/>
                  <a:moveTo>
                    <a:pt x="134" y="0"/>
                  </a:moveTo>
                  <a:lnTo>
                    <a:pt x="101" y="0"/>
                  </a:lnTo>
                  <a:lnTo>
                    <a:pt x="65" y="36"/>
                  </a:lnTo>
                  <a:lnTo>
                    <a:pt x="134" y="36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0" name="Freeform 220">
              <a:extLst>
                <a:ext uri="{FF2B5EF4-FFF2-40B4-BE49-F238E27FC236}">
                  <a16:creationId xmlns:a16="http://schemas.microsoft.com/office/drawing/2014/main" id="{9330C2F5-75E1-4FDD-8584-0461FE8920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8883" y="2616200"/>
              <a:ext cx="212725" cy="57150"/>
            </a:xfrm>
            <a:custGeom>
              <a:avLst/>
              <a:gdLst>
                <a:gd name="T0" fmla="*/ 15 w 134"/>
                <a:gd name="T1" fmla="*/ 0 h 36"/>
                <a:gd name="T2" fmla="*/ 0 w 134"/>
                <a:gd name="T3" fmla="*/ 0 h 36"/>
                <a:gd name="T4" fmla="*/ 0 w 134"/>
                <a:gd name="T5" fmla="*/ 15 h 36"/>
                <a:gd name="T6" fmla="*/ 15 w 134"/>
                <a:gd name="T7" fmla="*/ 0 h 36"/>
                <a:gd name="T8" fmla="*/ 134 w 134"/>
                <a:gd name="T9" fmla="*/ 0 h 36"/>
                <a:gd name="T10" fmla="*/ 101 w 134"/>
                <a:gd name="T11" fmla="*/ 0 h 36"/>
                <a:gd name="T12" fmla="*/ 65 w 134"/>
                <a:gd name="T13" fmla="*/ 36 h 36"/>
                <a:gd name="T14" fmla="*/ 134 w 134"/>
                <a:gd name="T15" fmla="*/ 36 h 36"/>
                <a:gd name="T16" fmla="*/ 134 w 134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36">
                  <a:moveTo>
                    <a:pt x="15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15" y="0"/>
                  </a:lnTo>
                  <a:moveTo>
                    <a:pt x="134" y="0"/>
                  </a:moveTo>
                  <a:lnTo>
                    <a:pt x="101" y="0"/>
                  </a:lnTo>
                  <a:lnTo>
                    <a:pt x="65" y="36"/>
                  </a:lnTo>
                  <a:lnTo>
                    <a:pt x="134" y="36"/>
                  </a:lnTo>
                  <a:lnTo>
                    <a:pt x="1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1" name="Rectangle 221">
              <a:extLst>
                <a:ext uri="{FF2B5EF4-FFF2-40B4-BE49-F238E27FC236}">
                  <a16:creationId xmlns:a16="http://schemas.microsoft.com/office/drawing/2014/main" id="{7B52EFFB-68D0-4334-8B40-C57F7E37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616200"/>
              <a:ext cx="107950" cy="57150"/>
            </a:xfrm>
            <a:prstGeom prst="rect">
              <a:avLst/>
            </a:prstGeom>
            <a:solidFill>
              <a:srgbClr val="3D81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2" name="Rectangle 222">
              <a:extLst>
                <a:ext uri="{FF2B5EF4-FFF2-40B4-BE49-F238E27FC236}">
                  <a16:creationId xmlns:a16="http://schemas.microsoft.com/office/drawing/2014/main" id="{A7C50DFC-7BAB-4078-987D-D01474B83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616200"/>
              <a:ext cx="1079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3" name="Rectangle 223">
              <a:extLst>
                <a:ext uri="{FF2B5EF4-FFF2-40B4-BE49-F238E27FC236}">
                  <a16:creationId xmlns:a16="http://schemas.microsoft.com/office/drawing/2014/main" id="{99EF41FC-5677-49E9-8BD7-39781C5CB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616200"/>
              <a:ext cx="1588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4" name="Rectangle 224">
              <a:extLst>
                <a:ext uri="{FF2B5EF4-FFF2-40B4-BE49-F238E27FC236}">
                  <a16:creationId xmlns:a16="http://schemas.microsoft.com/office/drawing/2014/main" id="{21B6EAC7-B054-448F-BA02-D6361C7F5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616200"/>
              <a:ext cx="1588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5" name="Freeform 225">
              <a:extLst>
                <a:ext uri="{FF2B5EF4-FFF2-40B4-BE49-F238E27FC236}">
                  <a16:creationId xmlns:a16="http://schemas.microsoft.com/office/drawing/2014/main" id="{ED531B20-6657-4DDE-B735-B1CCF7397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371" y="2640012"/>
              <a:ext cx="36513" cy="33338"/>
            </a:xfrm>
            <a:custGeom>
              <a:avLst/>
              <a:gdLst>
                <a:gd name="T0" fmla="*/ 23 w 23"/>
                <a:gd name="T1" fmla="*/ 0 h 21"/>
                <a:gd name="T2" fmla="*/ 0 w 23"/>
                <a:gd name="T3" fmla="*/ 21 h 21"/>
                <a:gd name="T4" fmla="*/ 23 w 23"/>
                <a:gd name="T5" fmla="*/ 21 h 21"/>
                <a:gd name="T6" fmla="*/ 23 w 23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1">
                  <a:moveTo>
                    <a:pt x="23" y="0"/>
                  </a:moveTo>
                  <a:lnTo>
                    <a:pt x="0" y="21"/>
                  </a:lnTo>
                  <a:lnTo>
                    <a:pt x="23" y="21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81B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6" name="Freeform 226">
              <a:extLst>
                <a:ext uri="{FF2B5EF4-FFF2-40B4-BE49-F238E27FC236}">
                  <a16:creationId xmlns:a16="http://schemas.microsoft.com/office/drawing/2014/main" id="{CBF83446-714B-429F-98C0-69EF9B9F1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371" y="2640012"/>
              <a:ext cx="36513" cy="33338"/>
            </a:xfrm>
            <a:custGeom>
              <a:avLst/>
              <a:gdLst>
                <a:gd name="T0" fmla="*/ 23 w 23"/>
                <a:gd name="T1" fmla="*/ 0 h 21"/>
                <a:gd name="T2" fmla="*/ 0 w 23"/>
                <a:gd name="T3" fmla="*/ 21 h 21"/>
                <a:gd name="T4" fmla="*/ 23 w 23"/>
                <a:gd name="T5" fmla="*/ 21 h 21"/>
                <a:gd name="T6" fmla="*/ 23 w 23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1">
                  <a:moveTo>
                    <a:pt x="23" y="0"/>
                  </a:moveTo>
                  <a:lnTo>
                    <a:pt x="0" y="21"/>
                  </a:lnTo>
                  <a:lnTo>
                    <a:pt x="23" y="21"/>
                  </a:lnTo>
                  <a:lnTo>
                    <a:pt x="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7" name="Freeform 227">
              <a:extLst>
                <a:ext uri="{FF2B5EF4-FFF2-40B4-BE49-F238E27FC236}">
                  <a16:creationId xmlns:a16="http://schemas.microsoft.com/office/drawing/2014/main" id="{274DC54A-CA70-42F6-9BEA-3800D4865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883" y="2616200"/>
              <a:ext cx="160338" cy="57150"/>
            </a:xfrm>
            <a:custGeom>
              <a:avLst/>
              <a:gdLst>
                <a:gd name="T0" fmla="*/ 101 w 101"/>
                <a:gd name="T1" fmla="*/ 0 h 36"/>
                <a:gd name="T2" fmla="*/ 15 w 101"/>
                <a:gd name="T3" fmla="*/ 0 h 36"/>
                <a:gd name="T4" fmla="*/ 0 w 101"/>
                <a:gd name="T5" fmla="*/ 15 h 36"/>
                <a:gd name="T6" fmla="*/ 0 w 101"/>
                <a:gd name="T7" fmla="*/ 36 h 36"/>
                <a:gd name="T8" fmla="*/ 65 w 101"/>
                <a:gd name="T9" fmla="*/ 36 h 36"/>
                <a:gd name="T10" fmla="*/ 101 w 101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36">
                  <a:moveTo>
                    <a:pt x="101" y="0"/>
                  </a:moveTo>
                  <a:lnTo>
                    <a:pt x="15" y="0"/>
                  </a:lnTo>
                  <a:lnTo>
                    <a:pt x="0" y="15"/>
                  </a:lnTo>
                  <a:lnTo>
                    <a:pt x="0" y="36"/>
                  </a:lnTo>
                  <a:lnTo>
                    <a:pt x="65" y="36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76A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8" name="Freeform 228">
              <a:extLst>
                <a:ext uri="{FF2B5EF4-FFF2-40B4-BE49-F238E27FC236}">
                  <a16:creationId xmlns:a16="http://schemas.microsoft.com/office/drawing/2014/main" id="{C172FA31-8189-47C6-89AC-1015AB3F5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883" y="2616200"/>
              <a:ext cx="160338" cy="57150"/>
            </a:xfrm>
            <a:custGeom>
              <a:avLst/>
              <a:gdLst>
                <a:gd name="T0" fmla="*/ 101 w 101"/>
                <a:gd name="T1" fmla="*/ 0 h 36"/>
                <a:gd name="T2" fmla="*/ 15 w 101"/>
                <a:gd name="T3" fmla="*/ 0 h 36"/>
                <a:gd name="T4" fmla="*/ 0 w 101"/>
                <a:gd name="T5" fmla="*/ 15 h 36"/>
                <a:gd name="T6" fmla="*/ 0 w 101"/>
                <a:gd name="T7" fmla="*/ 36 h 36"/>
                <a:gd name="T8" fmla="*/ 65 w 101"/>
                <a:gd name="T9" fmla="*/ 36 h 36"/>
                <a:gd name="T10" fmla="*/ 101 w 101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36">
                  <a:moveTo>
                    <a:pt x="101" y="0"/>
                  </a:moveTo>
                  <a:lnTo>
                    <a:pt x="15" y="0"/>
                  </a:lnTo>
                  <a:lnTo>
                    <a:pt x="0" y="15"/>
                  </a:lnTo>
                  <a:lnTo>
                    <a:pt x="0" y="36"/>
                  </a:lnTo>
                  <a:lnTo>
                    <a:pt x="65" y="36"/>
                  </a:lnTo>
                  <a:lnTo>
                    <a:pt x="10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69" name="Freeform 229">
              <a:extLst>
                <a:ext uri="{FF2B5EF4-FFF2-40B4-BE49-F238E27FC236}">
                  <a16:creationId xmlns:a16="http://schemas.microsoft.com/office/drawing/2014/main" id="{525885F7-B12F-4AFF-A42D-F03259925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571" y="2616200"/>
              <a:ext cx="80963" cy="57150"/>
            </a:xfrm>
            <a:custGeom>
              <a:avLst/>
              <a:gdLst>
                <a:gd name="T0" fmla="*/ 51 w 51"/>
                <a:gd name="T1" fmla="*/ 0 h 36"/>
                <a:gd name="T2" fmla="*/ 38 w 51"/>
                <a:gd name="T3" fmla="*/ 0 h 36"/>
                <a:gd name="T4" fmla="*/ 0 w 51"/>
                <a:gd name="T5" fmla="*/ 36 h 36"/>
                <a:gd name="T6" fmla="*/ 51 w 51"/>
                <a:gd name="T7" fmla="*/ 36 h 36"/>
                <a:gd name="T8" fmla="*/ 51 w 51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6">
                  <a:moveTo>
                    <a:pt x="51" y="0"/>
                  </a:moveTo>
                  <a:lnTo>
                    <a:pt x="38" y="0"/>
                  </a:lnTo>
                  <a:lnTo>
                    <a:pt x="0" y="36"/>
                  </a:lnTo>
                  <a:lnTo>
                    <a:pt x="51" y="36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65A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0" name="Freeform 230">
              <a:extLst>
                <a:ext uri="{FF2B5EF4-FFF2-40B4-BE49-F238E27FC236}">
                  <a16:creationId xmlns:a16="http://schemas.microsoft.com/office/drawing/2014/main" id="{AC4972FF-4559-4922-A58B-96761B23A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571" y="2616200"/>
              <a:ext cx="80963" cy="57150"/>
            </a:xfrm>
            <a:custGeom>
              <a:avLst/>
              <a:gdLst>
                <a:gd name="T0" fmla="*/ 51 w 51"/>
                <a:gd name="T1" fmla="*/ 0 h 36"/>
                <a:gd name="T2" fmla="*/ 38 w 51"/>
                <a:gd name="T3" fmla="*/ 0 h 36"/>
                <a:gd name="T4" fmla="*/ 0 w 51"/>
                <a:gd name="T5" fmla="*/ 36 h 36"/>
                <a:gd name="T6" fmla="*/ 51 w 51"/>
                <a:gd name="T7" fmla="*/ 36 h 36"/>
                <a:gd name="T8" fmla="*/ 51 w 51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6">
                  <a:moveTo>
                    <a:pt x="51" y="0"/>
                  </a:moveTo>
                  <a:lnTo>
                    <a:pt x="38" y="0"/>
                  </a:lnTo>
                  <a:lnTo>
                    <a:pt x="0" y="36"/>
                  </a:lnTo>
                  <a:lnTo>
                    <a:pt x="51" y="36"/>
                  </a:lnTo>
                  <a:lnTo>
                    <a:pt x="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1" name="Rectangle 231">
              <a:extLst>
                <a:ext uri="{FF2B5EF4-FFF2-40B4-BE49-F238E27FC236}">
                  <a16:creationId xmlns:a16="http://schemas.microsoft.com/office/drawing/2014/main" id="{E79DF408-DC99-4F57-A04C-5296ED6D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533" y="2616200"/>
              <a:ext cx="134938" cy="57150"/>
            </a:xfrm>
            <a:prstGeom prst="rect">
              <a:avLst/>
            </a:prstGeom>
            <a:solidFill>
              <a:srgbClr val="508D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2" name="Rectangle 232">
              <a:extLst>
                <a:ext uri="{FF2B5EF4-FFF2-40B4-BE49-F238E27FC236}">
                  <a16:creationId xmlns:a16="http://schemas.microsoft.com/office/drawing/2014/main" id="{FB2E2188-7BF5-4C19-9359-9AAC46532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533" y="2616200"/>
              <a:ext cx="134938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3" name="Rectangle 233">
              <a:extLst>
                <a:ext uri="{FF2B5EF4-FFF2-40B4-BE49-F238E27FC236}">
                  <a16:creationId xmlns:a16="http://schemas.microsoft.com/office/drawing/2014/main" id="{6B002882-7FD3-4F15-9033-67D0A3E59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616200"/>
              <a:ext cx="4763" cy="57150"/>
            </a:xfrm>
            <a:prstGeom prst="rect">
              <a:avLst/>
            </a:prstGeom>
            <a:solidFill>
              <a:srgbClr val="A1C1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4" name="Rectangle 234">
              <a:extLst>
                <a:ext uri="{FF2B5EF4-FFF2-40B4-BE49-F238E27FC236}">
                  <a16:creationId xmlns:a16="http://schemas.microsoft.com/office/drawing/2014/main" id="{FE4F39CC-A000-449E-A208-4134E6EC0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471" y="2616200"/>
              <a:ext cx="4763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5" name="Rectangle 235">
              <a:extLst>
                <a:ext uri="{FF2B5EF4-FFF2-40B4-BE49-F238E27FC236}">
                  <a16:creationId xmlns:a16="http://schemas.microsoft.com/office/drawing/2014/main" id="{5692C45A-0879-41D6-8974-D1D6437BD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414462"/>
              <a:ext cx="801688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6" name="Rectangle 236">
              <a:extLst>
                <a:ext uri="{FF2B5EF4-FFF2-40B4-BE49-F238E27FC236}">
                  <a16:creationId xmlns:a16="http://schemas.microsoft.com/office/drawing/2014/main" id="{8FC7B571-277E-4C24-89A0-B479FBE59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520825"/>
              <a:ext cx="801688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7" name="Rectangle 237">
              <a:extLst>
                <a:ext uri="{FF2B5EF4-FFF2-40B4-BE49-F238E27FC236}">
                  <a16:creationId xmlns:a16="http://schemas.microsoft.com/office/drawing/2014/main" id="{1BE8DB19-E1BB-4ADB-BD3D-488D6202F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630362"/>
              <a:ext cx="801688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8" name="Rectangle 238">
              <a:extLst>
                <a:ext uri="{FF2B5EF4-FFF2-40B4-BE49-F238E27FC236}">
                  <a16:creationId xmlns:a16="http://schemas.microsoft.com/office/drawing/2014/main" id="{2BE7FD49-179E-4156-99FF-FC4481471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736725"/>
              <a:ext cx="801688" cy="58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79" name="Rectangle 239">
              <a:extLst>
                <a:ext uri="{FF2B5EF4-FFF2-40B4-BE49-F238E27FC236}">
                  <a16:creationId xmlns:a16="http://schemas.microsoft.com/office/drawing/2014/main" id="{5DE0894C-3E49-4522-AEC0-ADDF2ED8D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843087"/>
              <a:ext cx="801688" cy="58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0" name="Rectangle 240">
              <a:extLst>
                <a:ext uri="{FF2B5EF4-FFF2-40B4-BE49-F238E27FC236}">
                  <a16:creationId xmlns:a16="http://schemas.microsoft.com/office/drawing/2014/main" id="{0303B591-2392-4172-B0B1-90C0472BB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1951037"/>
              <a:ext cx="801688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1" name="Rectangle 241">
              <a:extLst>
                <a:ext uri="{FF2B5EF4-FFF2-40B4-BE49-F238E27FC236}">
                  <a16:creationId xmlns:a16="http://schemas.microsoft.com/office/drawing/2014/main" id="{F65B28C9-F637-4970-9AA3-44AEA5694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057400"/>
              <a:ext cx="801688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2" name="Rectangle 242">
              <a:extLst>
                <a:ext uri="{FF2B5EF4-FFF2-40B4-BE49-F238E27FC236}">
                  <a16:creationId xmlns:a16="http://schemas.microsoft.com/office/drawing/2014/main" id="{194597E4-D16C-4152-924D-952090940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166937"/>
              <a:ext cx="801688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3" name="Rectangle 243">
              <a:extLst>
                <a:ext uri="{FF2B5EF4-FFF2-40B4-BE49-F238E27FC236}">
                  <a16:creationId xmlns:a16="http://schemas.microsoft.com/office/drawing/2014/main" id="{849A4BBF-C8A1-4062-BE8C-1BC84A718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273300"/>
              <a:ext cx="801688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4" name="Rectangle 244">
              <a:extLst>
                <a:ext uri="{FF2B5EF4-FFF2-40B4-BE49-F238E27FC236}">
                  <a16:creationId xmlns:a16="http://schemas.microsoft.com/office/drawing/2014/main" id="{DA5A9679-045B-4222-8044-5DDE58BB2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379662"/>
              <a:ext cx="801688" cy="60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5" name="Rectangle 245">
              <a:extLst>
                <a:ext uri="{FF2B5EF4-FFF2-40B4-BE49-F238E27FC236}">
                  <a16:creationId xmlns:a16="http://schemas.microsoft.com/office/drawing/2014/main" id="{17D9B7D3-538B-43E8-B644-B15372E86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489200"/>
              <a:ext cx="801688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6" name="Rectangle 246">
              <a:extLst>
                <a:ext uri="{FF2B5EF4-FFF2-40B4-BE49-F238E27FC236}">
                  <a16:creationId xmlns:a16="http://schemas.microsoft.com/office/drawing/2014/main" id="{200D3C46-32F8-44DD-B45A-537E7FA4D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546" y="2595562"/>
              <a:ext cx="801688" cy="58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328" name="Group 2327">
            <a:extLst>
              <a:ext uri="{FF2B5EF4-FFF2-40B4-BE49-F238E27FC236}">
                <a16:creationId xmlns:a16="http://schemas.microsoft.com/office/drawing/2014/main" id="{6984E813-A778-414D-869E-3F5272F6459F}"/>
              </a:ext>
            </a:extLst>
          </p:cNvPr>
          <p:cNvGrpSpPr/>
          <p:nvPr/>
        </p:nvGrpSpPr>
        <p:grpSpPr>
          <a:xfrm>
            <a:off x="11098724" y="3340372"/>
            <a:ext cx="1168401" cy="2008188"/>
            <a:chOff x="9099390" y="-2844006"/>
            <a:chExt cx="1168401" cy="2008188"/>
          </a:xfrm>
        </p:grpSpPr>
        <p:sp>
          <p:nvSpPr>
            <p:cNvPr id="2089" name="Freeform 252">
              <a:extLst>
                <a:ext uri="{FF2B5EF4-FFF2-40B4-BE49-F238E27FC236}">
                  <a16:creationId xmlns:a16="http://schemas.microsoft.com/office/drawing/2014/main" id="{F0F979F2-63FF-4BF6-9A11-2AF872A05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0778" y="-921544"/>
              <a:ext cx="227013" cy="84138"/>
            </a:xfrm>
            <a:custGeom>
              <a:avLst/>
              <a:gdLst>
                <a:gd name="T0" fmla="*/ 143 w 143"/>
                <a:gd name="T1" fmla="*/ 0 h 53"/>
                <a:gd name="T2" fmla="*/ 143 w 143"/>
                <a:gd name="T3" fmla="*/ 0 h 53"/>
                <a:gd name="T4" fmla="*/ 2 w 143"/>
                <a:gd name="T5" fmla="*/ 0 h 53"/>
                <a:gd name="T6" fmla="*/ 0 w 143"/>
                <a:gd name="T7" fmla="*/ 53 h 53"/>
                <a:gd name="T8" fmla="*/ 143 w 143"/>
                <a:gd name="T9" fmla="*/ 53 h 53"/>
                <a:gd name="T10" fmla="*/ 143 w 143"/>
                <a:gd name="T11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" h="53">
                  <a:moveTo>
                    <a:pt x="143" y="0"/>
                  </a:moveTo>
                  <a:lnTo>
                    <a:pt x="143" y="0"/>
                  </a:lnTo>
                  <a:lnTo>
                    <a:pt x="2" y="0"/>
                  </a:lnTo>
                  <a:lnTo>
                    <a:pt x="0" y="53"/>
                  </a:lnTo>
                  <a:lnTo>
                    <a:pt x="143" y="53"/>
                  </a:lnTo>
                  <a:lnTo>
                    <a:pt x="14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0" name="Rectangle 253">
              <a:extLst>
                <a:ext uri="{FF2B5EF4-FFF2-40B4-BE49-F238E27FC236}">
                  <a16:creationId xmlns:a16="http://schemas.microsoft.com/office/drawing/2014/main" id="{7F5D9A9E-76F0-44E8-B9A3-FF55F3F77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9553" y="-2812256"/>
              <a:ext cx="911225" cy="19748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1" name="Rectangle 254">
              <a:extLst>
                <a:ext uri="{FF2B5EF4-FFF2-40B4-BE49-F238E27FC236}">
                  <a16:creationId xmlns:a16="http://schemas.microsoft.com/office/drawing/2014/main" id="{27295114-16B5-4A05-A482-3B7C6E878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4003" y="-2790031"/>
              <a:ext cx="171450" cy="477838"/>
            </a:xfrm>
            <a:prstGeom prst="rect">
              <a:avLst/>
            </a:prstGeom>
            <a:solidFill>
              <a:srgbClr val="CD5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2" name="Oval 255">
              <a:extLst>
                <a:ext uri="{FF2B5EF4-FFF2-40B4-BE49-F238E27FC236}">
                  <a16:creationId xmlns:a16="http://schemas.microsoft.com/office/drawing/2014/main" id="{E62C86E3-255A-4F0C-81B8-446E562EC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8453" y="-2467769"/>
              <a:ext cx="77788" cy="77788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3" name="Freeform 256">
              <a:extLst>
                <a:ext uri="{FF2B5EF4-FFF2-40B4-BE49-F238E27FC236}">
                  <a16:creationId xmlns:a16="http://schemas.microsoft.com/office/drawing/2014/main" id="{A52F4027-0BBD-4319-B3ED-3AAD885DA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3690" y="-2472531"/>
              <a:ext cx="87313" cy="87313"/>
            </a:xfrm>
            <a:custGeom>
              <a:avLst/>
              <a:gdLst>
                <a:gd name="T0" fmla="*/ 32 w 34"/>
                <a:gd name="T1" fmla="*/ 17 h 34"/>
                <a:gd name="T2" fmla="*/ 30 w 34"/>
                <a:gd name="T3" fmla="*/ 17 h 34"/>
                <a:gd name="T4" fmla="*/ 17 w 34"/>
                <a:gd name="T5" fmla="*/ 30 h 34"/>
                <a:gd name="T6" fmla="*/ 4 w 34"/>
                <a:gd name="T7" fmla="*/ 17 h 34"/>
                <a:gd name="T8" fmla="*/ 17 w 34"/>
                <a:gd name="T9" fmla="*/ 4 h 34"/>
                <a:gd name="T10" fmla="*/ 30 w 34"/>
                <a:gd name="T11" fmla="*/ 17 h 34"/>
                <a:gd name="T12" fmla="*/ 32 w 34"/>
                <a:gd name="T13" fmla="*/ 17 h 34"/>
                <a:gd name="T14" fmla="*/ 34 w 34"/>
                <a:gd name="T15" fmla="*/ 17 h 34"/>
                <a:gd name="T16" fmla="*/ 17 w 34"/>
                <a:gd name="T17" fmla="*/ 0 h 34"/>
                <a:gd name="T18" fmla="*/ 0 w 34"/>
                <a:gd name="T19" fmla="*/ 17 h 34"/>
                <a:gd name="T20" fmla="*/ 17 w 34"/>
                <a:gd name="T21" fmla="*/ 34 h 34"/>
                <a:gd name="T22" fmla="*/ 34 w 34"/>
                <a:gd name="T23" fmla="*/ 17 h 34"/>
                <a:gd name="T24" fmla="*/ 32 w 34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4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4" name="Rectangle 257">
              <a:extLst>
                <a:ext uri="{FF2B5EF4-FFF2-40B4-BE49-F238E27FC236}">
                  <a16:creationId xmlns:a16="http://schemas.microsoft.com/office/drawing/2014/main" id="{3550A530-1168-4C9B-A795-E0CA4CC0C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8453" y="-2718594"/>
              <a:ext cx="77788" cy="21272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5" name="Rectangle 258">
              <a:extLst>
                <a:ext uri="{FF2B5EF4-FFF2-40B4-BE49-F238E27FC236}">
                  <a16:creationId xmlns:a16="http://schemas.microsoft.com/office/drawing/2014/main" id="{BFBC5814-2F10-4972-A077-0E22E7E82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1153" y="-2683669"/>
              <a:ext cx="47625" cy="63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6" name="Rectangle 259">
              <a:extLst>
                <a:ext uri="{FF2B5EF4-FFF2-40B4-BE49-F238E27FC236}">
                  <a16:creationId xmlns:a16="http://schemas.microsoft.com/office/drawing/2014/main" id="{C4C230AA-1C22-4552-81D2-51F5A4BB5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1153" y="-2656681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7" name="Rectangle 260">
              <a:extLst>
                <a:ext uri="{FF2B5EF4-FFF2-40B4-BE49-F238E27FC236}">
                  <a16:creationId xmlns:a16="http://schemas.microsoft.com/office/drawing/2014/main" id="{0FEB2E04-4788-451D-8566-F5FA85104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1153" y="-2631281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8" name="Rectangle 261">
              <a:extLst>
                <a:ext uri="{FF2B5EF4-FFF2-40B4-BE49-F238E27FC236}">
                  <a16:creationId xmlns:a16="http://schemas.microsoft.com/office/drawing/2014/main" id="{3B0CFB1B-76FA-4DFD-A943-3E68FE068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1153" y="-2604294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99" name="Rectangle 262">
              <a:extLst>
                <a:ext uri="{FF2B5EF4-FFF2-40B4-BE49-F238E27FC236}">
                  <a16:creationId xmlns:a16="http://schemas.microsoft.com/office/drawing/2014/main" id="{ABE89FF0-43D0-4523-8315-566A5FD32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1153" y="-2578894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0" name="Rectangle 263">
              <a:extLst>
                <a:ext uri="{FF2B5EF4-FFF2-40B4-BE49-F238E27FC236}">
                  <a16:creationId xmlns:a16="http://schemas.microsoft.com/office/drawing/2014/main" id="{D8B7DCC7-0E2C-448C-B0E0-A615632F3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1153" y="-2553494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1" name="Rectangle 264">
              <a:extLst>
                <a:ext uri="{FF2B5EF4-FFF2-40B4-BE49-F238E27FC236}">
                  <a16:creationId xmlns:a16="http://schemas.microsoft.com/office/drawing/2014/main" id="{86AC53D8-F391-4630-96A7-2BE8BA881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6240" y="-2247106"/>
              <a:ext cx="168275" cy="477838"/>
            </a:xfrm>
            <a:prstGeom prst="rect">
              <a:avLst/>
            </a:prstGeom>
            <a:solidFill>
              <a:srgbClr val="39B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2" name="Oval 265">
              <a:extLst>
                <a:ext uri="{FF2B5EF4-FFF2-40B4-BE49-F238E27FC236}">
                  <a16:creationId xmlns:a16="http://schemas.microsoft.com/office/drawing/2014/main" id="{59A8A96A-ECC4-49BE-85D1-917C47F59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690" y="-1928019"/>
              <a:ext cx="77788" cy="80963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3" name="Freeform 266">
              <a:extLst>
                <a:ext uri="{FF2B5EF4-FFF2-40B4-BE49-F238E27FC236}">
                  <a16:creationId xmlns:a16="http://schemas.microsoft.com/office/drawing/2014/main" id="{E86B8FB4-36CE-40BE-8CA1-8CA377054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4340" y="-1929606"/>
              <a:ext cx="85725" cy="85725"/>
            </a:xfrm>
            <a:custGeom>
              <a:avLst/>
              <a:gdLst>
                <a:gd name="T0" fmla="*/ 32 w 33"/>
                <a:gd name="T1" fmla="*/ 17 h 33"/>
                <a:gd name="T2" fmla="*/ 30 w 33"/>
                <a:gd name="T3" fmla="*/ 17 h 33"/>
                <a:gd name="T4" fmla="*/ 17 w 33"/>
                <a:gd name="T5" fmla="*/ 30 h 33"/>
                <a:gd name="T6" fmla="*/ 3 w 33"/>
                <a:gd name="T7" fmla="*/ 17 h 33"/>
                <a:gd name="T8" fmla="*/ 17 w 33"/>
                <a:gd name="T9" fmla="*/ 3 h 33"/>
                <a:gd name="T10" fmla="*/ 30 w 33"/>
                <a:gd name="T11" fmla="*/ 17 h 33"/>
                <a:gd name="T12" fmla="*/ 32 w 33"/>
                <a:gd name="T13" fmla="*/ 17 h 33"/>
                <a:gd name="T14" fmla="*/ 33 w 33"/>
                <a:gd name="T15" fmla="*/ 17 h 33"/>
                <a:gd name="T16" fmla="*/ 17 w 33"/>
                <a:gd name="T17" fmla="*/ 0 h 33"/>
                <a:gd name="T18" fmla="*/ 0 w 33"/>
                <a:gd name="T19" fmla="*/ 17 h 33"/>
                <a:gd name="T20" fmla="*/ 17 w 33"/>
                <a:gd name="T21" fmla="*/ 33 h 33"/>
                <a:gd name="T22" fmla="*/ 33 w 33"/>
                <a:gd name="T23" fmla="*/ 17 h 33"/>
                <a:gd name="T24" fmla="*/ 32 w 33"/>
                <a:gd name="T25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3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ubicBezTo>
                    <a:pt x="9" y="30"/>
                    <a:pt x="3" y="24"/>
                    <a:pt x="3" y="17"/>
                  </a:cubicBezTo>
                  <a:cubicBezTo>
                    <a:pt x="3" y="9"/>
                    <a:pt x="9" y="3"/>
                    <a:pt x="17" y="3"/>
                  </a:cubicBezTo>
                  <a:cubicBezTo>
                    <a:pt x="24" y="3"/>
                    <a:pt x="30" y="9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6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7" y="33"/>
                  </a:cubicBezTo>
                  <a:cubicBezTo>
                    <a:pt x="26" y="33"/>
                    <a:pt x="33" y="26"/>
                    <a:pt x="33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4" name="Rectangle 267">
              <a:extLst>
                <a:ext uri="{FF2B5EF4-FFF2-40B4-BE49-F238E27FC236}">
                  <a16:creationId xmlns:a16="http://schemas.microsoft.com/office/drawing/2014/main" id="{7D6C9071-9393-4DC7-A5A4-42340BAF2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690" y="-2177256"/>
              <a:ext cx="77788" cy="211138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5" name="Rectangle 268">
              <a:extLst>
                <a:ext uri="{FF2B5EF4-FFF2-40B4-BE49-F238E27FC236}">
                  <a16:creationId xmlns:a16="http://schemas.microsoft.com/office/drawing/2014/main" id="{E7F9E9D2-ED07-42E5-8B7B-C89603899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3390" y="-2140744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6" name="Rectangle 269">
              <a:extLst>
                <a:ext uri="{FF2B5EF4-FFF2-40B4-BE49-F238E27FC236}">
                  <a16:creationId xmlns:a16="http://schemas.microsoft.com/office/drawing/2014/main" id="{EE873B90-FC60-42DA-A740-22B2894FE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3390" y="-2096294"/>
              <a:ext cx="46038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7" name="Rectangle 270">
              <a:extLst>
                <a:ext uri="{FF2B5EF4-FFF2-40B4-BE49-F238E27FC236}">
                  <a16:creationId xmlns:a16="http://schemas.microsoft.com/office/drawing/2014/main" id="{1C7E36D7-E72C-41B1-B65E-4D6273107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3390" y="-2055019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8" name="Rectangle 271">
              <a:extLst>
                <a:ext uri="{FF2B5EF4-FFF2-40B4-BE49-F238E27FC236}">
                  <a16:creationId xmlns:a16="http://schemas.microsoft.com/office/drawing/2014/main" id="{0A35ED99-931A-4E4E-9483-5DA34F46A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3390" y="-2010569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09" name="Rectangle 272">
              <a:extLst>
                <a:ext uri="{FF2B5EF4-FFF2-40B4-BE49-F238E27FC236}">
                  <a16:creationId xmlns:a16="http://schemas.microsoft.com/office/drawing/2014/main" id="{CD51947D-B95D-4976-9361-B8A1039E9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0390" y="-2247106"/>
              <a:ext cx="168275" cy="477838"/>
            </a:xfrm>
            <a:prstGeom prst="rect">
              <a:avLst/>
            </a:prstGeom>
            <a:solidFill>
              <a:srgbClr val="39B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0" name="Oval 273">
              <a:extLst>
                <a:ext uri="{FF2B5EF4-FFF2-40B4-BE49-F238E27FC236}">
                  <a16:creationId xmlns:a16="http://schemas.microsoft.com/office/drawing/2014/main" id="{57D096E3-9B2A-421F-93FD-B0F5267D3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1665" y="-1928019"/>
              <a:ext cx="77788" cy="80963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1" name="Freeform 274">
              <a:extLst>
                <a:ext uri="{FF2B5EF4-FFF2-40B4-BE49-F238E27FC236}">
                  <a16:creationId xmlns:a16="http://schemas.microsoft.com/office/drawing/2014/main" id="{6B77A41C-84FE-45D6-9DBA-A6BCA6B05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6903" y="-1929606"/>
              <a:ext cx="88900" cy="85725"/>
            </a:xfrm>
            <a:custGeom>
              <a:avLst/>
              <a:gdLst>
                <a:gd name="T0" fmla="*/ 32 w 34"/>
                <a:gd name="T1" fmla="*/ 17 h 33"/>
                <a:gd name="T2" fmla="*/ 30 w 34"/>
                <a:gd name="T3" fmla="*/ 17 h 33"/>
                <a:gd name="T4" fmla="*/ 17 w 34"/>
                <a:gd name="T5" fmla="*/ 30 h 33"/>
                <a:gd name="T6" fmla="*/ 4 w 34"/>
                <a:gd name="T7" fmla="*/ 17 h 33"/>
                <a:gd name="T8" fmla="*/ 17 w 34"/>
                <a:gd name="T9" fmla="*/ 3 h 33"/>
                <a:gd name="T10" fmla="*/ 30 w 34"/>
                <a:gd name="T11" fmla="*/ 17 h 33"/>
                <a:gd name="T12" fmla="*/ 32 w 34"/>
                <a:gd name="T13" fmla="*/ 17 h 33"/>
                <a:gd name="T14" fmla="*/ 34 w 34"/>
                <a:gd name="T15" fmla="*/ 17 h 33"/>
                <a:gd name="T16" fmla="*/ 17 w 34"/>
                <a:gd name="T17" fmla="*/ 0 h 33"/>
                <a:gd name="T18" fmla="*/ 0 w 34"/>
                <a:gd name="T19" fmla="*/ 17 h 33"/>
                <a:gd name="T20" fmla="*/ 17 w 34"/>
                <a:gd name="T21" fmla="*/ 33 h 33"/>
                <a:gd name="T22" fmla="*/ 34 w 34"/>
                <a:gd name="T23" fmla="*/ 17 h 33"/>
                <a:gd name="T24" fmla="*/ 32 w 34"/>
                <a:gd name="T25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3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9"/>
                    <a:pt x="10" y="3"/>
                    <a:pt x="17" y="3"/>
                  </a:cubicBezTo>
                  <a:cubicBezTo>
                    <a:pt x="24" y="3"/>
                    <a:pt x="30" y="9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7"/>
                    <a:pt x="26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26"/>
                    <a:pt x="8" y="33"/>
                    <a:pt x="17" y="33"/>
                  </a:cubicBezTo>
                  <a:cubicBezTo>
                    <a:pt x="26" y="33"/>
                    <a:pt x="34" y="26"/>
                    <a:pt x="34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2" name="Rectangle 275">
              <a:extLst>
                <a:ext uri="{FF2B5EF4-FFF2-40B4-BE49-F238E27FC236}">
                  <a16:creationId xmlns:a16="http://schemas.microsoft.com/office/drawing/2014/main" id="{1EBD9669-D241-4C09-A035-92845B452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1665" y="-2177256"/>
              <a:ext cx="77788" cy="211138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3" name="Rectangle 276">
              <a:extLst>
                <a:ext uri="{FF2B5EF4-FFF2-40B4-BE49-F238E27FC236}">
                  <a16:creationId xmlns:a16="http://schemas.microsoft.com/office/drawing/2014/main" id="{48A3B1AD-4939-4C20-BB93-894D8472D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365" y="-2140744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4" name="Rectangle 277">
              <a:extLst>
                <a:ext uri="{FF2B5EF4-FFF2-40B4-BE49-F238E27FC236}">
                  <a16:creationId xmlns:a16="http://schemas.microsoft.com/office/drawing/2014/main" id="{CF4F327A-064F-477C-B323-03A9FBC70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365" y="-2096294"/>
              <a:ext cx="47625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5" name="Rectangle 278">
              <a:extLst>
                <a:ext uri="{FF2B5EF4-FFF2-40B4-BE49-F238E27FC236}">
                  <a16:creationId xmlns:a16="http://schemas.microsoft.com/office/drawing/2014/main" id="{8E311ED5-B00C-4AB1-ADA1-B913B851D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365" y="-2055019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6" name="Rectangle 279">
              <a:extLst>
                <a:ext uri="{FF2B5EF4-FFF2-40B4-BE49-F238E27FC236}">
                  <a16:creationId xmlns:a16="http://schemas.microsoft.com/office/drawing/2014/main" id="{CA5FD5B1-B14D-47A1-AAF0-BD6D852CC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365" y="-2010569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7" name="Rectangle 280">
              <a:extLst>
                <a:ext uri="{FF2B5EF4-FFF2-40B4-BE49-F238E27FC236}">
                  <a16:creationId xmlns:a16="http://schemas.microsoft.com/office/drawing/2014/main" id="{8D27A30B-2E0E-49C9-BF3F-8166FE71E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2953" y="-2247106"/>
              <a:ext cx="168275" cy="477838"/>
            </a:xfrm>
            <a:prstGeom prst="rect">
              <a:avLst/>
            </a:prstGeom>
            <a:solidFill>
              <a:srgbClr val="39B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8" name="Oval 281">
              <a:extLst>
                <a:ext uri="{FF2B5EF4-FFF2-40B4-BE49-F238E27FC236}">
                  <a16:creationId xmlns:a16="http://schemas.microsoft.com/office/drawing/2014/main" id="{BA9291A8-675D-47EF-A99B-9D6ECDB08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815" y="-1928019"/>
              <a:ext cx="77788" cy="80963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19" name="Freeform 282">
              <a:extLst>
                <a:ext uri="{FF2B5EF4-FFF2-40B4-BE49-F238E27FC236}">
                  <a16:creationId xmlns:a16="http://schemas.microsoft.com/office/drawing/2014/main" id="{AB35C931-0720-41D1-821B-68346C0BD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1053" y="-1929606"/>
              <a:ext cx="85725" cy="85725"/>
            </a:xfrm>
            <a:custGeom>
              <a:avLst/>
              <a:gdLst>
                <a:gd name="T0" fmla="*/ 32 w 33"/>
                <a:gd name="T1" fmla="*/ 17 h 33"/>
                <a:gd name="T2" fmla="*/ 30 w 33"/>
                <a:gd name="T3" fmla="*/ 17 h 33"/>
                <a:gd name="T4" fmla="*/ 17 w 33"/>
                <a:gd name="T5" fmla="*/ 30 h 33"/>
                <a:gd name="T6" fmla="*/ 3 w 33"/>
                <a:gd name="T7" fmla="*/ 17 h 33"/>
                <a:gd name="T8" fmla="*/ 17 w 33"/>
                <a:gd name="T9" fmla="*/ 3 h 33"/>
                <a:gd name="T10" fmla="*/ 30 w 33"/>
                <a:gd name="T11" fmla="*/ 17 h 33"/>
                <a:gd name="T12" fmla="*/ 32 w 33"/>
                <a:gd name="T13" fmla="*/ 17 h 33"/>
                <a:gd name="T14" fmla="*/ 33 w 33"/>
                <a:gd name="T15" fmla="*/ 17 h 33"/>
                <a:gd name="T16" fmla="*/ 17 w 33"/>
                <a:gd name="T17" fmla="*/ 0 h 33"/>
                <a:gd name="T18" fmla="*/ 0 w 33"/>
                <a:gd name="T19" fmla="*/ 17 h 33"/>
                <a:gd name="T20" fmla="*/ 17 w 33"/>
                <a:gd name="T21" fmla="*/ 33 h 33"/>
                <a:gd name="T22" fmla="*/ 33 w 33"/>
                <a:gd name="T23" fmla="*/ 17 h 33"/>
                <a:gd name="T24" fmla="*/ 32 w 33"/>
                <a:gd name="T25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3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ubicBezTo>
                    <a:pt x="9" y="30"/>
                    <a:pt x="3" y="24"/>
                    <a:pt x="3" y="17"/>
                  </a:cubicBezTo>
                  <a:cubicBezTo>
                    <a:pt x="3" y="9"/>
                    <a:pt x="9" y="3"/>
                    <a:pt x="17" y="3"/>
                  </a:cubicBezTo>
                  <a:cubicBezTo>
                    <a:pt x="24" y="3"/>
                    <a:pt x="30" y="9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6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7" y="33"/>
                  </a:cubicBezTo>
                  <a:cubicBezTo>
                    <a:pt x="26" y="33"/>
                    <a:pt x="33" y="26"/>
                    <a:pt x="33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0" name="Rectangle 283">
              <a:extLst>
                <a:ext uri="{FF2B5EF4-FFF2-40B4-BE49-F238E27FC236}">
                  <a16:creationId xmlns:a16="http://schemas.microsoft.com/office/drawing/2014/main" id="{A9C6A320-63E5-4D44-B89A-15434D3F6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815" y="-2177256"/>
              <a:ext cx="77788" cy="211138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1" name="Rectangle 284">
              <a:extLst>
                <a:ext uri="{FF2B5EF4-FFF2-40B4-BE49-F238E27FC236}">
                  <a16:creationId xmlns:a16="http://schemas.microsoft.com/office/drawing/2014/main" id="{AD68D97A-D40C-4B11-9AC2-691F4066E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0103" y="-2140744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2" name="Rectangle 285">
              <a:extLst>
                <a:ext uri="{FF2B5EF4-FFF2-40B4-BE49-F238E27FC236}">
                  <a16:creationId xmlns:a16="http://schemas.microsoft.com/office/drawing/2014/main" id="{5EE890EC-4F97-4CED-B2C7-1B2D73A7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0103" y="-2096294"/>
              <a:ext cx="46038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3" name="Rectangle 286">
              <a:extLst>
                <a:ext uri="{FF2B5EF4-FFF2-40B4-BE49-F238E27FC236}">
                  <a16:creationId xmlns:a16="http://schemas.microsoft.com/office/drawing/2014/main" id="{67D5BB9F-2D9C-413C-89AF-E04FA504A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0103" y="-2055019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4" name="Rectangle 287">
              <a:extLst>
                <a:ext uri="{FF2B5EF4-FFF2-40B4-BE49-F238E27FC236}">
                  <a16:creationId xmlns:a16="http://schemas.microsoft.com/office/drawing/2014/main" id="{1DAA5BF9-045A-4BD2-A256-529BE0A4C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0103" y="-2010569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5" name="Rectangle 288">
              <a:extLst>
                <a:ext uri="{FF2B5EF4-FFF2-40B4-BE49-F238E27FC236}">
                  <a16:creationId xmlns:a16="http://schemas.microsoft.com/office/drawing/2014/main" id="{412C5CD0-C133-4ECC-A18A-6E4069FE6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7103" y="-2247106"/>
              <a:ext cx="168275" cy="477838"/>
            </a:xfrm>
            <a:prstGeom prst="rect">
              <a:avLst/>
            </a:prstGeom>
            <a:solidFill>
              <a:srgbClr val="39B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6" name="Oval 289">
              <a:extLst>
                <a:ext uri="{FF2B5EF4-FFF2-40B4-BE49-F238E27FC236}">
                  <a16:creationId xmlns:a16="http://schemas.microsoft.com/office/drawing/2014/main" id="{F5AA1FCE-9061-45AD-A7C9-5604C4FE0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378" y="-1928019"/>
              <a:ext cx="77788" cy="80963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7" name="Freeform 290">
              <a:extLst>
                <a:ext uri="{FF2B5EF4-FFF2-40B4-BE49-F238E27FC236}">
                  <a16:creationId xmlns:a16="http://schemas.microsoft.com/office/drawing/2014/main" id="{FF892FA1-175D-40DD-8033-24F381B2B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3615" y="-1929606"/>
              <a:ext cx="87313" cy="85725"/>
            </a:xfrm>
            <a:custGeom>
              <a:avLst/>
              <a:gdLst>
                <a:gd name="T0" fmla="*/ 32 w 34"/>
                <a:gd name="T1" fmla="*/ 17 h 33"/>
                <a:gd name="T2" fmla="*/ 31 w 34"/>
                <a:gd name="T3" fmla="*/ 17 h 33"/>
                <a:gd name="T4" fmla="*/ 17 w 34"/>
                <a:gd name="T5" fmla="*/ 30 h 33"/>
                <a:gd name="T6" fmla="*/ 4 w 34"/>
                <a:gd name="T7" fmla="*/ 17 h 33"/>
                <a:gd name="T8" fmla="*/ 17 w 34"/>
                <a:gd name="T9" fmla="*/ 3 h 33"/>
                <a:gd name="T10" fmla="*/ 31 w 34"/>
                <a:gd name="T11" fmla="*/ 17 h 33"/>
                <a:gd name="T12" fmla="*/ 32 w 34"/>
                <a:gd name="T13" fmla="*/ 17 h 33"/>
                <a:gd name="T14" fmla="*/ 34 w 34"/>
                <a:gd name="T15" fmla="*/ 17 h 33"/>
                <a:gd name="T16" fmla="*/ 17 w 34"/>
                <a:gd name="T17" fmla="*/ 0 h 33"/>
                <a:gd name="T18" fmla="*/ 0 w 34"/>
                <a:gd name="T19" fmla="*/ 17 h 33"/>
                <a:gd name="T20" fmla="*/ 17 w 34"/>
                <a:gd name="T21" fmla="*/ 33 h 33"/>
                <a:gd name="T22" fmla="*/ 34 w 34"/>
                <a:gd name="T23" fmla="*/ 17 h 33"/>
                <a:gd name="T24" fmla="*/ 32 w 34"/>
                <a:gd name="T25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3">
                  <a:moveTo>
                    <a:pt x="32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0" y="24"/>
                    <a:pt x="25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9"/>
                    <a:pt x="10" y="3"/>
                    <a:pt x="17" y="3"/>
                  </a:cubicBezTo>
                  <a:cubicBezTo>
                    <a:pt x="25" y="3"/>
                    <a:pt x="30" y="9"/>
                    <a:pt x="31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7"/>
                    <a:pt x="26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26"/>
                    <a:pt x="8" y="33"/>
                    <a:pt x="17" y="33"/>
                  </a:cubicBezTo>
                  <a:cubicBezTo>
                    <a:pt x="26" y="33"/>
                    <a:pt x="34" y="26"/>
                    <a:pt x="34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8" name="Rectangle 291">
              <a:extLst>
                <a:ext uri="{FF2B5EF4-FFF2-40B4-BE49-F238E27FC236}">
                  <a16:creationId xmlns:a16="http://schemas.microsoft.com/office/drawing/2014/main" id="{2FDF13AB-945E-4DF0-AE1E-CA9D72C4E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378" y="-2177256"/>
              <a:ext cx="77788" cy="211138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29" name="Rectangle 292">
              <a:extLst>
                <a:ext uri="{FF2B5EF4-FFF2-40B4-BE49-F238E27FC236}">
                  <a16:creationId xmlns:a16="http://schemas.microsoft.com/office/drawing/2014/main" id="{443BACBE-3785-424F-BFB0-EF4BAB824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1078" y="-2140744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0" name="Rectangle 293">
              <a:extLst>
                <a:ext uri="{FF2B5EF4-FFF2-40B4-BE49-F238E27FC236}">
                  <a16:creationId xmlns:a16="http://schemas.microsoft.com/office/drawing/2014/main" id="{BE049DA5-2F77-4F39-89A7-C520010F8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1078" y="-2096294"/>
              <a:ext cx="46038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1" name="Rectangle 294">
              <a:extLst>
                <a:ext uri="{FF2B5EF4-FFF2-40B4-BE49-F238E27FC236}">
                  <a16:creationId xmlns:a16="http://schemas.microsoft.com/office/drawing/2014/main" id="{FC218360-6837-48D3-A6D0-560D1B2BC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1078" y="-2055019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2" name="Rectangle 295">
              <a:extLst>
                <a:ext uri="{FF2B5EF4-FFF2-40B4-BE49-F238E27FC236}">
                  <a16:creationId xmlns:a16="http://schemas.microsoft.com/office/drawing/2014/main" id="{18C02CEE-9F50-404C-BD01-B7BD5BBC8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1078" y="-2010569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3" name="Rectangle 296">
              <a:extLst>
                <a:ext uri="{FF2B5EF4-FFF2-40B4-BE49-F238E27FC236}">
                  <a16:creationId xmlns:a16="http://schemas.microsoft.com/office/drawing/2014/main" id="{BFB03E41-EB5D-4FFB-94C3-85380A5C7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6390" y="-1707356"/>
              <a:ext cx="168275" cy="474663"/>
            </a:xfrm>
            <a:prstGeom prst="rect">
              <a:avLst/>
            </a:prstGeom>
            <a:solidFill>
              <a:srgbClr val="39B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4" name="Oval 297">
              <a:extLst>
                <a:ext uri="{FF2B5EF4-FFF2-40B4-BE49-F238E27FC236}">
                  <a16:creationId xmlns:a16="http://schemas.microsoft.com/office/drawing/2014/main" id="{83AC6F41-DB68-4521-8302-FD3F3CBA1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7665" y="-1388269"/>
              <a:ext cx="77788" cy="77788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5" name="Freeform 298">
              <a:extLst>
                <a:ext uri="{FF2B5EF4-FFF2-40B4-BE49-F238E27FC236}">
                  <a16:creationId xmlns:a16="http://schemas.microsoft.com/office/drawing/2014/main" id="{9DB0D951-75B0-498C-AD49-1714C0CD8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4490" y="-1393031"/>
              <a:ext cx="85725" cy="88900"/>
            </a:xfrm>
            <a:custGeom>
              <a:avLst/>
              <a:gdLst>
                <a:gd name="T0" fmla="*/ 31 w 33"/>
                <a:gd name="T1" fmla="*/ 17 h 34"/>
                <a:gd name="T2" fmla="*/ 30 w 33"/>
                <a:gd name="T3" fmla="*/ 17 h 34"/>
                <a:gd name="T4" fmla="*/ 16 w 33"/>
                <a:gd name="T5" fmla="*/ 31 h 34"/>
                <a:gd name="T6" fmla="*/ 3 w 33"/>
                <a:gd name="T7" fmla="*/ 17 h 34"/>
                <a:gd name="T8" fmla="*/ 16 w 33"/>
                <a:gd name="T9" fmla="*/ 4 h 34"/>
                <a:gd name="T10" fmla="*/ 30 w 33"/>
                <a:gd name="T11" fmla="*/ 17 h 34"/>
                <a:gd name="T12" fmla="*/ 31 w 33"/>
                <a:gd name="T13" fmla="*/ 17 h 34"/>
                <a:gd name="T14" fmla="*/ 33 w 33"/>
                <a:gd name="T15" fmla="*/ 17 h 34"/>
                <a:gd name="T16" fmla="*/ 16 w 33"/>
                <a:gd name="T17" fmla="*/ 0 h 34"/>
                <a:gd name="T18" fmla="*/ 0 w 33"/>
                <a:gd name="T19" fmla="*/ 17 h 34"/>
                <a:gd name="T20" fmla="*/ 16 w 33"/>
                <a:gd name="T21" fmla="*/ 34 h 34"/>
                <a:gd name="T22" fmla="*/ 33 w 33"/>
                <a:gd name="T23" fmla="*/ 17 h 34"/>
                <a:gd name="T24" fmla="*/ 31 w 33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4">
                  <a:moveTo>
                    <a:pt x="31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6" y="31"/>
                  </a:cubicBezTo>
                  <a:cubicBezTo>
                    <a:pt x="9" y="30"/>
                    <a:pt x="3" y="25"/>
                    <a:pt x="3" y="17"/>
                  </a:cubicBezTo>
                  <a:cubicBezTo>
                    <a:pt x="3" y="10"/>
                    <a:pt x="9" y="4"/>
                    <a:pt x="16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5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6" y="34"/>
                  </a:cubicBezTo>
                  <a:cubicBezTo>
                    <a:pt x="25" y="34"/>
                    <a:pt x="33" y="26"/>
                    <a:pt x="33" y="17"/>
                  </a:cubicBezTo>
                  <a:lnTo>
                    <a:pt x="31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6" name="Rectangle 299">
              <a:extLst>
                <a:ext uri="{FF2B5EF4-FFF2-40B4-BE49-F238E27FC236}">
                  <a16:creationId xmlns:a16="http://schemas.microsoft.com/office/drawing/2014/main" id="{2C35A53D-F353-4443-A428-ABA1B7AD2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7665" y="-1639094"/>
              <a:ext cx="77788" cy="21272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7" name="Rectangle 300">
              <a:extLst>
                <a:ext uri="{FF2B5EF4-FFF2-40B4-BE49-F238E27FC236}">
                  <a16:creationId xmlns:a16="http://schemas.microsoft.com/office/drawing/2014/main" id="{EF2CAF68-0BE6-4ACD-8FE7-D4F35C294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0365" y="-1600994"/>
              <a:ext cx="49213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8" name="Rectangle 301">
              <a:extLst>
                <a:ext uri="{FF2B5EF4-FFF2-40B4-BE49-F238E27FC236}">
                  <a16:creationId xmlns:a16="http://schemas.microsoft.com/office/drawing/2014/main" id="{86D131B9-B5DD-4ED8-92D5-1376603A1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0365" y="-1559719"/>
              <a:ext cx="49213" cy="63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39" name="Rectangle 302">
              <a:extLst>
                <a:ext uri="{FF2B5EF4-FFF2-40B4-BE49-F238E27FC236}">
                  <a16:creationId xmlns:a16="http://schemas.microsoft.com/office/drawing/2014/main" id="{458A55A6-6737-4BB0-8ABF-4567AFD09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0365" y="-1515269"/>
              <a:ext cx="49213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0" name="Rectangle 303">
              <a:extLst>
                <a:ext uri="{FF2B5EF4-FFF2-40B4-BE49-F238E27FC236}">
                  <a16:creationId xmlns:a16="http://schemas.microsoft.com/office/drawing/2014/main" id="{84498FAA-FA97-4A22-9435-D04C7623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0365" y="-1470819"/>
              <a:ext cx="49213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1" name="Rectangle 304">
              <a:extLst>
                <a:ext uri="{FF2B5EF4-FFF2-40B4-BE49-F238E27FC236}">
                  <a16:creationId xmlns:a16="http://schemas.microsoft.com/office/drawing/2014/main" id="{BA5EE9EB-EE5C-4E01-AF5A-15BDB72AC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7365" y="-1707356"/>
              <a:ext cx="169863" cy="474663"/>
            </a:xfrm>
            <a:prstGeom prst="rect">
              <a:avLst/>
            </a:prstGeom>
            <a:solidFill>
              <a:srgbClr val="378D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2" name="Oval 305">
              <a:extLst>
                <a:ext uri="{FF2B5EF4-FFF2-40B4-BE49-F238E27FC236}">
                  <a16:creationId xmlns:a16="http://schemas.microsoft.com/office/drawing/2014/main" id="{3C42629E-0922-49C7-952F-F79270B87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815" y="-1388269"/>
              <a:ext cx="77788" cy="77788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3" name="Freeform 306">
              <a:extLst>
                <a:ext uri="{FF2B5EF4-FFF2-40B4-BE49-F238E27FC236}">
                  <a16:creationId xmlns:a16="http://schemas.microsoft.com/office/drawing/2014/main" id="{66962923-98E6-44D2-8D9C-3D81EEBCC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7053" y="-1393031"/>
              <a:ext cx="85725" cy="88900"/>
            </a:xfrm>
            <a:custGeom>
              <a:avLst/>
              <a:gdLst>
                <a:gd name="T0" fmla="*/ 32 w 33"/>
                <a:gd name="T1" fmla="*/ 17 h 34"/>
                <a:gd name="T2" fmla="*/ 30 w 33"/>
                <a:gd name="T3" fmla="*/ 17 h 34"/>
                <a:gd name="T4" fmla="*/ 17 w 33"/>
                <a:gd name="T5" fmla="*/ 31 h 34"/>
                <a:gd name="T6" fmla="*/ 3 w 33"/>
                <a:gd name="T7" fmla="*/ 17 h 34"/>
                <a:gd name="T8" fmla="*/ 17 w 33"/>
                <a:gd name="T9" fmla="*/ 4 h 34"/>
                <a:gd name="T10" fmla="*/ 30 w 33"/>
                <a:gd name="T11" fmla="*/ 17 h 34"/>
                <a:gd name="T12" fmla="*/ 32 w 33"/>
                <a:gd name="T13" fmla="*/ 17 h 34"/>
                <a:gd name="T14" fmla="*/ 33 w 33"/>
                <a:gd name="T15" fmla="*/ 17 h 34"/>
                <a:gd name="T16" fmla="*/ 17 w 33"/>
                <a:gd name="T17" fmla="*/ 0 h 34"/>
                <a:gd name="T18" fmla="*/ 0 w 33"/>
                <a:gd name="T19" fmla="*/ 17 h 34"/>
                <a:gd name="T20" fmla="*/ 17 w 33"/>
                <a:gd name="T21" fmla="*/ 34 h 34"/>
                <a:gd name="T22" fmla="*/ 33 w 33"/>
                <a:gd name="T23" fmla="*/ 17 h 34"/>
                <a:gd name="T24" fmla="*/ 32 w 33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4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7" y="31"/>
                  </a:cubicBezTo>
                  <a:cubicBezTo>
                    <a:pt x="9" y="30"/>
                    <a:pt x="3" y="25"/>
                    <a:pt x="3" y="17"/>
                  </a:cubicBezTo>
                  <a:cubicBezTo>
                    <a:pt x="3" y="10"/>
                    <a:pt x="9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4" name="Rectangle 307">
              <a:extLst>
                <a:ext uri="{FF2B5EF4-FFF2-40B4-BE49-F238E27FC236}">
                  <a16:creationId xmlns:a16="http://schemas.microsoft.com/office/drawing/2014/main" id="{F6956C5A-EED6-464D-AA6D-E779073E0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815" y="-1639094"/>
              <a:ext cx="77788" cy="21272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5" name="Rectangle 308">
              <a:extLst>
                <a:ext uri="{FF2B5EF4-FFF2-40B4-BE49-F238E27FC236}">
                  <a16:creationId xmlns:a16="http://schemas.microsoft.com/office/drawing/2014/main" id="{DE0F2FA9-22BD-4881-B10F-E75565EBA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4515" y="-1600994"/>
              <a:ext cx="47625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6" name="Rectangle 309">
              <a:extLst>
                <a:ext uri="{FF2B5EF4-FFF2-40B4-BE49-F238E27FC236}">
                  <a16:creationId xmlns:a16="http://schemas.microsoft.com/office/drawing/2014/main" id="{31C1DDB3-BC02-4BE9-8861-9F4697E0E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4515" y="-1559719"/>
              <a:ext cx="47625" cy="63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7" name="Rectangle 310">
              <a:extLst>
                <a:ext uri="{FF2B5EF4-FFF2-40B4-BE49-F238E27FC236}">
                  <a16:creationId xmlns:a16="http://schemas.microsoft.com/office/drawing/2014/main" id="{9D1F3C9E-6364-46BC-9775-A0A2FF3EC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4515" y="-1515269"/>
              <a:ext cx="47625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8" name="Rectangle 311">
              <a:extLst>
                <a:ext uri="{FF2B5EF4-FFF2-40B4-BE49-F238E27FC236}">
                  <a16:creationId xmlns:a16="http://schemas.microsoft.com/office/drawing/2014/main" id="{A0B1AC28-1D5A-42A9-B607-F5E9B821A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4515" y="-1470819"/>
              <a:ext cx="47625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49" name="Rectangle 312">
              <a:extLst>
                <a:ext uri="{FF2B5EF4-FFF2-40B4-BE49-F238E27FC236}">
                  <a16:creationId xmlns:a16="http://schemas.microsoft.com/office/drawing/2014/main" id="{6E5E4E98-35FB-49A0-BA88-4DD7B1B9B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1515" y="-1707356"/>
              <a:ext cx="169863" cy="474663"/>
            </a:xfrm>
            <a:prstGeom prst="rect">
              <a:avLst/>
            </a:prstGeom>
            <a:solidFill>
              <a:srgbClr val="346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0" name="Oval 313">
              <a:extLst>
                <a:ext uri="{FF2B5EF4-FFF2-40B4-BE49-F238E27FC236}">
                  <a16:creationId xmlns:a16="http://schemas.microsoft.com/office/drawing/2014/main" id="{4A176352-E5B5-44B4-8003-627B023A3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4378" y="-1388269"/>
              <a:ext cx="77788" cy="77788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1" name="Freeform 314">
              <a:extLst>
                <a:ext uri="{FF2B5EF4-FFF2-40B4-BE49-F238E27FC236}">
                  <a16:creationId xmlns:a16="http://schemas.microsoft.com/office/drawing/2014/main" id="{DE5762C1-44BF-4D2D-B132-9AD14B4D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1203" y="-1393031"/>
              <a:ext cx="85725" cy="88900"/>
            </a:xfrm>
            <a:custGeom>
              <a:avLst/>
              <a:gdLst>
                <a:gd name="T0" fmla="*/ 31 w 33"/>
                <a:gd name="T1" fmla="*/ 17 h 34"/>
                <a:gd name="T2" fmla="*/ 30 w 33"/>
                <a:gd name="T3" fmla="*/ 17 h 34"/>
                <a:gd name="T4" fmla="*/ 16 w 33"/>
                <a:gd name="T5" fmla="*/ 31 h 34"/>
                <a:gd name="T6" fmla="*/ 3 w 33"/>
                <a:gd name="T7" fmla="*/ 17 h 34"/>
                <a:gd name="T8" fmla="*/ 16 w 33"/>
                <a:gd name="T9" fmla="*/ 4 h 34"/>
                <a:gd name="T10" fmla="*/ 30 w 33"/>
                <a:gd name="T11" fmla="*/ 17 h 34"/>
                <a:gd name="T12" fmla="*/ 31 w 33"/>
                <a:gd name="T13" fmla="*/ 17 h 34"/>
                <a:gd name="T14" fmla="*/ 33 w 33"/>
                <a:gd name="T15" fmla="*/ 17 h 34"/>
                <a:gd name="T16" fmla="*/ 16 w 33"/>
                <a:gd name="T17" fmla="*/ 0 h 34"/>
                <a:gd name="T18" fmla="*/ 0 w 33"/>
                <a:gd name="T19" fmla="*/ 17 h 34"/>
                <a:gd name="T20" fmla="*/ 16 w 33"/>
                <a:gd name="T21" fmla="*/ 34 h 34"/>
                <a:gd name="T22" fmla="*/ 33 w 33"/>
                <a:gd name="T23" fmla="*/ 17 h 34"/>
                <a:gd name="T24" fmla="*/ 31 w 33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4">
                  <a:moveTo>
                    <a:pt x="31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6" y="31"/>
                  </a:cubicBezTo>
                  <a:cubicBezTo>
                    <a:pt x="9" y="30"/>
                    <a:pt x="3" y="25"/>
                    <a:pt x="3" y="17"/>
                  </a:cubicBezTo>
                  <a:cubicBezTo>
                    <a:pt x="3" y="10"/>
                    <a:pt x="9" y="4"/>
                    <a:pt x="16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6" y="34"/>
                  </a:cubicBezTo>
                  <a:cubicBezTo>
                    <a:pt x="26" y="34"/>
                    <a:pt x="33" y="26"/>
                    <a:pt x="33" y="17"/>
                  </a:cubicBezTo>
                  <a:lnTo>
                    <a:pt x="31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2" name="Rectangle 315">
              <a:extLst>
                <a:ext uri="{FF2B5EF4-FFF2-40B4-BE49-F238E27FC236}">
                  <a16:creationId xmlns:a16="http://schemas.microsoft.com/office/drawing/2014/main" id="{B62419F4-756F-4B93-A4DF-6B5342EF6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4378" y="-1639094"/>
              <a:ext cx="77788" cy="21272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3" name="Rectangle 316">
              <a:extLst>
                <a:ext uri="{FF2B5EF4-FFF2-40B4-BE49-F238E27FC236}">
                  <a16:creationId xmlns:a16="http://schemas.microsoft.com/office/drawing/2014/main" id="{772E0703-DF5E-427A-96E1-1BB5D0E54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078" y="-1600994"/>
              <a:ext cx="49213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4" name="Rectangle 317">
              <a:extLst>
                <a:ext uri="{FF2B5EF4-FFF2-40B4-BE49-F238E27FC236}">
                  <a16:creationId xmlns:a16="http://schemas.microsoft.com/office/drawing/2014/main" id="{A786A2B7-F72B-4B1C-B8C0-FAFF9E584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078" y="-1559719"/>
              <a:ext cx="49213" cy="63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5" name="Rectangle 318">
              <a:extLst>
                <a:ext uri="{FF2B5EF4-FFF2-40B4-BE49-F238E27FC236}">
                  <a16:creationId xmlns:a16="http://schemas.microsoft.com/office/drawing/2014/main" id="{45B4955D-058E-47FB-85EC-47CD52C94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078" y="-1515269"/>
              <a:ext cx="49213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6" name="Rectangle 319">
              <a:extLst>
                <a:ext uri="{FF2B5EF4-FFF2-40B4-BE49-F238E27FC236}">
                  <a16:creationId xmlns:a16="http://schemas.microsoft.com/office/drawing/2014/main" id="{1547CD36-1E94-4BDD-BBD1-22C5CF7AF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078" y="-1470819"/>
              <a:ext cx="49213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7" name="Rectangle 320">
              <a:extLst>
                <a:ext uri="{FF2B5EF4-FFF2-40B4-BE49-F238E27FC236}">
                  <a16:creationId xmlns:a16="http://schemas.microsoft.com/office/drawing/2014/main" id="{BDFAA85C-DED1-43DE-92A0-125FAB9FC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078" y="-1707356"/>
              <a:ext cx="168275" cy="474663"/>
            </a:xfrm>
            <a:prstGeom prst="rect">
              <a:avLst/>
            </a:prstGeom>
            <a:solidFill>
              <a:srgbClr val="3247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8" name="Oval 321">
              <a:extLst>
                <a:ext uri="{FF2B5EF4-FFF2-40B4-BE49-F238E27FC236}">
                  <a16:creationId xmlns:a16="http://schemas.microsoft.com/office/drawing/2014/main" id="{ADD0FF66-216F-4898-B43D-13EBB0AB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8528" y="-1388269"/>
              <a:ext cx="77788" cy="77788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59" name="Freeform 322">
              <a:extLst>
                <a:ext uri="{FF2B5EF4-FFF2-40B4-BE49-F238E27FC236}">
                  <a16:creationId xmlns:a16="http://schemas.microsoft.com/office/drawing/2014/main" id="{176AFD75-5226-4203-A82D-38F661E6B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2178" y="-1393031"/>
              <a:ext cx="88900" cy="88900"/>
            </a:xfrm>
            <a:custGeom>
              <a:avLst/>
              <a:gdLst>
                <a:gd name="T0" fmla="*/ 32 w 34"/>
                <a:gd name="T1" fmla="*/ 17 h 34"/>
                <a:gd name="T2" fmla="*/ 30 w 34"/>
                <a:gd name="T3" fmla="*/ 17 h 34"/>
                <a:gd name="T4" fmla="*/ 17 w 34"/>
                <a:gd name="T5" fmla="*/ 31 h 34"/>
                <a:gd name="T6" fmla="*/ 4 w 34"/>
                <a:gd name="T7" fmla="*/ 17 h 34"/>
                <a:gd name="T8" fmla="*/ 17 w 34"/>
                <a:gd name="T9" fmla="*/ 4 h 34"/>
                <a:gd name="T10" fmla="*/ 30 w 34"/>
                <a:gd name="T11" fmla="*/ 17 h 34"/>
                <a:gd name="T12" fmla="*/ 32 w 34"/>
                <a:gd name="T13" fmla="*/ 17 h 34"/>
                <a:gd name="T14" fmla="*/ 34 w 34"/>
                <a:gd name="T15" fmla="*/ 17 h 34"/>
                <a:gd name="T16" fmla="*/ 17 w 34"/>
                <a:gd name="T17" fmla="*/ 0 h 34"/>
                <a:gd name="T18" fmla="*/ 0 w 34"/>
                <a:gd name="T19" fmla="*/ 17 h 34"/>
                <a:gd name="T20" fmla="*/ 17 w 34"/>
                <a:gd name="T21" fmla="*/ 34 h 34"/>
                <a:gd name="T22" fmla="*/ 34 w 34"/>
                <a:gd name="T23" fmla="*/ 17 h 34"/>
                <a:gd name="T24" fmla="*/ 32 w 34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4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7" y="31"/>
                  </a:cubicBezTo>
                  <a:cubicBezTo>
                    <a:pt x="9" y="30"/>
                    <a:pt x="4" y="25"/>
                    <a:pt x="4" y="17"/>
                  </a:cubicBezTo>
                  <a:cubicBezTo>
                    <a:pt x="4" y="10"/>
                    <a:pt x="9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0" name="Rectangle 323">
              <a:extLst>
                <a:ext uri="{FF2B5EF4-FFF2-40B4-BE49-F238E27FC236}">
                  <a16:creationId xmlns:a16="http://schemas.microsoft.com/office/drawing/2014/main" id="{37255FF2-176D-47CB-843A-B50DE72DA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8528" y="-1639094"/>
              <a:ext cx="77788" cy="21272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1" name="Rectangle 324">
              <a:extLst>
                <a:ext uri="{FF2B5EF4-FFF2-40B4-BE49-F238E27FC236}">
                  <a16:creationId xmlns:a16="http://schemas.microsoft.com/office/drawing/2014/main" id="{8637BF1B-569E-4576-BAFA-BAC8BB7FF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228" y="-1600994"/>
              <a:ext cx="46038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2" name="Rectangle 325">
              <a:extLst>
                <a:ext uri="{FF2B5EF4-FFF2-40B4-BE49-F238E27FC236}">
                  <a16:creationId xmlns:a16="http://schemas.microsoft.com/office/drawing/2014/main" id="{8690135D-B50D-41A3-A93A-AA0AA55EA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228" y="-1559719"/>
              <a:ext cx="46038" cy="63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3" name="Rectangle 326">
              <a:extLst>
                <a:ext uri="{FF2B5EF4-FFF2-40B4-BE49-F238E27FC236}">
                  <a16:creationId xmlns:a16="http://schemas.microsoft.com/office/drawing/2014/main" id="{000827EF-78CA-4B75-B936-2DB72EEE7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228" y="-1515269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4" name="Rectangle 327">
              <a:extLst>
                <a:ext uri="{FF2B5EF4-FFF2-40B4-BE49-F238E27FC236}">
                  <a16:creationId xmlns:a16="http://schemas.microsoft.com/office/drawing/2014/main" id="{3C03ABD1-1C8A-406C-A3B8-5CEF578FB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228" y="-1470819"/>
              <a:ext cx="46038" cy="317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5" name="Rectangle 328">
              <a:extLst>
                <a:ext uri="{FF2B5EF4-FFF2-40B4-BE49-F238E27FC236}">
                  <a16:creationId xmlns:a16="http://schemas.microsoft.com/office/drawing/2014/main" id="{2B3EE761-7456-498C-BC64-3E7F7AECE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328" y="-2790031"/>
              <a:ext cx="168275" cy="477838"/>
            </a:xfrm>
            <a:prstGeom prst="rect">
              <a:avLst/>
            </a:prstGeom>
            <a:solidFill>
              <a:srgbClr val="CD5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6" name="Oval 329">
              <a:extLst>
                <a:ext uri="{FF2B5EF4-FFF2-40B4-BE49-F238E27FC236}">
                  <a16:creationId xmlns:a16="http://schemas.microsoft.com/office/drawing/2014/main" id="{FF76043D-D3E6-4D16-860D-630689801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5778" y="-2467769"/>
              <a:ext cx="77788" cy="77788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7" name="Freeform 330">
              <a:extLst>
                <a:ext uri="{FF2B5EF4-FFF2-40B4-BE49-F238E27FC236}">
                  <a16:creationId xmlns:a16="http://schemas.microsoft.com/office/drawing/2014/main" id="{234AE963-06E9-4A1F-A595-C4BA6010C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9428" y="-2472531"/>
              <a:ext cx="85725" cy="87313"/>
            </a:xfrm>
            <a:custGeom>
              <a:avLst/>
              <a:gdLst>
                <a:gd name="T0" fmla="*/ 32 w 33"/>
                <a:gd name="T1" fmla="*/ 17 h 34"/>
                <a:gd name="T2" fmla="*/ 30 w 33"/>
                <a:gd name="T3" fmla="*/ 17 h 34"/>
                <a:gd name="T4" fmla="*/ 17 w 33"/>
                <a:gd name="T5" fmla="*/ 30 h 34"/>
                <a:gd name="T6" fmla="*/ 3 w 33"/>
                <a:gd name="T7" fmla="*/ 17 h 34"/>
                <a:gd name="T8" fmla="*/ 17 w 33"/>
                <a:gd name="T9" fmla="*/ 4 h 34"/>
                <a:gd name="T10" fmla="*/ 30 w 33"/>
                <a:gd name="T11" fmla="*/ 17 h 34"/>
                <a:gd name="T12" fmla="*/ 32 w 33"/>
                <a:gd name="T13" fmla="*/ 17 h 34"/>
                <a:gd name="T14" fmla="*/ 33 w 33"/>
                <a:gd name="T15" fmla="*/ 17 h 34"/>
                <a:gd name="T16" fmla="*/ 17 w 33"/>
                <a:gd name="T17" fmla="*/ 0 h 34"/>
                <a:gd name="T18" fmla="*/ 0 w 33"/>
                <a:gd name="T19" fmla="*/ 17 h 34"/>
                <a:gd name="T20" fmla="*/ 17 w 33"/>
                <a:gd name="T21" fmla="*/ 34 h 34"/>
                <a:gd name="T22" fmla="*/ 33 w 33"/>
                <a:gd name="T23" fmla="*/ 17 h 34"/>
                <a:gd name="T24" fmla="*/ 32 w 33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4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4"/>
                    <a:pt x="24" y="30"/>
                    <a:pt x="17" y="30"/>
                  </a:cubicBezTo>
                  <a:cubicBezTo>
                    <a:pt x="9" y="30"/>
                    <a:pt x="3" y="24"/>
                    <a:pt x="3" y="17"/>
                  </a:cubicBezTo>
                  <a:cubicBezTo>
                    <a:pt x="3" y="10"/>
                    <a:pt x="9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8" name="Rectangle 331">
              <a:extLst>
                <a:ext uri="{FF2B5EF4-FFF2-40B4-BE49-F238E27FC236}">
                  <a16:creationId xmlns:a16="http://schemas.microsoft.com/office/drawing/2014/main" id="{7CBA9F1D-200A-4B3F-A652-4E302793A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5778" y="-2718594"/>
              <a:ext cx="77788" cy="21272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69" name="Rectangle 332">
              <a:extLst>
                <a:ext uri="{FF2B5EF4-FFF2-40B4-BE49-F238E27FC236}">
                  <a16:creationId xmlns:a16="http://schemas.microsoft.com/office/drawing/2014/main" id="{58F0E627-473F-4E25-8AA5-079F4A36B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478" y="-2683669"/>
              <a:ext cx="46038" cy="63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0" name="Rectangle 333">
              <a:extLst>
                <a:ext uri="{FF2B5EF4-FFF2-40B4-BE49-F238E27FC236}">
                  <a16:creationId xmlns:a16="http://schemas.microsoft.com/office/drawing/2014/main" id="{4BC6F03B-88BC-452A-86A7-3C59EF1E2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478" y="-2656681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1" name="Rectangle 334">
              <a:extLst>
                <a:ext uri="{FF2B5EF4-FFF2-40B4-BE49-F238E27FC236}">
                  <a16:creationId xmlns:a16="http://schemas.microsoft.com/office/drawing/2014/main" id="{6A8CD760-B154-40C9-858B-CE137CA15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478" y="-2631281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2" name="Rectangle 335">
              <a:extLst>
                <a:ext uri="{FF2B5EF4-FFF2-40B4-BE49-F238E27FC236}">
                  <a16:creationId xmlns:a16="http://schemas.microsoft.com/office/drawing/2014/main" id="{B896DEEB-23E5-45E0-BBF8-E201A9D8D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478" y="-2604294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3" name="Rectangle 336">
              <a:extLst>
                <a:ext uri="{FF2B5EF4-FFF2-40B4-BE49-F238E27FC236}">
                  <a16:creationId xmlns:a16="http://schemas.microsoft.com/office/drawing/2014/main" id="{22E37D93-5319-4454-8E15-708894E62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478" y="-2578894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4" name="Rectangle 337">
              <a:extLst>
                <a:ext uri="{FF2B5EF4-FFF2-40B4-BE49-F238E27FC236}">
                  <a16:creationId xmlns:a16="http://schemas.microsoft.com/office/drawing/2014/main" id="{C3FC0F6F-898F-4D6F-AD33-3F16C6FE6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478" y="-2553494"/>
              <a:ext cx="46038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5" name="Rectangle 338">
              <a:extLst>
                <a:ext uri="{FF2B5EF4-FFF2-40B4-BE49-F238E27FC236}">
                  <a16:creationId xmlns:a16="http://schemas.microsoft.com/office/drawing/2014/main" id="{7D73CC12-F2CB-4DD8-A5B5-7307CF907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478" y="-2790031"/>
              <a:ext cx="168275" cy="477838"/>
            </a:xfrm>
            <a:prstGeom prst="rect">
              <a:avLst/>
            </a:prstGeom>
            <a:solidFill>
              <a:srgbClr val="CD5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6" name="Oval 339">
              <a:extLst>
                <a:ext uri="{FF2B5EF4-FFF2-40B4-BE49-F238E27FC236}">
                  <a16:creationId xmlns:a16="http://schemas.microsoft.com/office/drawing/2014/main" id="{BA7A06A2-833E-4675-9801-A53E92FE8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6753" y="-2467769"/>
              <a:ext cx="77788" cy="77788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7" name="Freeform 340">
              <a:extLst>
                <a:ext uri="{FF2B5EF4-FFF2-40B4-BE49-F238E27FC236}">
                  <a16:creationId xmlns:a16="http://schemas.microsoft.com/office/drawing/2014/main" id="{2C9B5A71-66E7-458D-9EBC-836B602F4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1990" y="-2472531"/>
              <a:ext cx="87313" cy="87313"/>
            </a:xfrm>
            <a:custGeom>
              <a:avLst/>
              <a:gdLst>
                <a:gd name="T0" fmla="*/ 32 w 34"/>
                <a:gd name="T1" fmla="*/ 17 h 34"/>
                <a:gd name="T2" fmla="*/ 31 w 34"/>
                <a:gd name="T3" fmla="*/ 17 h 34"/>
                <a:gd name="T4" fmla="*/ 17 w 34"/>
                <a:gd name="T5" fmla="*/ 30 h 34"/>
                <a:gd name="T6" fmla="*/ 4 w 34"/>
                <a:gd name="T7" fmla="*/ 17 h 34"/>
                <a:gd name="T8" fmla="*/ 17 w 34"/>
                <a:gd name="T9" fmla="*/ 4 h 34"/>
                <a:gd name="T10" fmla="*/ 31 w 34"/>
                <a:gd name="T11" fmla="*/ 17 h 34"/>
                <a:gd name="T12" fmla="*/ 32 w 34"/>
                <a:gd name="T13" fmla="*/ 17 h 34"/>
                <a:gd name="T14" fmla="*/ 34 w 34"/>
                <a:gd name="T15" fmla="*/ 17 h 34"/>
                <a:gd name="T16" fmla="*/ 17 w 34"/>
                <a:gd name="T17" fmla="*/ 0 h 34"/>
                <a:gd name="T18" fmla="*/ 0 w 34"/>
                <a:gd name="T19" fmla="*/ 17 h 34"/>
                <a:gd name="T20" fmla="*/ 17 w 34"/>
                <a:gd name="T21" fmla="*/ 34 h 34"/>
                <a:gd name="T22" fmla="*/ 34 w 34"/>
                <a:gd name="T23" fmla="*/ 17 h 34"/>
                <a:gd name="T24" fmla="*/ 32 w 34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4">
                  <a:moveTo>
                    <a:pt x="32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0" y="24"/>
                    <a:pt x="25" y="30"/>
                    <a:pt x="17" y="30"/>
                  </a:cubicBezTo>
                  <a:cubicBezTo>
                    <a:pt x="10" y="30"/>
                    <a:pt x="4" y="24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25" y="4"/>
                    <a:pt x="30" y="10"/>
                    <a:pt x="31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8" name="Rectangle 341">
              <a:extLst>
                <a:ext uri="{FF2B5EF4-FFF2-40B4-BE49-F238E27FC236}">
                  <a16:creationId xmlns:a16="http://schemas.microsoft.com/office/drawing/2014/main" id="{F2EFD130-1515-4F22-BA8C-50AFFCCDB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6753" y="-2718594"/>
              <a:ext cx="77788" cy="21272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79" name="Rectangle 342">
              <a:extLst>
                <a:ext uri="{FF2B5EF4-FFF2-40B4-BE49-F238E27FC236}">
                  <a16:creationId xmlns:a16="http://schemas.microsoft.com/office/drawing/2014/main" id="{61235C5A-A04F-42A2-B7E4-C50DAC905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453" y="-2683669"/>
              <a:ext cx="49213" cy="63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0" name="Rectangle 343">
              <a:extLst>
                <a:ext uri="{FF2B5EF4-FFF2-40B4-BE49-F238E27FC236}">
                  <a16:creationId xmlns:a16="http://schemas.microsoft.com/office/drawing/2014/main" id="{70C12508-E301-45A7-A8D5-439E6E8C3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453" y="-2656681"/>
              <a:ext cx="49213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1" name="Rectangle 344">
              <a:extLst>
                <a:ext uri="{FF2B5EF4-FFF2-40B4-BE49-F238E27FC236}">
                  <a16:creationId xmlns:a16="http://schemas.microsoft.com/office/drawing/2014/main" id="{04C65EDE-43F9-44FE-B651-8F1179B55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453" y="-2631281"/>
              <a:ext cx="49213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2" name="Rectangle 345">
              <a:extLst>
                <a:ext uri="{FF2B5EF4-FFF2-40B4-BE49-F238E27FC236}">
                  <a16:creationId xmlns:a16="http://schemas.microsoft.com/office/drawing/2014/main" id="{9561DB7F-60F1-42CB-839E-A0BCDB321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453" y="-2604294"/>
              <a:ext cx="49213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3" name="Rectangle 346">
              <a:extLst>
                <a:ext uri="{FF2B5EF4-FFF2-40B4-BE49-F238E27FC236}">
                  <a16:creationId xmlns:a16="http://schemas.microsoft.com/office/drawing/2014/main" id="{450BE6EC-3DE7-4666-B2EC-135153543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453" y="-2578894"/>
              <a:ext cx="49213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4" name="Rectangle 347">
              <a:extLst>
                <a:ext uri="{FF2B5EF4-FFF2-40B4-BE49-F238E27FC236}">
                  <a16:creationId xmlns:a16="http://schemas.microsoft.com/office/drawing/2014/main" id="{288D874A-BEBA-487D-B329-C7459536D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453" y="-2553494"/>
              <a:ext cx="49213" cy="47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5" name="Freeform 348">
              <a:extLst>
                <a:ext uri="{FF2B5EF4-FFF2-40B4-BE49-F238E27FC236}">
                  <a16:creationId xmlns:a16="http://schemas.microsoft.com/office/drawing/2014/main" id="{434408E7-AF30-41C6-A947-06B0E7C09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2165" y="-2796381"/>
              <a:ext cx="241300" cy="496888"/>
            </a:xfrm>
            <a:custGeom>
              <a:avLst/>
              <a:gdLst>
                <a:gd name="T0" fmla="*/ 152 w 152"/>
                <a:gd name="T1" fmla="*/ 297 h 313"/>
                <a:gd name="T2" fmla="*/ 45 w 152"/>
                <a:gd name="T3" fmla="*/ 313 h 313"/>
                <a:gd name="T4" fmla="*/ 0 w 152"/>
                <a:gd name="T5" fmla="*/ 16 h 313"/>
                <a:gd name="T6" fmla="*/ 106 w 152"/>
                <a:gd name="T7" fmla="*/ 0 h 313"/>
                <a:gd name="T8" fmla="*/ 152 w 152"/>
                <a:gd name="T9" fmla="*/ 297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313">
                  <a:moveTo>
                    <a:pt x="152" y="297"/>
                  </a:moveTo>
                  <a:lnTo>
                    <a:pt x="45" y="313"/>
                  </a:lnTo>
                  <a:lnTo>
                    <a:pt x="0" y="16"/>
                  </a:lnTo>
                  <a:lnTo>
                    <a:pt x="106" y="0"/>
                  </a:lnTo>
                  <a:lnTo>
                    <a:pt x="152" y="297"/>
                  </a:lnTo>
                  <a:close/>
                </a:path>
              </a:pathLst>
            </a:custGeom>
            <a:solidFill>
              <a:srgbClr val="FFD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6" name="Freeform 349">
              <a:extLst>
                <a:ext uri="{FF2B5EF4-FFF2-40B4-BE49-F238E27FC236}">
                  <a16:creationId xmlns:a16="http://schemas.microsoft.com/office/drawing/2014/main" id="{6718C36C-6623-4D40-8C04-D7DB80E4B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7415" y="-2469356"/>
              <a:ext cx="82550" cy="82550"/>
            </a:xfrm>
            <a:custGeom>
              <a:avLst/>
              <a:gdLst>
                <a:gd name="T0" fmla="*/ 30 w 32"/>
                <a:gd name="T1" fmla="*/ 14 h 32"/>
                <a:gd name="T2" fmla="*/ 18 w 32"/>
                <a:gd name="T3" fmla="*/ 31 h 32"/>
                <a:gd name="T4" fmla="*/ 1 w 32"/>
                <a:gd name="T5" fmla="*/ 19 h 32"/>
                <a:gd name="T6" fmla="*/ 13 w 32"/>
                <a:gd name="T7" fmla="*/ 1 h 32"/>
                <a:gd name="T8" fmla="*/ 30 w 32"/>
                <a:gd name="T9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30" y="14"/>
                  </a:moveTo>
                  <a:cubicBezTo>
                    <a:pt x="32" y="22"/>
                    <a:pt x="26" y="30"/>
                    <a:pt x="18" y="31"/>
                  </a:cubicBezTo>
                  <a:cubicBezTo>
                    <a:pt x="10" y="32"/>
                    <a:pt x="2" y="27"/>
                    <a:pt x="1" y="19"/>
                  </a:cubicBezTo>
                  <a:cubicBezTo>
                    <a:pt x="0" y="10"/>
                    <a:pt x="5" y="3"/>
                    <a:pt x="13" y="1"/>
                  </a:cubicBezTo>
                  <a:cubicBezTo>
                    <a:pt x="22" y="0"/>
                    <a:pt x="29" y="6"/>
                    <a:pt x="30" y="14"/>
                  </a:cubicBez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7" name="Freeform 350">
              <a:extLst>
                <a:ext uri="{FF2B5EF4-FFF2-40B4-BE49-F238E27FC236}">
                  <a16:creationId xmlns:a16="http://schemas.microsoft.com/office/drawing/2014/main" id="{C7228636-D172-4EE5-B92F-2F5B6B9A8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4240" y="-2469356"/>
              <a:ext cx="85725" cy="84138"/>
            </a:xfrm>
            <a:custGeom>
              <a:avLst/>
              <a:gdLst>
                <a:gd name="T0" fmla="*/ 31 w 33"/>
                <a:gd name="T1" fmla="*/ 14 h 33"/>
                <a:gd name="T2" fmla="*/ 30 w 33"/>
                <a:gd name="T3" fmla="*/ 14 h 33"/>
                <a:gd name="T4" fmla="*/ 30 w 33"/>
                <a:gd name="T5" fmla="*/ 16 h 33"/>
                <a:gd name="T6" fmla="*/ 19 w 33"/>
                <a:gd name="T7" fmla="*/ 30 h 33"/>
                <a:gd name="T8" fmla="*/ 17 w 33"/>
                <a:gd name="T9" fmla="*/ 30 h 33"/>
                <a:gd name="T10" fmla="*/ 3 w 33"/>
                <a:gd name="T11" fmla="*/ 18 h 33"/>
                <a:gd name="T12" fmla="*/ 3 w 33"/>
                <a:gd name="T13" fmla="*/ 16 h 33"/>
                <a:gd name="T14" fmla="*/ 15 w 33"/>
                <a:gd name="T15" fmla="*/ 3 h 33"/>
                <a:gd name="T16" fmla="*/ 17 w 33"/>
                <a:gd name="T17" fmla="*/ 3 h 33"/>
                <a:gd name="T18" fmla="*/ 30 w 33"/>
                <a:gd name="T19" fmla="*/ 14 h 33"/>
                <a:gd name="T20" fmla="*/ 31 w 33"/>
                <a:gd name="T21" fmla="*/ 14 h 33"/>
                <a:gd name="T22" fmla="*/ 33 w 33"/>
                <a:gd name="T23" fmla="*/ 14 h 33"/>
                <a:gd name="T24" fmla="*/ 17 w 33"/>
                <a:gd name="T25" fmla="*/ 0 h 33"/>
                <a:gd name="T26" fmla="*/ 14 w 33"/>
                <a:gd name="T27" fmla="*/ 0 h 33"/>
                <a:gd name="T28" fmla="*/ 0 w 33"/>
                <a:gd name="T29" fmla="*/ 16 h 33"/>
                <a:gd name="T30" fmla="*/ 0 w 33"/>
                <a:gd name="T31" fmla="*/ 19 h 33"/>
                <a:gd name="T32" fmla="*/ 17 w 33"/>
                <a:gd name="T33" fmla="*/ 33 h 33"/>
                <a:gd name="T34" fmla="*/ 19 w 33"/>
                <a:gd name="T35" fmla="*/ 33 h 33"/>
                <a:gd name="T36" fmla="*/ 33 w 33"/>
                <a:gd name="T37" fmla="*/ 16 h 33"/>
                <a:gd name="T38" fmla="*/ 33 w 33"/>
                <a:gd name="T39" fmla="*/ 14 h 33"/>
                <a:gd name="T40" fmla="*/ 31 w 33"/>
                <a:gd name="T41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14"/>
                  </a:moveTo>
                  <a:cubicBezTo>
                    <a:pt x="30" y="14"/>
                    <a:pt x="30" y="14"/>
                    <a:pt x="30" y="14"/>
                  </a:cubicBezTo>
                  <a:cubicBezTo>
                    <a:pt x="30" y="15"/>
                    <a:pt x="30" y="16"/>
                    <a:pt x="30" y="16"/>
                  </a:cubicBezTo>
                  <a:cubicBezTo>
                    <a:pt x="30" y="23"/>
                    <a:pt x="25" y="28"/>
                    <a:pt x="19" y="30"/>
                  </a:cubicBezTo>
                  <a:cubicBezTo>
                    <a:pt x="18" y="30"/>
                    <a:pt x="17" y="30"/>
                    <a:pt x="17" y="30"/>
                  </a:cubicBezTo>
                  <a:cubicBezTo>
                    <a:pt x="10" y="30"/>
                    <a:pt x="4" y="25"/>
                    <a:pt x="3" y="18"/>
                  </a:cubicBezTo>
                  <a:cubicBezTo>
                    <a:pt x="3" y="18"/>
                    <a:pt x="3" y="17"/>
                    <a:pt x="3" y="16"/>
                  </a:cubicBezTo>
                  <a:cubicBezTo>
                    <a:pt x="3" y="10"/>
                    <a:pt x="8" y="4"/>
                    <a:pt x="15" y="3"/>
                  </a:cubicBezTo>
                  <a:cubicBezTo>
                    <a:pt x="15" y="3"/>
                    <a:pt x="16" y="3"/>
                    <a:pt x="17" y="3"/>
                  </a:cubicBezTo>
                  <a:cubicBezTo>
                    <a:pt x="23" y="3"/>
                    <a:pt x="29" y="8"/>
                    <a:pt x="30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2" y="6"/>
                    <a:pt x="25" y="0"/>
                    <a:pt x="17" y="0"/>
                  </a:cubicBezTo>
                  <a:cubicBezTo>
                    <a:pt x="16" y="0"/>
                    <a:pt x="15" y="0"/>
                    <a:pt x="14" y="0"/>
                  </a:cubicBezTo>
                  <a:cubicBezTo>
                    <a:pt x="6" y="1"/>
                    <a:pt x="0" y="8"/>
                    <a:pt x="0" y="16"/>
                  </a:cubicBezTo>
                  <a:cubicBezTo>
                    <a:pt x="0" y="17"/>
                    <a:pt x="0" y="18"/>
                    <a:pt x="0" y="19"/>
                  </a:cubicBezTo>
                  <a:cubicBezTo>
                    <a:pt x="1" y="27"/>
                    <a:pt x="9" y="33"/>
                    <a:pt x="17" y="33"/>
                  </a:cubicBezTo>
                  <a:cubicBezTo>
                    <a:pt x="17" y="33"/>
                    <a:pt x="18" y="33"/>
                    <a:pt x="19" y="33"/>
                  </a:cubicBezTo>
                  <a:cubicBezTo>
                    <a:pt x="27" y="32"/>
                    <a:pt x="33" y="24"/>
                    <a:pt x="33" y="16"/>
                  </a:cubicBezTo>
                  <a:cubicBezTo>
                    <a:pt x="33" y="15"/>
                    <a:pt x="33" y="15"/>
                    <a:pt x="33" y="14"/>
                  </a:cubicBezTo>
                  <a:lnTo>
                    <a:pt x="31" y="14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8" name="Freeform 351">
              <a:extLst>
                <a:ext uri="{FF2B5EF4-FFF2-40B4-BE49-F238E27FC236}">
                  <a16:creationId xmlns:a16="http://schemas.microsoft.com/office/drawing/2014/main" id="{88DD55D9-D93D-4C62-9627-C979A11D4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6140" y="-2718594"/>
              <a:ext cx="109538" cy="220663"/>
            </a:xfrm>
            <a:custGeom>
              <a:avLst/>
              <a:gdLst>
                <a:gd name="T0" fmla="*/ 69 w 69"/>
                <a:gd name="T1" fmla="*/ 130 h 139"/>
                <a:gd name="T2" fmla="*/ 20 w 69"/>
                <a:gd name="T3" fmla="*/ 139 h 139"/>
                <a:gd name="T4" fmla="*/ 0 w 69"/>
                <a:gd name="T5" fmla="*/ 6 h 139"/>
                <a:gd name="T6" fmla="*/ 47 w 69"/>
                <a:gd name="T7" fmla="*/ 0 h 139"/>
                <a:gd name="T8" fmla="*/ 69 w 69"/>
                <a:gd name="T9" fmla="*/ 13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39">
                  <a:moveTo>
                    <a:pt x="69" y="130"/>
                  </a:moveTo>
                  <a:lnTo>
                    <a:pt x="20" y="139"/>
                  </a:lnTo>
                  <a:lnTo>
                    <a:pt x="0" y="6"/>
                  </a:lnTo>
                  <a:lnTo>
                    <a:pt x="47" y="0"/>
                  </a:lnTo>
                  <a:lnTo>
                    <a:pt x="69" y="130"/>
                  </a:ln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89" name="Freeform 352">
              <a:extLst>
                <a:ext uri="{FF2B5EF4-FFF2-40B4-BE49-F238E27FC236}">
                  <a16:creationId xmlns:a16="http://schemas.microsoft.com/office/drawing/2014/main" id="{8B015275-2EFB-4D09-BCD4-A2CBD5A35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3603" y="-2680494"/>
              <a:ext cx="47625" cy="11113"/>
            </a:xfrm>
            <a:custGeom>
              <a:avLst/>
              <a:gdLst>
                <a:gd name="T0" fmla="*/ 30 w 30"/>
                <a:gd name="T1" fmla="*/ 2 h 7"/>
                <a:gd name="T2" fmla="*/ 0 w 30"/>
                <a:gd name="T3" fmla="*/ 7 h 7"/>
                <a:gd name="T4" fmla="*/ 0 w 30"/>
                <a:gd name="T5" fmla="*/ 3 h 7"/>
                <a:gd name="T6" fmla="*/ 30 w 30"/>
                <a:gd name="T7" fmla="*/ 0 h 7"/>
                <a:gd name="T8" fmla="*/ 30 w 30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7">
                  <a:moveTo>
                    <a:pt x="30" y="2"/>
                  </a:moveTo>
                  <a:lnTo>
                    <a:pt x="0" y="7"/>
                  </a:lnTo>
                  <a:lnTo>
                    <a:pt x="0" y="3"/>
                  </a:lnTo>
                  <a:lnTo>
                    <a:pt x="30" y="0"/>
                  </a:lnTo>
                  <a:lnTo>
                    <a:pt x="30" y="2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0" name="Freeform 353">
              <a:extLst>
                <a:ext uri="{FF2B5EF4-FFF2-40B4-BE49-F238E27FC236}">
                  <a16:creationId xmlns:a16="http://schemas.microsoft.com/office/drawing/2014/main" id="{C12F5414-9F35-4196-82E5-0E815D5A1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6778" y="-2656681"/>
              <a:ext cx="49213" cy="12700"/>
            </a:xfrm>
            <a:custGeom>
              <a:avLst/>
              <a:gdLst>
                <a:gd name="T0" fmla="*/ 31 w 31"/>
                <a:gd name="T1" fmla="*/ 3 h 8"/>
                <a:gd name="T2" fmla="*/ 2 w 31"/>
                <a:gd name="T3" fmla="*/ 8 h 8"/>
                <a:gd name="T4" fmla="*/ 0 w 31"/>
                <a:gd name="T5" fmla="*/ 5 h 8"/>
                <a:gd name="T6" fmla="*/ 29 w 31"/>
                <a:gd name="T7" fmla="*/ 0 h 8"/>
                <a:gd name="T8" fmla="*/ 31 w 31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8">
                  <a:moveTo>
                    <a:pt x="31" y="3"/>
                  </a:moveTo>
                  <a:lnTo>
                    <a:pt x="2" y="8"/>
                  </a:lnTo>
                  <a:lnTo>
                    <a:pt x="0" y="5"/>
                  </a:lnTo>
                  <a:lnTo>
                    <a:pt x="29" y="0"/>
                  </a:lnTo>
                  <a:lnTo>
                    <a:pt x="31" y="3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1" name="Freeform 354">
              <a:extLst>
                <a:ext uri="{FF2B5EF4-FFF2-40B4-BE49-F238E27FC236}">
                  <a16:creationId xmlns:a16="http://schemas.microsoft.com/office/drawing/2014/main" id="{D3D69584-E6AF-435B-8460-8BBCDB3F5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1540" y="-2631281"/>
              <a:ext cx="47625" cy="12700"/>
            </a:xfrm>
            <a:custGeom>
              <a:avLst/>
              <a:gdLst>
                <a:gd name="T0" fmla="*/ 30 w 30"/>
                <a:gd name="T1" fmla="*/ 3 h 8"/>
                <a:gd name="T2" fmla="*/ 0 w 30"/>
                <a:gd name="T3" fmla="*/ 8 h 8"/>
                <a:gd name="T4" fmla="*/ 0 w 30"/>
                <a:gd name="T5" fmla="*/ 5 h 8"/>
                <a:gd name="T6" fmla="*/ 30 w 30"/>
                <a:gd name="T7" fmla="*/ 0 h 8"/>
                <a:gd name="T8" fmla="*/ 30 w 30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8">
                  <a:moveTo>
                    <a:pt x="30" y="3"/>
                  </a:moveTo>
                  <a:lnTo>
                    <a:pt x="0" y="8"/>
                  </a:lnTo>
                  <a:lnTo>
                    <a:pt x="0" y="5"/>
                  </a:lnTo>
                  <a:lnTo>
                    <a:pt x="30" y="0"/>
                  </a:lnTo>
                  <a:lnTo>
                    <a:pt x="30" y="3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2" name="Freeform 355">
              <a:extLst>
                <a:ext uri="{FF2B5EF4-FFF2-40B4-BE49-F238E27FC236}">
                  <a16:creationId xmlns:a16="http://schemas.microsoft.com/office/drawing/2014/main" id="{1513964A-58DB-46A6-BA3F-2CCF384AF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715" y="-2604294"/>
              <a:ext cx="49213" cy="12700"/>
            </a:xfrm>
            <a:custGeom>
              <a:avLst/>
              <a:gdLst>
                <a:gd name="T0" fmla="*/ 31 w 31"/>
                <a:gd name="T1" fmla="*/ 3 h 8"/>
                <a:gd name="T2" fmla="*/ 2 w 31"/>
                <a:gd name="T3" fmla="*/ 8 h 8"/>
                <a:gd name="T4" fmla="*/ 0 w 31"/>
                <a:gd name="T5" fmla="*/ 4 h 8"/>
                <a:gd name="T6" fmla="*/ 31 w 31"/>
                <a:gd name="T7" fmla="*/ 0 h 8"/>
                <a:gd name="T8" fmla="*/ 31 w 31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8">
                  <a:moveTo>
                    <a:pt x="31" y="3"/>
                  </a:moveTo>
                  <a:lnTo>
                    <a:pt x="2" y="8"/>
                  </a:lnTo>
                  <a:lnTo>
                    <a:pt x="0" y="4"/>
                  </a:lnTo>
                  <a:lnTo>
                    <a:pt x="31" y="0"/>
                  </a:lnTo>
                  <a:lnTo>
                    <a:pt x="31" y="3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3" name="Freeform 356">
              <a:extLst>
                <a:ext uri="{FF2B5EF4-FFF2-40B4-BE49-F238E27FC236}">
                  <a16:creationId xmlns:a16="http://schemas.microsoft.com/office/drawing/2014/main" id="{6D311DEF-02AC-4A1E-9CED-09C892BB2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9478" y="-2578894"/>
              <a:ext cx="47625" cy="12700"/>
            </a:xfrm>
            <a:custGeom>
              <a:avLst/>
              <a:gdLst>
                <a:gd name="T0" fmla="*/ 30 w 30"/>
                <a:gd name="T1" fmla="*/ 3 h 8"/>
                <a:gd name="T2" fmla="*/ 0 w 30"/>
                <a:gd name="T3" fmla="*/ 8 h 8"/>
                <a:gd name="T4" fmla="*/ 0 w 30"/>
                <a:gd name="T5" fmla="*/ 5 h 8"/>
                <a:gd name="T6" fmla="*/ 30 w 30"/>
                <a:gd name="T7" fmla="*/ 0 h 8"/>
                <a:gd name="T8" fmla="*/ 30 w 30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8">
                  <a:moveTo>
                    <a:pt x="30" y="3"/>
                  </a:moveTo>
                  <a:lnTo>
                    <a:pt x="0" y="8"/>
                  </a:lnTo>
                  <a:lnTo>
                    <a:pt x="0" y="5"/>
                  </a:lnTo>
                  <a:lnTo>
                    <a:pt x="30" y="0"/>
                  </a:lnTo>
                  <a:lnTo>
                    <a:pt x="30" y="3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4" name="Freeform 357">
              <a:extLst>
                <a:ext uri="{FF2B5EF4-FFF2-40B4-BE49-F238E27FC236}">
                  <a16:creationId xmlns:a16="http://schemas.microsoft.com/office/drawing/2014/main" id="{71D9EB97-EDE0-419F-845D-57FF46E51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2653" y="-2553494"/>
              <a:ext cx="49213" cy="12700"/>
            </a:xfrm>
            <a:custGeom>
              <a:avLst/>
              <a:gdLst>
                <a:gd name="T0" fmla="*/ 31 w 31"/>
                <a:gd name="T1" fmla="*/ 3 h 8"/>
                <a:gd name="T2" fmla="*/ 1 w 31"/>
                <a:gd name="T3" fmla="*/ 8 h 8"/>
                <a:gd name="T4" fmla="*/ 0 w 31"/>
                <a:gd name="T5" fmla="*/ 5 h 8"/>
                <a:gd name="T6" fmla="*/ 31 w 31"/>
                <a:gd name="T7" fmla="*/ 0 h 8"/>
                <a:gd name="T8" fmla="*/ 31 w 31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8">
                  <a:moveTo>
                    <a:pt x="31" y="3"/>
                  </a:moveTo>
                  <a:lnTo>
                    <a:pt x="1" y="8"/>
                  </a:lnTo>
                  <a:lnTo>
                    <a:pt x="0" y="5"/>
                  </a:lnTo>
                  <a:lnTo>
                    <a:pt x="31" y="0"/>
                  </a:lnTo>
                  <a:lnTo>
                    <a:pt x="31" y="3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5" name="Freeform 358">
              <a:extLst>
                <a:ext uri="{FF2B5EF4-FFF2-40B4-BE49-F238E27FC236}">
                  <a16:creationId xmlns:a16="http://schemas.microsoft.com/office/drawing/2014/main" id="{01732D17-1B59-4440-AA21-59DA1EAD3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9390" y="-2844006"/>
              <a:ext cx="973138" cy="2008188"/>
            </a:xfrm>
            <a:custGeom>
              <a:avLst/>
              <a:gdLst>
                <a:gd name="T0" fmla="*/ 593 w 613"/>
                <a:gd name="T1" fmla="*/ 1246 h 1265"/>
                <a:gd name="T2" fmla="*/ 593 w 613"/>
                <a:gd name="T3" fmla="*/ 1226 h 1265"/>
                <a:gd name="T4" fmla="*/ 37 w 613"/>
                <a:gd name="T5" fmla="*/ 1226 h 1265"/>
                <a:gd name="T6" fmla="*/ 37 w 613"/>
                <a:gd name="T7" fmla="*/ 38 h 1265"/>
                <a:gd name="T8" fmla="*/ 575 w 613"/>
                <a:gd name="T9" fmla="*/ 38 h 1265"/>
                <a:gd name="T10" fmla="*/ 575 w 613"/>
                <a:gd name="T11" fmla="*/ 1246 h 1265"/>
                <a:gd name="T12" fmla="*/ 593 w 613"/>
                <a:gd name="T13" fmla="*/ 1246 h 1265"/>
                <a:gd name="T14" fmla="*/ 593 w 613"/>
                <a:gd name="T15" fmla="*/ 1226 h 1265"/>
                <a:gd name="T16" fmla="*/ 593 w 613"/>
                <a:gd name="T17" fmla="*/ 1246 h 1265"/>
                <a:gd name="T18" fmla="*/ 613 w 613"/>
                <a:gd name="T19" fmla="*/ 1246 h 1265"/>
                <a:gd name="T20" fmla="*/ 613 w 613"/>
                <a:gd name="T21" fmla="*/ 0 h 1265"/>
                <a:gd name="T22" fmla="*/ 0 w 613"/>
                <a:gd name="T23" fmla="*/ 0 h 1265"/>
                <a:gd name="T24" fmla="*/ 0 w 613"/>
                <a:gd name="T25" fmla="*/ 1265 h 1265"/>
                <a:gd name="T26" fmla="*/ 613 w 613"/>
                <a:gd name="T27" fmla="*/ 1265 h 1265"/>
                <a:gd name="T28" fmla="*/ 613 w 613"/>
                <a:gd name="T29" fmla="*/ 1246 h 1265"/>
                <a:gd name="T30" fmla="*/ 593 w 613"/>
                <a:gd name="T31" fmla="*/ 1246 h 1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3" h="1265">
                  <a:moveTo>
                    <a:pt x="593" y="1246"/>
                  </a:moveTo>
                  <a:lnTo>
                    <a:pt x="593" y="1226"/>
                  </a:lnTo>
                  <a:lnTo>
                    <a:pt x="37" y="1226"/>
                  </a:lnTo>
                  <a:lnTo>
                    <a:pt x="37" y="38"/>
                  </a:lnTo>
                  <a:lnTo>
                    <a:pt x="575" y="38"/>
                  </a:lnTo>
                  <a:lnTo>
                    <a:pt x="575" y="1246"/>
                  </a:lnTo>
                  <a:lnTo>
                    <a:pt x="593" y="1246"/>
                  </a:lnTo>
                  <a:lnTo>
                    <a:pt x="593" y="1226"/>
                  </a:lnTo>
                  <a:lnTo>
                    <a:pt x="593" y="1246"/>
                  </a:lnTo>
                  <a:lnTo>
                    <a:pt x="613" y="1246"/>
                  </a:lnTo>
                  <a:lnTo>
                    <a:pt x="613" y="0"/>
                  </a:lnTo>
                  <a:lnTo>
                    <a:pt x="0" y="0"/>
                  </a:lnTo>
                  <a:lnTo>
                    <a:pt x="0" y="1265"/>
                  </a:lnTo>
                  <a:lnTo>
                    <a:pt x="613" y="1265"/>
                  </a:lnTo>
                  <a:lnTo>
                    <a:pt x="613" y="1246"/>
                  </a:lnTo>
                  <a:lnTo>
                    <a:pt x="593" y="1246"/>
                  </a:lnTo>
                  <a:close/>
                </a:path>
              </a:pathLst>
            </a:cu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6" name="Rectangle 359">
              <a:extLst>
                <a:ext uri="{FF2B5EF4-FFF2-40B4-BE49-F238E27FC236}">
                  <a16:creationId xmlns:a16="http://schemas.microsoft.com/office/drawing/2014/main" id="{E9F8B5BF-13CA-4E6A-B8BB-E5567C5E0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7965" y="-2324894"/>
              <a:ext cx="912813" cy="77788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7" name="Rectangle 360">
              <a:extLst>
                <a:ext uri="{FF2B5EF4-FFF2-40B4-BE49-F238E27FC236}">
                  <a16:creationId xmlns:a16="http://schemas.microsoft.com/office/drawing/2014/main" id="{BC9CDB41-A44B-47A3-A80C-5EF846A67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7965" y="-1785144"/>
              <a:ext cx="912813" cy="77788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8" name="Rectangle 361">
              <a:extLst>
                <a:ext uri="{FF2B5EF4-FFF2-40B4-BE49-F238E27FC236}">
                  <a16:creationId xmlns:a16="http://schemas.microsoft.com/office/drawing/2014/main" id="{97B9CB28-323F-4C31-B385-EB04E8510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9553" y="-1250156"/>
              <a:ext cx="911225" cy="384175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199" name="Rectangle 362">
              <a:extLst>
                <a:ext uri="{FF2B5EF4-FFF2-40B4-BE49-F238E27FC236}">
                  <a16:creationId xmlns:a16="http://schemas.microsoft.com/office/drawing/2014/main" id="{F7424FB6-CD8A-42CB-8661-E3EDA5C85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4840" y="-1143794"/>
              <a:ext cx="23813" cy="69850"/>
            </a:xfrm>
            <a:prstGeom prst="rect">
              <a:avLst/>
            </a:prstGeom>
            <a:solidFill>
              <a:srgbClr val="B465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0" name="Rectangle 363">
              <a:extLst>
                <a:ext uri="{FF2B5EF4-FFF2-40B4-BE49-F238E27FC236}">
                  <a16:creationId xmlns:a16="http://schemas.microsoft.com/office/drawing/2014/main" id="{AF7E3B81-B98F-4EF5-BAEA-AC1A2D098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440" y="-1143794"/>
              <a:ext cx="25400" cy="69850"/>
            </a:xfrm>
            <a:prstGeom prst="rect">
              <a:avLst/>
            </a:prstGeom>
            <a:solidFill>
              <a:srgbClr val="B465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1" name="Freeform 364">
              <a:extLst>
                <a:ext uri="{FF2B5EF4-FFF2-40B4-BE49-F238E27FC236}">
                  <a16:creationId xmlns:a16="http://schemas.microsoft.com/office/drawing/2014/main" id="{58683E5C-57CC-4738-82D5-9AF306592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6540" y="-1221581"/>
              <a:ext cx="858838" cy="350838"/>
            </a:xfrm>
            <a:custGeom>
              <a:avLst/>
              <a:gdLst>
                <a:gd name="T0" fmla="*/ 538 w 541"/>
                <a:gd name="T1" fmla="*/ 217 h 221"/>
                <a:gd name="T2" fmla="*/ 538 w 541"/>
                <a:gd name="T3" fmla="*/ 216 h 221"/>
                <a:gd name="T4" fmla="*/ 5 w 541"/>
                <a:gd name="T5" fmla="*/ 216 h 221"/>
                <a:gd name="T6" fmla="*/ 5 w 541"/>
                <a:gd name="T7" fmla="*/ 6 h 221"/>
                <a:gd name="T8" fmla="*/ 536 w 541"/>
                <a:gd name="T9" fmla="*/ 6 h 221"/>
                <a:gd name="T10" fmla="*/ 536 w 541"/>
                <a:gd name="T11" fmla="*/ 217 h 221"/>
                <a:gd name="T12" fmla="*/ 538 w 541"/>
                <a:gd name="T13" fmla="*/ 217 h 221"/>
                <a:gd name="T14" fmla="*/ 538 w 541"/>
                <a:gd name="T15" fmla="*/ 216 h 221"/>
                <a:gd name="T16" fmla="*/ 538 w 541"/>
                <a:gd name="T17" fmla="*/ 217 h 221"/>
                <a:gd name="T18" fmla="*/ 541 w 541"/>
                <a:gd name="T19" fmla="*/ 217 h 221"/>
                <a:gd name="T20" fmla="*/ 541 w 541"/>
                <a:gd name="T21" fmla="*/ 0 h 221"/>
                <a:gd name="T22" fmla="*/ 0 w 541"/>
                <a:gd name="T23" fmla="*/ 0 h 221"/>
                <a:gd name="T24" fmla="*/ 0 w 541"/>
                <a:gd name="T25" fmla="*/ 221 h 221"/>
                <a:gd name="T26" fmla="*/ 541 w 541"/>
                <a:gd name="T27" fmla="*/ 221 h 221"/>
                <a:gd name="T28" fmla="*/ 541 w 541"/>
                <a:gd name="T29" fmla="*/ 217 h 221"/>
                <a:gd name="T30" fmla="*/ 538 w 541"/>
                <a:gd name="T31" fmla="*/ 2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1" h="221">
                  <a:moveTo>
                    <a:pt x="538" y="217"/>
                  </a:moveTo>
                  <a:lnTo>
                    <a:pt x="538" y="216"/>
                  </a:lnTo>
                  <a:lnTo>
                    <a:pt x="5" y="216"/>
                  </a:lnTo>
                  <a:lnTo>
                    <a:pt x="5" y="6"/>
                  </a:lnTo>
                  <a:lnTo>
                    <a:pt x="536" y="6"/>
                  </a:lnTo>
                  <a:lnTo>
                    <a:pt x="536" y="217"/>
                  </a:lnTo>
                  <a:lnTo>
                    <a:pt x="538" y="217"/>
                  </a:lnTo>
                  <a:lnTo>
                    <a:pt x="538" y="216"/>
                  </a:lnTo>
                  <a:lnTo>
                    <a:pt x="538" y="217"/>
                  </a:lnTo>
                  <a:lnTo>
                    <a:pt x="541" y="217"/>
                  </a:lnTo>
                  <a:lnTo>
                    <a:pt x="541" y="0"/>
                  </a:lnTo>
                  <a:lnTo>
                    <a:pt x="0" y="0"/>
                  </a:lnTo>
                  <a:lnTo>
                    <a:pt x="0" y="221"/>
                  </a:lnTo>
                  <a:lnTo>
                    <a:pt x="541" y="221"/>
                  </a:lnTo>
                  <a:lnTo>
                    <a:pt x="541" y="217"/>
                  </a:lnTo>
                  <a:lnTo>
                    <a:pt x="538" y="217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2" name="Rectangle 365">
              <a:extLst>
                <a:ext uri="{FF2B5EF4-FFF2-40B4-BE49-F238E27FC236}">
                  <a16:creationId xmlns:a16="http://schemas.microsoft.com/office/drawing/2014/main" id="{D73556BC-6CB2-4AD4-9147-39F28F118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1990" y="-1216819"/>
              <a:ext cx="7938" cy="339725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3" name="Freeform 366">
              <a:extLst>
                <a:ext uri="{FF2B5EF4-FFF2-40B4-BE49-F238E27FC236}">
                  <a16:creationId xmlns:a16="http://schemas.microsoft.com/office/drawing/2014/main" id="{FCD8DB40-438E-4A02-A4B4-E2CBFBC1A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1990" y="-1216819"/>
              <a:ext cx="7938" cy="339725"/>
            </a:xfrm>
            <a:custGeom>
              <a:avLst/>
              <a:gdLst>
                <a:gd name="T0" fmla="*/ 0 w 5"/>
                <a:gd name="T1" fmla="*/ 0 h 214"/>
                <a:gd name="T2" fmla="*/ 0 w 5"/>
                <a:gd name="T3" fmla="*/ 214 h 214"/>
                <a:gd name="T4" fmla="*/ 5 w 5"/>
                <a:gd name="T5" fmla="*/ 214 h 214"/>
                <a:gd name="T6" fmla="*/ 5 w 5"/>
                <a:gd name="T7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14">
                  <a:moveTo>
                    <a:pt x="0" y="0"/>
                  </a:moveTo>
                  <a:lnTo>
                    <a:pt x="0" y="214"/>
                  </a:lnTo>
                  <a:lnTo>
                    <a:pt x="5" y="214"/>
                  </a:lnTo>
                  <a:lnTo>
                    <a:pt x="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204" name="Group 2203">
            <a:extLst>
              <a:ext uri="{FF2B5EF4-FFF2-40B4-BE49-F238E27FC236}">
                <a16:creationId xmlns:a16="http://schemas.microsoft.com/office/drawing/2014/main" id="{B5D7077B-5071-4A67-88AB-327CD6FD01AD}"/>
              </a:ext>
            </a:extLst>
          </p:cNvPr>
          <p:cNvGrpSpPr/>
          <p:nvPr/>
        </p:nvGrpSpPr>
        <p:grpSpPr>
          <a:xfrm>
            <a:off x="9871049" y="5484841"/>
            <a:ext cx="770205" cy="1090555"/>
            <a:chOff x="6390958" y="3732212"/>
            <a:chExt cx="538163" cy="762000"/>
          </a:xfrm>
        </p:grpSpPr>
        <p:sp>
          <p:nvSpPr>
            <p:cNvPr id="2205" name="Freeform 375">
              <a:extLst>
                <a:ext uri="{FF2B5EF4-FFF2-40B4-BE49-F238E27FC236}">
                  <a16:creationId xmlns:a16="http://schemas.microsoft.com/office/drawing/2014/main" id="{3090BDFF-D8C3-4208-A632-5984A5ED7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958" y="3732212"/>
              <a:ext cx="538163" cy="61913"/>
            </a:xfrm>
            <a:custGeom>
              <a:avLst/>
              <a:gdLst>
                <a:gd name="T0" fmla="*/ 207 w 207"/>
                <a:gd name="T1" fmla="*/ 12 h 24"/>
                <a:gd name="T2" fmla="*/ 195 w 207"/>
                <a:gd name="T3" fmla="*/ 24 h 24"/>
                <a:gd name="T4" fmla="*/ 12 w 207"/>
                <a:gd name="T5" fmla="*/ 24 h 24"/>
                <a:gd name="T6" fmla="*/ 0 w 207"/>
                <a:gd name="T7" fmla="*/ 12 h 24"/>
                <a:gd name="T8" fmla="*/ 12 w 207"/>
                <a:gd name="T9" fmla="*/ 0 h 24"/>
                <a:gd name="T10" fmla="*/ 195 w 207"/>
                <a:gd name="T11" fmla="*/ 0 h 24"/>
                <a:gd name="T12" fmla="*/ 207 w 207"/>
                <a:gd name="T13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" h="24">
                  <a:moveTo>
                    <a:pt x="207" y="12"/>
                  </a:moveTo>
                  <a:cubicBezTo>
                    <a:pt x="207" y="19"/>
                    <a:pt x="202" y="24"/>
                    <a:pt x="195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5" y="24"/>
                    <a:pt x="0" y="19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202" y="0"/>
                    <a:pt x="207" y="6"/>
                    <a:pt x="207" y="12"/>
                  </a:cubicBez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6" name="Freeform 376">
              <a:extLst>
                <a:ext uri="{FF2B5EF4-FFF2-40B4-BE49-F238E27FC236}">
                  <a16:creationId xmlns:a16="http://schemas.microsoft.com/office/drawing/2014/main" id="{AA2E0BBD-A62F-40D0-963E-3BA48F474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8583" y="3762375"/>
              <a:ext cx="155575" cy="730250"/>
            </a:xfrm>
            <a:custGeom>
              <a:avLst/>
              <a:gdLst>
                <a:gd name="T0" fmla="*/ 98 w 98"/>
                <a:gd name="T1" fmla="*/ 0 h 460"/>
                <a:gd name="T2" fmla="*/ 0 w 98"/>
                <a:gd name="T3" fmla="*/ 460 h 460"/>
                <a:gd name="T4" fmla="*/ 98 w 98"/>
                <a:gd name="T5" fmla="*/ 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" h="460">
                  <a:moveTo>
                    <a:pt x="98" y="0"/>
                  </a:moveTo>
                  <a:lnTo>
                    <a:pt x="0" y="46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7" name="Line 377">
              <a:extLst>
                <a:ext uri="{FF2B5EF4-FFF2-40B4-BE49-F238E27FC236}">
                  <a16:creationId xmlns:a16="http://schemas.microsoft.com/office/drawing/2014/main" id="{0C95E901-6404-4074-9EFE-C46F6DC67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8583" y="3762375"/>
              <a:ext cx="155575" cy="73025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8" name="Freeform 378">
              <a:extLst>
                <a:ext uri="{FF2B5EF4-FFF2-40B4-BE49-F238E27FC236}">
                  <a16:creationId xmlns:a16="http://schemas.microsoft.com/office/drawing/2014/main" id="{CF99F81E-32C7-4732-A71C-175E9B553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2708" y="3760787"/>
              <a:ext cx="187325" cy="733425"/>
            </a:xfrm>
            <a:custGeom>
              <a:avLst/>
              <a:gdLst>
                <a:gd name="T0" fmla="*/ 98 w 118"/>
                <a:gd name="T1" fmla="*/ 0 h 462"/>
                <a:gd name="T2" fmla="*/ 0 w 118"/>
                <a:gd name="T3" fmla="*/ 459 h 462"/>
                <a:gd name="T4" fmla="*/ 20 w 118"/>
                <a:gd name="T5" fmla="*/ 462 h 462"/>
                <a:gd name="T6" fmla="*/ 118 w 118"/>
                <a:gd name="T7" fmla="*/ 5 h 462"/>
                <a:gd name="T8" fmla="*/ 98 w 118"/>
                <a:gd name="T9" fmla="*/ 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462">
                  <a:moveTo>
                    <a:pt x="98" y="0"/>
                  </a:moveTo>
                  <a:lnTo>
                    <a:pt x="0" y="459"/>
                  </a:lnTo>
                  <a:lnTo>
                    <a:pt x="20" y="462"/>
                  </a:lnTo>
                  <a:lnTo>
                    <a:pt x="118" y="5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09" name="Freeform 379">
              <a:extLst>
                <a:ext uri="{FF2B5EF4-FFF2-40B4-BE49-F238E27FC236}">
                  <a16:creationId xmlns:a16="http://schemas.microsoft.com/office/drawing/2014/main" id="{CE9F6ED9-726B-4F6F-BF59-BE59D728F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2708" y="3760787"/>
              <a:ext cx="187325" cy="733425"/>
            </a:xfrm>
            <a:custGeom>
              <a:avLst/>
              <a:gdLst>
                <a:gd name="T0" fmla="*/ 98 w 118"/>
                <a:gd name="T1" fmla="*/ 0 h 462"/>
                <a:gd name="T2" fmla="*/ 0 w 118"/>
                <a:gd name="T3" fmla="*/ 459 h 462"/>
                <a:gd name="T4" fmla="*/ 20 w 118"/>
                <a:gd name="T5" fmla="*/ 462 h 462"/>
                <a:gd name="T6" fmla="*/ 118 w 118"/>
                <a:gd name="T7" fmla="*/ 5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" h="462">
                  <a:moveTo>
                    <a:pt x="98" y="0"/>
                  </a:moveTo>
                  <a:lnTo>
                    <a:pt x="0" y="459"/>
                  </a:lnTo>
                  <a:lnTo>
                    <a:pt x="20" y="462"/>
                  </a:lnTo>
                  <a:lnTo>
                    <a:pt x="118" y="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0" name="Freeform 380">
              <a:extLst>
                <a:ext uri="{FF2B5EF4-FFF2-40B4-BE49-F238E27FC236}">
                  <a16:creationId xmlns:a16="http://schemas.microsoft.com/office/drawing/2014/main" id="{FC091217-5FB6-4C65-8DAB-4D4E3E603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8458" y="3762375"/>
              <a:ext cx="155575" cy="730250"/>
            </a:xfrm>
            <a:custGeom>
              <a:avLst/>
              <a:gdLst>
                <a:gd name="T0" fmla="*/ 0 w 98"/>
                <a:gd name="T1" fmla="*/ 0 h 460"/>
                <a:gd name="T2" fmla="*/ 98 w 98"/>
                <a:gd name="T3" fmla="*/ 460 h 460"/>
                <a:gd name="T4" fmla="*/ 0 w 98"/>
                <a:gd name="T5" fmla="*/ 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" h="460">
                  <a:moveTo>
                    <a:pt x="0" y="0"/>
                  </a:moveTo>
                  <a:lnTo>
                    <a:pt x="98" y="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1" name="Line 381">
              <a:extLst>
                <a:ext uri="{FF2B5EF4-FFF2-40B4-BE49-F238E27FC236}">
                  <a16:creationId xmlns:a16="http://schemas.microsoft.com/office/drawing/2014/main" id="{5541E704-8D00-4574-A94A-6B0F6A1F1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8458" y="3762375"/>
              <a:ext cx="155575" cy="73025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2" name="Freeform 382">
              <a:extLst>
                <a:ext uri="{FF2B5EF4-FFF2-40B4-BE49-F238E27FC236}">
                  <a16:creationId xmlns:a16="http://schemas.microsoft.com/office/drawing/2014/main" id="{A004160E-1823-4861-88B9-1BE30417D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2583" y="3760787"/>
              <a:ext cx="184150" cy="733425"/>
            </a:xfrm>
            <a:custGeom>
              <a:avLst/>
              <a:gdLst>
                <a:gd name="T0" fmla="*/ 0 w 116"/>
                <a:gd name="T1" fmla="*/ 5 h 462"/>
                <a:gd name="T2" fmla="*/ 98 w 116"/>
                <a:gd name="T3" fmla="*/ 462 h 462"/>
                <a:gd name="T4" fmla="*/ 116 w 116"/>
                <a:gd name="T5" fmla="*/ 459 h 462"/>
                <a:gd name="T6" fmla="*/ 18 w 116"/>
                <a:gd name="T7" fmla="*/ 0 h 462"/>
                <a:gd name="T8" fmla="*/ 0 w 116"/>
                <a:gd name="T9" fmla="*/ 5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462">
                  <a:moveTo>
                    <a:pt x="0" y="5"/>
                  </a:moveTo>
                  <a:lnTo>
                    <a:pt x="98" y="462"/>
                  </a:lnTo>
                  <a:lnTo>
                    <a:pt x="116" y="459"/>
                  </a:lnTo>
                  <a:lnTo>
                    <a:pt x="18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3" name="Freeform 383">
              <a:extLst>
                <a:ext uri="{FF2B5EF4-FFF2-40B4-BE49-F238E27FC236}">
                  <a16:creationId xmlns:a16="http://schemas.microsoft.com/office/drawing/2014/main" id="{F211B347-B6ED-4536-AC34-D1EEB0EAE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2583" y="3760787"/>
              <a:ext cx="184150" cy="733425"/>
            </a:xfrm>
            <a:custGeom>
              <a:avLst/>
              <a:gdLst>
                <a:gd name="T0" fmla="*/ 0 w 116"/>
                <a:gd name="T1" fmla="*/ 5 h 462"/>
                <a:gd name="T2" fmla="*/ 98 w 116"/>
                <a:gd name="T3" fmla="*/ 462 h 462"/>
                <a:gd name="T4" fmla="*/ 116 w 116"/>
                <a:gd name="T5" fmla="*/ 459 h 462"/>
                <a:gd name="T6" fmla="*/ 18 w 116"/>
                <a:gd name="T7" fmla="*/ 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" h="462">
                  <a:moveTo>
                    <a:pt x="0" y="5"/>
                  </a:moveTo>
                  <a:lnTo>
                    <a:pt x="98" y="462"/>
                  </a:lnTo>
                  <a:lnTo>
                    <a:pt x="116" y="459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4" name="Freeform 384">
              <a:extLst>
                <a:ext uri="{FF2B5EF4-FFF2-40B4-BE49-F238E27FC236}">
                  <a16:creationId xmlns:a16="http://schemas.microsoft.com/office/drawing/2014/main" id="{DB8C5107-A5FC-4DFD-9F95-1C83592DD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671" y="4186237"/>
              <a:ext cx="282575" cy="0"/>
            </a:xfrm>
            <a:custGeom>
              <a:avLst/>
              <a:gdLst>
                <a:gd name="T0" fmla="*/ 0 w 178"/>
                <a:gd name="T1" fmla="*/ 178 w 178"/>
                <a:gd name="T2" fmla="*/ 0 w 17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8">
                  <a:moveTo>
                    <a:pt x="0" y="0"/>
                  </a:move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5" name="Line 385">
              <a:extLst>
                <a:ext uri="{FF2B5EF4-FFF2-40B4-BE49-F238E27FC236}">
                  <a16:creationId xmlns:a16="http://schemas.microsoft.com/office/drawing/2014/main" id="{2E2689E8-A14E-48F9-B450-E9E498B82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3671" y="4186237"/>
              <a:ext cx="28257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6" name="Rectangle 386">
              <a:extLst>
                <a:ext uri="{FF2B5EF4-FFF2-40B4-BE49-F238E27FC236}">
                  <a16:creationId xmlns:a16="http://schemas.microsoft.com/office/drawing/2014/main" id="{AC1C3C0E-77F2-49D1-B6D8-32F96505E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3671" y="4170362"/>
              <a:ext cx="282575" cy="317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17" name="Freeform 387">
              <a:extLst>
                <a:ext uri="{FF2B5EF4-FFF2-40B4-BE49-F238E27FC236}">
                  <a16:creationId xmlns:a16="http://schemas.microsoft.com/office/drawing/2014/main" id="{117E4B84-3504-4879-B2AE-0BF396E2F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671" y="4170362"/>
              <a:ext cx="282575" cy="31750"/>
            </a:xfrm>
            <a:custGeom>
              <a:avLst/>
              <a:gdLst>
                <a:gd name="T0" fmla="*/ 0 w 178"/>
                <a:gd name="T1" fmla="*/ 20 h 20"/>
                <a:gd name="T2" fmla="*/ 178 w 178"/>
                <a:gd name="T3" fmla="*/ 20 h 20"/>
                <a:gd name="T4" fmla="*/ 178 w 178"/>
                <a:gd name="T5" fmla="*/ 0 h 20"/>
                <a:gd name="T6" fmla="*/ 0 w 178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20">
                  <a:moveTo>
                    <a:pt x="0" y="20"/>
                  </a:moveTo>
                  <a:lnTo>
                    <a:pt x="178" y="20"/>
                  </a:lnTo>
                  <a:lnTo>
                    <a:pt x="178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218" name="Group 2217">
            <a:extLst>
              <a:ext uri="{FF2B5EF4-FFF2-40B4-BE49-F238E27FC236}">
                <a16:creationId xmlns:a16="http://schemas.microsoft.com/office/drawing/2014/main" id="{2DB4C260-C095-4B37-97ED-5924860F5DB4}"/>
              </a:ext>
            </a:extLst>
          </p:cNvPr>
          <p:cNvGrpSpPr/>
          <p:nvPr/>
        </p:nvGrpSpPr>
        <p:grpSpPr>
          <a:xfrm>
            <a:off x="6440036" y="4507538"/>
            <a:ext cx="3047674" cy="2091341"/>
            <a:chOff x="3468371" y="3789045"/>
            <a:chExt cx="2843213" cy="1951038"/>
          </a:xfrm>
        </p:grpSpPr>
        <p:sp>
          <p:nvSpPr>
            <p:cNvPr id="2219" name="Rectangle 370">
              <a:extLst>
                <a:ext uri="{FF2B5EF4-FFF2-40B4-BE49-F238E27FC236}">
                  <a16:creationId xmlns:a16="http://schemas.microsoft.com/office/drawing/2014/main" id="{27C63369-0998-47A5-AB53-3F75BE1E1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371" y="4658995"/>
              <a:ext cx="742950" cy="887413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0" name="Rectangle 371">
              <a:extLst>
                <a:ext uri="{FF2B5EF4-FFF2-40B4-BE49-F238E27FC236}">
                  <a16:creationId xmlns:a16="http://schemas.microsoft.com/office/drawing/2014/main" id="{EE946E07-660C-4320-BE37-781160576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371" y="4658995"/>
              <a:ext cx="742950" cy="887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1" name="Freeform 372">
              <a:extLst>
                <a:ext uri="{FF2B5EF4-FFF2-40B4-BE49-F238E27FC236}">
                  <a16:creationId xmlns:a16="http://schemas.microsoft.com/office/drawing/2014/main" id="{6C68AB21-80BA-46FE-8DED-54487080D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471" y="4701858"/>
              <a:ext cx="665163" cy="800100"/>
            </a:xfrm>
            <a:custGeom>
              <a:avLst/>
              <a:gdLst>
                <a:gd name="T0" fmla="*/ 417 w 419"/>
                <a:gd name="T1" fmla="*/ 501 h 504"/>
                <a:gd name="T2" fmla="*/ 417 w 419"/>
                <a:gd name="T3" fmla="*/ 497 h 504"/>
                <a:gd name="T4" fmla="*/ 5 w 419"/>
                <a:gd name="T5" fmla="*/ 497 h 504"/>
                <a:gd name="T6" fmla="*/ 5 w 419"/>
                <a:gd name="T7" fmla="*/ 5 h 504"/>
                <a:gd name="T8" fmla="*/ 414 w 419"/>
                <a:gd name="T9" fmla="*/ 5 h 504"/>
                <a:gd name="T10" fmla="*/ 414 w 419"/>
                <a:gd name="T11" fmla="*/ 501 h 504"/>
                <a:gd name="T12" fmla="*/ 417 w 419"/>
                <a:gd name="T13" fmla="*/ 501 h 504"/>
                <a:gd name="T14" fmla="*/ 417 w 419"/>
                <a:gd name="T15" fmla="*/ 497 h 504"/>
                <a:gd name="T16" fmla="*/ 417 w 419"/>
                <a:gd name="T17" fmla="*/ 501 h 504"/>
                <a:gd name="T18" fmla="*/ 419 w 419"/>
                <a:gd name="T19" fmla="*/ 501 h 504"/>
                <a:gd name="T20" fmla="*/ 419 w 419"/>
                <a:gd name="T21" fmla="*/ 0 h 504"/>
                <a:gd name="T22" fmla="*/ 0 w 419"/>
                <a:gd name="T23" fmla="*/ 0 h 504"/>
                <a:gd name="T24" fmla="*/ 0 w 419"/>
                <a:gd name="T25" fmla="*/ 504 h 504"/>
                <a:gd name="T26" fmla="*/ 419 w 419"/>
                <a:gd name="T27" fmla="*/ 504 h 504"/>
                <a:gd name="T28" fmla="*/ 419 w 419"/>
                <a:gd name="T29" fmla="*/ 501 h 504"/>
                <a:gd name="T30" fmla="*/ 417 w 419"/>
                <a:gd name="T31" fmla="*/ 50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19" h="504">
                  <a:moveTo>
                    <a:pt x="417" y="501"/>
                  </a:moveTo>
                  <a:lnTo>
                    <a:pt x="417" y="497"/>
                  </a:lnTo>
                  <a:lnTo>
                    <a:pt x="5" y="497"/>
                  </a:lnTo>
                  <a:lnTo>
                    <a:pt x="5" y="5"/>
                  </a:lnTo>
                  <a:lnTo>
                    <a:pt x="414" y="5"/>
                  </a:lnTo>
                  <a:lnTo>
                    <a:pt x="414" y="501"/>
                  </a:lnTo>
                  <a:lnTo>
                    <a:pt x="417" y="501"/>
                  </a:lnTo>
                  <a:lnTo>
                    <a:pt x="417" y="497"/>
                  </a:lnTo>
                  <a:lnTo>
                    <a:pt x="417" y="501"/>
                  </a:lnTo>
                  <a:lnTo>
                    <a:pt x="419" y="501"/>
                  </a:lnTo>
                  <a:lnTo>
                    <a:pt x="419" y="0"/>
                  </a:lnTo>
                  <a:lnTo>
                    <a:pt x="0" y="0"/>
                  </a:lnTo>
                  <a:lnTo>
                    <a:pt x="0" y="504"/>
                  </a:lnTo>
                  <a:lnTo>
                    <a:pt x="419" y="504"/>
                  </a:lnTo>
                  <a:lnTo>
                    <a:pt x="419" y="501"/>
                  </a:lnTo>
                  <a:lnTo>
                    <a:pt x="417" y="501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2" name="Freeform 373">
              <a:extLst>
                <a:ext uri="{FF2B5EF4-FFF2-40B4-BE49-F238E27FC236}">
                  <a16:creationId xmlns:a16="http://schemas.microsoft.com/office/drawing/2014/main" id="{A01B8B02-FBFB-4B7A-9A3B-814EE76B6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471" y="4701858"/>
              <a:ext cx="665163" cy="800100"/>
            </a:xfrm>
            <a:custGeom>
              <a:avLst/>
              <a:gdLst>
                <a:gd name="T0" fmla="*/ 417 w 419"/>
                <a:gd name="T1" fmla="*/ 501 h 504"/>
                <a:gd name="T2" fmla="*/ 417 w 419"/>
                <a:gd name="T3" fmla="*/ 497 h 504"/>
                <a:gd name="T4" fmla="*/ 5 w 419"/>
                <a:gd name="T5" fmla="*/ 497 h 504"/>
                <a:gd name="T6" fmla="*/ 5 w 419"/>
                <a:gd name="T7" fmla="*/ 5 h 504"/>
                <a:gd name="T8" fmla="*/ 414 w 419"/>
                <a:gd name="T9" fmla="*/ 5 h 504"/>
                <a:gd name="T10" fmla="*/ 414 w 419"/>
                <a:gd name="T11" fmla="*/ 501 h 504"/>
                <a:gd name="T12" fmla="*/ 417 w 419"/>
                <a:gd name="T13" fmla="*/ 501 h 504"/>
                <a:gd name="T14" fmla="*/ 417 w 419"/>
                <a:gd name="T15" fmla="*/ 497 h 504"/>
                <a:gd name="T16" fmla="*/ 417 w 419"/>
                <a:gd name="T17" fmla="*/ 501 h 504"/>
                <a:gd name="T18" fmla="*/ 419 w 419"/>
                <a:gd name="T19" fmla="*/ 501 h 504"/>
                <a:gd name="T20" fmla="*/ 419 w 419"/>
                <a:gd name="T21" fmla="*/ 0 h 504"/>
                <a:gd name="T22" fmla="*/ 0 w 419"/>
                <a:gd name="T23" fmla="*/ 0 h 504"/>
                <a:gd name="T24" fmla="*/ 0 w 419"/>
                <a:gd name="T25" fmla="*/ 504 h 504"/>
                <a:gd name="T26" fmla="*/ 419 w 419"/>
                <a:gd name="T27" fmla="*/ 504 h 504"/>
                <a:gd name="T28" fmla="*/ 419 w 419"/>
                <a:gd name="T29" fmla="*/ 501 h 504"/>
                <a:gd name="T30" fmla="*/ 417 w 419"/>
                <a:gd name="T31" fmla="*/ 50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19" h="504">
                  <a:moveTo>
                    <a:pt x="417" y="501"/>
                  </a:moveTo>
                  <a:lnTo>
                    <a:pt x="417" y="497"/>
                  </a:lnTo>
                  <a:lnTo>
                    <a:pt x="5" y="497"/>
                  </a:lnTo>
                  <a:lnTo>
                    <a:pt x="5" y="5"/>
                  </a:lnTo>
                  <a:lnTo>
                    <a:pt x="414" y="5"/>
                  </a:lnTo>
                  <a:lnTo>
                    <a:pt x="414" y="501"/>
                  </a:lnTo>
                  <a:lnTo>
                    <a:pt x="417" y="501"/>
                  </a:lnTo>
                  <a:lnTo>
                    <a:pt x="417" y="497"/>
                  </a:lnTo>
                  <a:lnTo>
                    <a:pt x="417" y="501"/>
                  </a:lnTo>
                  <a:lnTo>
                    <a:pt x="419" y="501"/>
                  </a:lnTo>
                  <a:lnTo>
                    <a:pt x="419" y="0"/>
                  </a:lnTo>
                  <a:lnTo>
                    <a:pt x="0" y="0"/>
                  </a:lnTo>
                  <a:lnTo>
                    <a:pt x="0" y="504"/>
                  </a:lnTo>
                  <a:lnTo>
                    <a:pt x="419" y="504"/>
                  </a:lnTo>
                  <a:lnTo>
                    <a:pt x="419" y="501"/>
                  </a:lnTo>
                  <a:lnTo>
                    <a:pt x="417" y="5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3" name="Freeform 374">
              <a:extLst>
                <a:ext uri="{FF2B5EF4-FFF2-40B4-BE49-F238E27FC236}">
                  <a16:creationId xmlns:a16="http://schemas.microsoft.com/office/drawing/2014/main" id="{EAD6A9BA-8169-4A8C-AD6D-E0B9A41DC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471" y="4917758"/>
              <a:ext cx="665163" cy="339725"/>
            </a:xfrm>
            <a:custGeom>
              <a:avLst/>
              <a:gdLst>
                <a:gd name="T0" fmla="*/ 417 w 419"/>
                <a:gd name="T1" fmla="*/ 211 h 214"/>
                <a:gd name="T2" fmla="*/ 417 w 419"/>
                <a:gd name="T3" fmla="*/ 209 h 214"/>
                <a:gd name="T4" fmla="*/ 5 w 419"/>
                <a:gd name="T5" fmla="*/ 209 h 214"/>
                <a:gd name="T6" fmla="*/ 5 w 419"/>
                <a:gd name="T7" fmla="*/ 7 h 214"/>
                <a:gd name="T8" fmla="*/ 414 w 419"/>
                <a:gd name="T9" fmla="*/ 7 h 214"/>
                <a:gd name="T10" fmla="*/ 414 w 419"/>
                <a:gd name="T11" fmla="*/ 211 h 214"/>
                <a:gd name="T12" fmla="*/ 417 w 419"/>
                <a:gd name="T13" fmla="*/ 211 h 214"/>
                <a:gd name="T14" fmla="*/ 417 w 419"/>
                <a:gd name="T15" fmla="*/ 209 h 214"/>
                <a:gd name="T16" fmla="*/ 417 w 419"/>
                <a:gd name="T17" fmla="*/ 211 h 214"/>
                <a:gd name="T18" fmla="*/ 419 w 419"/>
                <a:gd name="T19" fmla="*/ 211 h 214"/>
                <a:gd name="T20" fmla="*/ 419 w 419"/>
                <a:gd name="T21" fmla="*/ 0 h 214"/>
                <a:gd name="T22" fmla="*/ 0 w 419"/>
                <a:gd name="T23" fmla="*/ 0 h 214"/>
                <a:gd name="T24" fmla="*/ 0 w 419"/>
                <a:gd name="T25" fmla="*/ 214 h 214"/>
                <a:gd name="T26" fmla="*/ 419 w 419"/>
                <a:gd name="T27" fmla="*/ 214 h 214"/>
                <a:gd name="T28" fmla="*/ 419 w 419"/>
                <a:gd name="T29" fmla="*/ 211 h 214"/>
                <a:gd name="T30" fmla="*/ 417 w 419"/>
                <a:gd name="T31" fmla="*/ 21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19" h="214">
                  <a:moveTo>
                    <a:pt x="417" y="211"/>
                  </a:moveTo>
                  <a:lnTo>
                    <a:pt x="417" y="209"/>
                  </a:lnTo>
                  <a:lnTo>
                    <a:pt x="5" y="209"/>
                  </a:lnTo>
                  <a:lnTo>
                    <a:pt x="5" y="7"/>
                  </a:lnTo>
                  <a:lnTo>
                    <a:pt x="414" y="7"/>
                  </a:lnTo>
                  <a:lnTo>
                    <a:pt x="414" y="211"/>
                  </a:lnTo>
                  <a:lnTo>
                    <a:pt x="417" y="211"/>
                  </a:lnTo>
                  <a:lnTo>
                    <a:pt x="417" y="209"/>
                  </a:lnTo>
                  <a:lnTo>
                    <a:pt x="417" y="211"/>
                  </a:lnTo>
                  <a:lnTo>
                    <a:pt x="419" y="211"/>
                  </a:lnTo>
                  <a:lnTo>
                    <a:pt x="419" y="0"/>
                  </a:lnTo>
                  <a:lnTo>
                    <a:pt x="0" y="0"/>
                  </a:lnTo>
                  <a:lnTo>
                    <a:pt x="0" y="214"/>
                  </a:lnTo>
                  <a:lnTo>
                    <a:pt x="419" y="214"/>
                  </a:lnTo>
                  <a:lnTo>
                    <a:pt x="419" y="211"/>
                  </a:lnTo>
                  <a:lnTo>
                    <a:pt x="417" y="211"/>
                  </a:lnTo>
                  <a:close/>
                </a:path>
              </a:pathLst>
            </a:cu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4" name="Freeform 388">
              <a:extLst>
                <a:ext uri="{FF2B5EF4-FFF2-40B4-BE49-F238E27FC236}">
                  <a16:creationId xmlns:a16="http://schemas.microsoft.com/office/drawing/2014/main" id="{DFC45398-BD61-4F5D-A635-F7C0B659B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071" y="3789045"/>
              <a:ext cx="449263" cy="215900"/>
            </a:xfrm>
            <a:custGeom>
              <a:avLst/>
              <a:gdLst>
                <a:gd name="T0" fmla="*/ 173 w 173"/>
                <a:gd name="T1" fmla="*/ 58 h 83"/>
                <a:gd name="T2" fmla="*/ 148 w 173"/>
                <a:gd name="T3" fmla="*/ 83 h 83"/>
                <a:gd name="T4" fmla="*/ 25 w 173"/>
                <a:gd name="T5" fmla="*/ 83 h 83"/>
                <a:gd name="T6" fmla="*/ 0 w 173"/>
                <a:gd name="T7" fmla="*/ 58 h 83"/>
                <a:gd name="T8" fmla="*/ 0 w 173"/>
                <a:gd name="T9" fmla="*/ 25 h 83"/>
                <a:gd name="T10" fmla="*/ 25 w 173"/>
                <a:gd name="T11" fmla="*/ 0 h 83"/>
                <a:gd name="T12" fmla="*/ 148 w 173"/>
                <a:gd name="T13" fmla="*/ 0 h 83"/>
                <a:gd name="T14" fmla="*/ 173 w 173"/>
                <a:gd name="T15" fmla="*/ 25 h 83"/>
                <a:gd name="T16" fmla="*/ 173 w 173"/>
                <a:gd name="T17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83">
                  <a:moveTo>
                    <a:pt x="173" y="58"/>
                  </a:moveTo>
                  <a:cubicBezTo>
                    <a:pt x="173" y="72"/>
                    <a:pt x="162" y="83"/>
                    <a:pt x="148" y="83"/>
                  </a:cubicBezTo>
                  <a:cubicBezTo>
                    <a:pt x="25" y="83"/>
                    <a:pt x="25" y="83"/>
                    <a:pt x="25" y="83"/>
                  </a:cubicBezTo>
                  <a:cubicBezTo>
                    <a:pt x="12" y="83"/>
                    <a:pt x="0" y="72"/>
                    <a:pt x="0" y="5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5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62" y="0"/>
                    <a:pt x="173" y="11"/>
                    <a:pt x="173" y="25"/>
                  </a:cubicBezTo>
                  <a:lnTo>
                    <a:pt x="173" y="58"/>
                  </a:lnTo>
                  <a:close/>
                </a:path>
              </a:pathLst>
            </a:custGeom>
            <a:solidFill>
              <a:srgbClr val="36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5" name="Freeform 389">
              <a:extLst>
                <a:ext uri="{FF2B5EF4-FFF2-40B4-BE49-F238E27FC236}">
                  <a16:creationId xmlns:a16="http://schemas.microsoft.com/office/drawing/2014/main" id="{BECE54A7-397A-4187-ABBF-BE21D217C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146" y="3981133"/>
              <a:ext cx="803275" cy="1136650"/>
            </a:xfrm>
            <a:custGeom>
              <a:avLst/>
              <a:gdLst>
                <a:gd name="T0" fmla="*/ 309 w 309"/>
                <a:gd name="T1" fmla="*/ 390 h 438"/>
                <a:gd name="T2" fmla="*/ 261 w 309"/>
                <a:gd name="T3" fmla="*/ 438 h 438"/>
                <a:gd name="T4" fmla="*/ 48 w 309"/>
                <a:gd name="T5" fmla="*/ 438 h 438"/>
                <a:gd name="T6" fmla="*/ 0 w 309"/>
                <a:gd name="T7" fmla="*/ 390 h 438"/>
                <a:gd name="T8" fmla="*/ 0 w 309"/>
                <a:gd name="T9" fmla="*/ 48 h 438"/>
                <a:gd name="T10" fmla="*/ 48 w 309"/>
                <a:gd name="T11" fmla="*/ 0 h 438"/>
                <a:gd name="T12" fmla="*/ 261 w 309"/>
                <a:gd name="T13" fmla="*/ 0 h 438"/>
                <a:gd name="T14" fmla="*/ 309 w 309"/>
                <a:gd name="T15" fmla="*/ 48 h 438"/>
                <a:gd name="T16" fmla="*/ 309 w 309"/>
                <a:gd name="T17" fmla="*/ 39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9" h="438">
                  <a:moveTo>
                    <a:pt x="309" y="390"/>
                  </a:moveTo>
                  <a:cubicBezTo>
                    <a:pt x="309" y="417"/>
                    <a:pt x="287" y="438"/>
                    <a:pt x="261" y="438"/>
                  </a:cubicBezTo>
                  <a:cubicBezTo>
                    <a:pt x="48" y="438"/>
                    <a:pt x="48" y="438"/>
                    <a:pt x="48" y="438"/>
                  </a:cubicBezTo>
                  <a:cubicBezTo>
                    <a:pt x="21" y="438"/>
                    <a:pt x="0" y="417"/>
                    <a:pt x="0" y="39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87" y="0"/>
                    <a:pt x="309" y="22"/>
                    <a:pt x="309" y="48"/>
                  </a:cubicBezTo>
                  <a:cubicBezTo>
                    <a:pt x="309" y="390"/>
                    <a:pt x="309" y="390"/>
                    <a:pt x="309" y="390"/>
                  </a:cubicBezTo>
                </a:path>
              </a:pathLst>
            </a:custGeom>
            <a:solidFill>
              <a:srgbClr val="36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6" name="Freeform 390">
              <a:extLst>
                <a:ext uri="{FF2B5EF4-FFF2-40B4-BE49-F238E27FC236}">
                  <a16:creationId xmlns:a16="http://schemas.microsoft.com/office/drawing/2014/main" id="{F4187F00-4E20-404A-A936-97118F8FE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358" y="3879533"/>
              <a:ext cx="234950" cy="1577975"/>
            </a:xfrm>
            <a:custGeom>
              <a:avLst/>
              <a:gdLst>
                <a:gd name="T0" fmla="*/ 4 w 90"/>
                <a:gd name="T1" fmla="*/ 21 h 608"/>
                <a:gd name="T2" fmla="*/ 41 w 90"/>
                <a:gd name="T3" fmla="*/ 167 h 608"/>
                <a:gd name="T4" fmla="*/ 46 w 90"/>
                <a:gd name="T5" fmla="*/ 305 h 608"/>
                <a:gd name="T6" fmla="*/ 29 w 90"/>
                <a:gd name="T7" fmla="*/ 443 h 608"/>
                <a:gd name="T8" fmla="*/ 8 w 90"/>
                <a:gd name="T9" fmla="*/ 590 h 608"/>
                <a:gd name="T10" fmla="*/ 31 w 90"/>
                <a:gd name="T11" fmla="*/ 597 h 608"/>
                <a:gd name="T12" fmla="*/ 70 w 90"/>
                <a:gd name="T13" fmla="*/ 455 h 608"/>
                <a:gd name="T14" fmla="*/ 88 w 90"/>
                <a:gd name="T15" fmla="*/ 305 h 608"/>
                <a:gd name="T16" fmla="*/ 77 w 90"/>
                <a:gd name="T17" fmla="*/ 157 h 608"/>
                <a:gd name="T18" fmla="*/ 20 w 90"/>
                <a:gd name="T19" fmla="*/ 11 h 608"/>
                <a:gd name="T20" fmla="*/ 4 w 90"/>
                <a:gd name="T21" fmla="*/ 21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608">
                  <a:moveTo>
                    <a:pt x="4" y="21"/>
                  </a:moveTo>
                  <a:cubicBezTo>
                    <a:pt x="24" y="67"/>
                    <a:pt x="34" y="118"/>
                    <a:pt x="41" y="167"/>
                  </a:cubicBezTo>
                  <a:cubicBezTo>
                    <a:pt x="48" y="213"/>
                    <a:pt x="49" y="259"/>
                    <a:pt x="46" y="305"/>
                  </a:cubicBezTo>
                  <a:cubicBezTo>
                    <a:pt x="44" y="352"/>
                    <a:pt x="37" y="398"/>
                    <a:pt x="29" y="443"/>
                  </a:cubicBezTo>
                  <a:cubicBezTo>
                    <a:pt x="21" y="490"/>
                    <a:pt x="3" y="542"/>
                    <a:pt x="8" y="590"/>
                  </a:cubicBezTo>
                  <a:cubicBezTo>
                    <a:pt x="9" y="602"/>
                    <a:pt x="25" y="608"/>
                    <a:pt x="31" y="597"/>
                  </a:cubicBezTo>
                  <a:cubicBezTo>
                    <a:pt x="56" y="555"/>
                    <a:pt x="62" y="501"/>
                    <a:pt x="70" y="455"/>
                  </a:cubicBezTo>
                  <a:cubicBezTo>
                    <a:pt x="79" y="405"/>
                    <a:pt x="86" y="355"/>
                    <a:pt x="88" y="305"/>
                  </a:cubicBezTo>
                  <a:cubicBezTo>
                    <a:pt x="90" y="256"/>
                    <a:pt x="87" y="206"/>
                    <a:pt x="77" y="157"/>
                  </a:cubicBezTo>
                  <a:cubicBezTo>
                    <a:pt x="66" y="105"/>
                    <a:pt x="44" y="59"/>
                    <a:pt x="20" y="11"/>
                  </a:cubicBezTo>
                  <a:cubicBezTo>
                    <a:pt x="15" y="0"/>
                    <a:pt x="0" y="10"/>
                    <a:pt x="4" y="21"/>
                  </a:cubicBezTo>
                </a:path>
              </a:pathLst>
            </a:custGeom>
            <a:solidFill>
              <a:srgbClr val="4C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7" name="Freeform 391">
              <a:extLst>
                <a:ext uri="{FF2B5EF4-FFF2-40B4-BE49-F238E27FC236}">
                  <a16:creationId xmlns:a16="http://schemas.microsoft.com/office/drawing/2014/main" id="{CA567E44-5AEE-480A-B5BD-404F2C284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5558" y="3879533"/>
              <a:ext cx="231775" cy="1577975"/>
            </a:xfrm>
            <a:custGeom>
              <a:avLst/>
              <a:gdLst>
                <a:gd name="T0" fmla="*/ 69 w 89"/>
                <a:gd name="T1" fmla="*/ 11 h 608"/>
                <a:gd name="T2" fmla="*/ 14 w 89"/>
                <a:gd name="T3" fmla="*/ 150 h 608"/>
                <a:gd name="T4" fmla="*/ 1 w 89"/>
                <a:gd name="T5" fmla="*/ 298 h 608"/>
                <a:gd name="T6" fmla="*/ 17 w 89"/>
                <a:gd name="T7" fmla="*/ 448 h 608"/>
                <a:gd name="T8" fmla="*/ 58 w 89"/>
                <a:gd name="T9" fmla="*/ 597 h 608"/>
                <a:gd name="T10" fmla="*/ 81 w 89"/>
                <a:gd name="T11" fmla="*/ 590 h 608"/>
                <a:gd name="T12" fmla="*/ 61 w 89"/>
                <a:gd name="T13" fmla="*/ 450 h 608"/>
                <a:gd name="T14" fmla="*/ 43 w 89"/>
                <a:gd name="T15" fmla="*/ 312 h 608"/>
                <a:gd name="T16" fmla="*/ 47 w 89"/>
                <a:gd name="T17" fmla="*/ 176 h 608"/>
                <a:gd name="T18" fmla="*/ 85 w 89"/>
                <a:gd name="T19" fmla="*/ 21 h 608"/>
                <a:gd name="T20" fmla="*/ 69 w 89"/>
                <a:gd name="T21" fmla="*/ 11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9" h="608">
                  <a:moveTo>
                    <a:pt x="69" y="11"/>
                  </a:moveTo>
                  <a:cubicBezTo>
                    <a:pt x="46" y="57"/>
                    <a:pt x="25" y="101"/>
                    <a:pt x="14" y="150"/>
                  </a:cubicBezTo>
                  <a:cubicBezTo>
                    <a:pt x="3" y="199"/>
                    <a:pt x="0" y="249"/>
                    <a:pt x="1" y="298"/>
                  </a:cubicBezTo>
                  <a:cubicBezTo>
                    <a:pt x="2" y="348"/>
                    <a:pt x="9" y="398"/>
                    <a:pt x="17" y="448"/>
                  </a:cubicBezTo>
                  <a:cubicBezTo>
                    <a:pt x="26" y="496"/>
                    <a:pt x="32" y="554"/>
                    <a:pt x="58" y="597"/>
                  </a:cubicBezTo>
                  <a:cubicBezTo>
                    <a:pt x="64" y="608"/>
                    <a:pt x="80" y="602"/>
                    <a:pt x="81" y="590"/>
                  </a:cubicBezTo>
                  <a:cubicBezTo>
                    <a:pt x="86" y="545"/>
                    <a:pt x="70" y="495"/>
                    <a:pt x="61" y="450"/>
                  </a:cubicBezTo>
                  <a:cubicBezTo>
                    <a:pt x="52" y="404"/>
                    <a:pt x="46" y="358"/>
                    <a:pt x="43" y="312"/>
                  </a:cubicBezTo>
                  <a:cubicBezTo>
                    <a:pt x="40" y="266"/>
                    <a:pt x="42" y="221"/>
                    <a:pt x="47" y="176"/>
                  </a:cubicBezTo>
                  <a:cubicBezTo>
                    <a:pt x="52" y="124"/>
                    <a:pt x="64" y="69"/>
                    <a:pt x="85" y="21"/>
                  </a:cubicBezTo>
                  <a:cubicBezTo>
                    <a:pt x="89" y="10"/>
                    <a:pt x="74" y="0"/>
                    <a:pt x="69" y="11"/>
                  </a:cubicBezTo>
                </a:path>
              </a:pathLst>
            </a:custGeom>
            <a:solidFill>
              <a:srgbClr val="4C52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8" name="Rectangle 392">
              <a:extLst>
                <a:ext uri="{FF2B5EF4-FFF2-40B4-BE49-F238E27FC236}">
                  <a16:creationId xmlns:a16="http://schemas.microsoft.com/office/drawing/2014/main" id="{47FA5AD4-5827-463A-9299-E37C9C6DE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1096" y="5035233"/>
              <a:ext cx="77788" cy="4349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29" name="Rectangle 393">
              <a:extLst>
                <a:ext uri="{FF2B5EF4-FFF2-40B4-BE49-F238E27FC236}">
                  <a16:creationId xmlns:a16="http://schemas.microsoft.com/office/drawing/2014/main" id="{762F899C-127E-4172-A99F-A42148AA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458" y="5367020"/>
              <a:ext cx="120650" cy="1714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0" name="Rectangle 394">
              <a:extLst>
                <a:ext uri="{FF2B5EF4-FFF2-40B4-BE49-F238E27FC236}">
                  <a16:creationId xmlns:a16="http://schemas.microsoft.com/office/drawing/2014/main" id="{3E11804E-6A8F-4942-B947-A18F35CD9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633" y="5470208"/>
              <a:ext cx="873125" cy="68263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1" name="Rectangle 395">
              <a:extLst>
                <a:ext uri="{FF2B5EF4-FFF2-40B4-BE49-F238E27FC236}">
                  <a16:creationId xmlns:a16="http://schemas.microsoft.com/office/drawing/2014/main" id="{0AC9AFE0-682B-4723-9125-5B8258F03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146" y="5505133"/>
              <a:ext cx="42863" cy="1206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2" name="Oval 396">
              <a:extLst>
                <a:ext uri="{FF2B5EF4-FFF2-40B4-BE49-F238E27FC236}">
                  <a16:creationId xmlns:a16="http://schemas.microsoft.com/office/drawing/2014/main" id="{6746F976-C7A0-4027-A622-718544D80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983" y="5605145"/>
              <a:ext cx="103188" cy="104775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3" name="Rectangle 397">
              <a:extLst>
                <a:ext uri="{FF2B5EF4-FFF2-40B4-BE49-F238E27FC236}">
                  <a16:creationId xmlns:a16="http://schemas.microsoft.com/office/drawing/2014/main" id="{F4BA3C0C-41D1-46DF-94D6-10D8E01AE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7971" y="5505133"/>
              <a:ext cx="41275" cy="1206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4" name="Oval 398">
              <a:extLst>
                <a:ext uri="{FF2B5EF4-FFF2-40B4-BE49-F238E27FC236}">
                  <a16:creationId xmlns:a16="http://schemas.microsoft.com/office/drawing/2014/main" id="{D80622ED-3730-4A9E-B1B6-BB857325D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221" y="5605145"/>
              <a:ext cx="106363" cy="104775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5" name="Rectangle 399">
              <a:extLst>
                <a:ext uri="{FF2B5EF4-FFF2-40B4-BE49-F238E27FC236}">
                  <a16:creationId xmlns:a16="http://schemas.microsoft.com/office/drawing/2014/main" id="{8A8FE60D-606B-476A-81A2-D89C1D4BA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8558" y="5505133"/>
              <a:ext cx="41275" cy="120650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6" name="Oval 400">
              <a:extLst>
                <a:ext uri="{FF2B5EF4-FFF2-40B4-BE49-F238E27FC236}">
                  <a16:creationId xmlns:a16="http://schemas.microsoft.com/office/drawing/2014/main" id="{461AD11A-A614-470A-9547-52A4A6046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8396" y="5605145"/>
              <a:ext cx="106363" cy="104775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7" name="Rectangle 401">
              <a:extLst>
                <a:ext uri="{FF2B5EF4-FFF2-40B4-BE49-F238E27FC236}">
                  <a16:creationId xmlns:a16="http://schemas.microsoft.com/office/drawing/2014/main" id="{2F33C144-A1A0-4698-AD09-C896394E2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696" y="4651059"/>
              <a:ext cx="2416175" cy="544513"/>
            </a:xfrm>
            <a:prstGeom prst="rect">
              <a:avLst/>
            </a:prstGeom>
            <a:solidFill>
              <a:srgbClr val="B465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8" name="Rectangle 402">
              <a:extLst>
                <a:ext uri="{FF2B5EF4-FFF2-40B4-BE49-F238E27FC236}">
                  <a16:creationId xmlns:a16="http://schemas.microsoft.com/office/drawing/2014/main" id="{B946E78C-70BB-448E-8A13-49369357B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696" y="4651058"/>
              <a:ext cx="2416175" cy="54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39" name="Freeform 403">
              <a:extLst>
                <a:ext uri="{FF2B5EF4-FFF2-40B4-BE49-F238E27FC236}">
                  <a16:creationId xmlns:a16="http://schemas.microsoft.com/office/drawing/2014/main" id="{D280F4D3-4048-48A4-9CB4-27B5689D6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696" y="4651058"/>
              <a:ext cx="2416175" cy="131763"/>
            </a:xfrm>
            <a:custGeom>
              <a:avLst/>
              <a:gdLst>
                <a:gd name="T0" fmla="*/ 1522 w 1522"/>
                <a:gd name="T1" fmla="*/ 0 h 83"/>
                <a:gd name="T2" fmla="*/ 896 w 1522"/>
                <a:gd name="T3" fmla="*/ 0 h 83"/>
                <a:gd name="T4" fmla="*/ 829 w 1522"/>
                <a:gd name="T5" fmla="*/ 0 h 83"/>
                <a:gd name="T6" fmla="*/ 683 w 1522"/>
                <a:gd name="T7" fmla="*/ 0 h 83"/>
                <a:gd name="T8" fmla="*/ 616 w 1522"/>
                <a:gd name="T9" fmla="*/ 0 h 83"/>
                <a:gd name="T10" fmla="*/ 415 w 1522"/>
                <a:gd name="T11" fmla="*/ 0 h 83"/>
                <a:gd name="T12" fmla="*/ 60 w 1522"/>
                <a:gd name="T13" fmla="*/ 0 h 83"/>
                <a:gd name="T14" fmla="*/ 0 w 1522"/>
                <a:gd name="T15" fmla="*/ 0 h 83"/>
                <a:gd name="T16" fmla="*/ 0 w 1522"/>
                <a:gd name="T17" fmla="*/ 83 h 83"/>
                <a:gd name="T18" fmla="*/ 1522 w 1522"/>
                <a:gd name="T19" fmla="*/ 83 h 83"/>
                <a:gd name="T20" fmla="*/ 1522 w 1522"/>
                <a:gd name="T2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22" h="83">
                  <a:moveTo>
                    <a:pt x="1522" y="0"/>
                  </a:moveTo>
                  <a:lnTo>
                    <a:pt x="896" y="0"/>
                  </a:lnTo>
                  <a:lnTo>
                    <a:pt x="829" y="0"/>
                  </a:lnTo>
                  <a:lnTo>
                    <a:pt x="683" y="0"/>
                  </a:lnTo>
                  <a:lnTo>
                    <a:pt x="616" y="0"/>
                  </a:lnTo>
                  <a:lnTo>
                    <a:pt x="415" y="0"/>
                  </a:lnTo>
                  <a:lnTo>
                    <a:pt x="60" y="0"/>
                  </a:lnTo>
                  <a:lnTo>
                    <a:pt x="0" y="0"/>
                  </a:lnTo>
                  <a:lnTo>
                    <a:pt x="0" y="83"/>
                  </a:lnTo>
                  <a:lnTo>
                    <a:pt x="1522" y="83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994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0" name="Freeform 404">
              <a:extLst>
                <a:ext uri="{FF2B5EF4-FFF2-40B4-BE49-F238E27FC236}">
                  <a16:creationId xmlns:a16="http://schemas.microsoft.com/office/drawing/2014/main" id="{220B429D-5E8A-4F71-ABFE-012B46F77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696" y="4651058"/>
              <a:ext cx="2416175" cy="131763"/>
            </a:xfrm>
            <a:custGeom>
              <a:avLst/>
              <a:gdLst>
                <a:gd name="T0" fmla="*/ 1522 w 1522"/>
                <a:gd name="T1" fmla="*/ 0 h 83"/>
                <a:gd name="T2" fmla="*/ 896 w 1522"/>
                <a:gd name="T3" fmla="*/ 0 h 83"/>
                <a:gd name="T4" fmla="*/ 829 w 1522"/>
                <a:gd name="T5" fmla="*/ 0 h 83"/>
                <a:gd name="T6" fmla="*/ 683 w 1522"/>
                <a:gd name="T7" fmla="*/ 0 h 83"/>
                <a:gd name="T8" fmla="*/ 616 w 1522"/>
                <a:gd name="T9" fmla="*/ 0 h 83"/>
                <a:gd name="T10" fmla="*/ 415 w 1522"/>
                <a:gd name="T11" fmla="*/ 0 h 83"/>
                <a:gd name="T12" fmla="*/ 60 w 1522"/>
                <a:gd name="T13" fmla="*/ 0 h 83"/>
                <a:gd name="T14" fmla="*/ 0 w 1522"/>
                <a:gd name="T15" fmla="*/ 0 h 83"/>
                <a:gd name="T16" fmla="*/ 0 w 1522"/>
                <a:gd name="T17" fmla="*/ 83 h 83"/>
                <a:gd name="T18" fmla="*/ 1522 w 1522"/>
                <a:gd name="T19" fmla="*/ 83 h 83"/>
                <a:gd name="T20" fmla="*/ 1522 w 1522"/>
                <a:gd name="T2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22" h="83">
                  <a:moveTo>
                    <a:pt x="1522" y="0"/>
                  </a:moveTo>
                  <a:lnTo>
                    <a:pt x="896" y="0"/>
                  </a:lnTo>
                  <a:lnTo>
                    <a:pt x="829" y="0"/>
                  </a:lnTo>
                  <a:lnTo>
                    <a:pt x="683" y="0"/>
                  </a:lnTo>
                  <a:lnTo>
                    <a:pt x="616" y="0"/>
                  </a:lnTo>
                  <a:lnTo>
                    <a:pt x="415" y="0"/>
                  </a:lnTo>
                  <a:lnTo>
                    <a:pt x="60" y="0"/>
                  </a:lnTo>
                  <a:lnTo>
                    <a:pt x="0" y="0"/>
                  </a:lnTo>
                  <a:lnTo>
                    <a:pt x="0" y="83"/>
                  </a:lnTo>
                  <a:lnTo>
                    <a:pt x="1522" y="83"/>
                  </a:lnTo>
                  <a:lnTo>
                    <a:pt x="15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1" name="Rectangle 405">
              <a:extLst>
                <a:ext uri="{FF2B5EF4-FFF2-40B4-BE49-F238E27FC236}">
                  <a16:creationId xmlns:a16="http://schemas.microsoft.com/office/drawing/2014/main" id="{92E6E003-540C-44B2-9ADB-0C55D1365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396" y="4609783"/>
              <a:ext cx="2643188" cy="79375"/>
            </a:xfrm>
            <a:prstGeom prst="rect">
              <a:avLst/>
            </a:prstGeom>
            <a:solidFill>
              <a:srgbClr val="383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2" name="Rectangle 407">
              <a:extLst>
                <a:ext uri="{FF2B5EF4-FFF2-40B4-BE49-F238E27FC236}">
                  <a16:creationId xmlns:a16="http://schemas.microsoft.com/office/drawing/2014/main" id="{51CAE1ED-40C1-41F3-9234-DDB626844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183" y="4651058"/>
              <a:ext cx="144463" cy="1089025"/>
            </a:xfrm>
            <a:prstGeom prst="rect">
              <a:avLst/>
            </a:prstGeom>
            <a:solidFill>
              <a:srgbClr val="383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3" name="Rectangle 408">
              <a:extLst>
                <a:ext uri="{FF2B5EF4-FFF2-40B4-BE49-F238E27FC236}">
                  <a16:creationId xmlns:a16="http://schemas.microsoft.com/office/drawing/2014/main" id="{E35D50CA-FC3C-48AA-856B-909CD6581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921" y="4651058"/>
              <a:ext cx="144463" cy="1089025"/>
            </a:xfrm>
            <a:prstGeom prst="rect">
              <a:avLst/>
            </a:prstGeom>
            <a:solidFill>
              <a:srgbClr val="383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4" name="Freeform 409">
              <a:extLst>
                <a:ext uri="{FF2B5EF4-FFF2-40B4-BE49-F238E27FC236}">
                  <a16:creationId xmlns:a16="http://schemas.microsoft.com/office/drawing/2014/main" id="{01A19B26-FDD1-47CB-A036-AD8E62A00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7133" y="4140677"/>
              <a:ext cx="742950" cy="465137"/>
            </a:xfrm>
            <a:custGeom>
              <a:avLst/>
              <a:gdLst>
                <a:gd name="T0" fmla="*/ 286 w 286"/>
                <a:gd name="T1" fmla="*/ 168 h 179"/>
                <a:gd name="T2" fmla="*/ 275 w 286"/>
                <a:gd name="T3" fmla="*/ 179 h 179"/>
                <a:gd name="T4" fmla="*/ 11 w 286"/>
                <a:gd name="T5" fmla="*/ 179 h 179"/>
                <a:gd name="T6" fmla="*/ 0 w 286"/>
                <a:gd name="T7" fmla="*/ 168 h 179"/>
                <a:gd name="T8" fmla="*/ 0 w 286"/>
                <a:gd name="T9" fmla="*/ 11 h 179"/>
                <a:gd name="T10" fmla="*/ 11 w 286"/>
                <a:gd name="T11" fmla="*/ 0 h 179"/>
                <a:gd name="T12" fmla="*/ 275 w 286"/>
                <a:gd name="T13" fmla="*/ 0 h 179"/>
                <a:gd name="T14" fmla="*/ 286 w 286"/>
                <a:gd name="T15" fmla="*/ 11 h 179"/>
                <a:gd name="T16" fmla="*/ 286 w 286"/>
                <a:gd name="T17" fmla="*/ 16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179">
                  <a:moveTo>
                    <a:pt x="286" y="168"/>
                  </a:moveTo>
                  <a:cubicBezTo>
                    <a:pt x="286" y="174"/>
                    <a:pt x="281" y="179"/>
                    <a:pt x="275" y="179"/>
                  </a:cubicBezTo>
                  <a:cubicBezTo>
                    <a:pt x="11" y="179"/>
                    <a:pt x="11" y="179"/>
                    <a:pt x="11" y="179"/>
                  </a:cubicBezTo>
                  <a:cubicBezTo>
                    <a:pt x="5" y="179"/>
                    <a:pt x="0" y="174"/>
                    <a:pt x="0" y="16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81" y="0"/>
                    <a:pt x="286" y="5"/>
                    <a:pt x="286" y="11"/>
                  </a:cubicBezTo>
                  <a:cubicBezTo>
                    <a:pt x="286" y="168"/>
                    <a:pt x="286" y="168"/>
                    <a:pt x="286" y="168"/>
                  </a:cubicBezTo>
                </a:path>
              </a:pathLst>
            </a:cu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5" name="Oval 410">
              <a:extLst>
                <a:ext uri="{FF2B5EF4-FFF2-40B4-BE49-F238E27FC236}">
                  <a16:creationId xmlns:a16="http://schemas.microsoft.com/office/drawing/2014/main" id="{B111D593-1343-4755-BA0D-19097918C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4633" y="4333558"/>
              <a:ext cx="107950" cy="106362"/>
            </a:xfrm>
            <a:prstGeom prst="ellipse">
              <a:avLst/>
            </a:prstGeom>
            <a:solidFill>
              <a:srgbClr val="BDC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246" name="Group 2245">
            <a:extLst>
              <a:ext uri="{FF2B5EF4-FFF2-40B4-BE49-F238E27FC236}">
                <a16:creationId xmlns:a16="http://schemas.microsoft.com/office/drawing/2014/main" id="{E0DC42B4-10D4-4E9F-9A07-87D1406D97EB}"/>
              </a:ext>
            </a:extLst>
          </p:cNvPr>
          <p:cNvGrpSpPr/>
          <p:nvPr/>
        </p:nvGrpSpPr>
        <p:grpSpPr>
          <a:xfrm>
            <a:off x="11249644" y="15684"/>
            <a:ext cx="555625" cy="1100137"/>
            <a:chOff x="4711383" y="669925"/>
            <a:chExt cx="555625" cy="1100137"/>
          </a:xfrm>
        </p:grpSpPr>
        <p:sp>
          <p:nvSpPr>
            <p:cNvPr id="2247" name="Rectangle 411">
              <a:extLst>
                <a:ext uri="{FF2B5EF4-FFF2-40B4-BE49-F238E27FC236}">
                  <a16:creationId xmlns:a16="http://schemas.microsoft.com/office/drawing/2014/main" id="{1F0F54C5-A20C-4FE4-8C94-3ECFEAA92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496" y="669925"/>
              <a:ext cx="28575" cy="658812"/>
            </a:xfrm>
            <a:prstGeom prst="rect">
              <a:avLst/>
            </a:prstGeom>
            <a:solidFill>
              <a:srgbClr val="E1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8" name="Oval 412">
              <a:extLst>
                <a:ext uri="{FF2B5EF4-FFF2-40B4-BE49-F238E27FC236}">
                  <a16:creationId xmlns:a16="http://schemas.microsoft.com/office/drawing/2014/main" id="{DAC91A5D-3B31-4ED5-8E85-072539873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3946" y="1581150"/>
              <a:ext cx="192088" cy="1889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49" name="Freeform 413">
              <a:extLst>
                <a:ext uri="{FF2B5EF4-FFF2-40B4-BE49-F238E27FC236}">
                  <a16:creationId xmlns:a16="http://schemas.microsoft.com/office/drawing/2014/main" id="{00D719CF-E03E-453C-B27D-999D374D5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521" y="1263650"/>
              <a:ext cx="134938" cy="366712"/>
            </a:xfrm>
            <a:custGeom>
              <a:avLst/>
              <a:gdLst>
                <a:gd name="T0" fmla="*/ 52 w 52"/>
                <a:gd name="T1" fmla="*/ 115 h 141"/>
                <a:gd name="T2" fmla="*/ 26 w 52"/>
                <a:gd name="T3" fmla="*/ 141 h 141"/>
                <a:gd name="T4" fmla="*/ 0 w 52"/>
                <a:gd name="T5" fmla="*/ 115 h 141"/>
                <a:gd name="T6" fmla="*/ 0 w 52"/>
                <a:gd name="T7" fmla="*/ 26 h 141"/>
                <a:gd name="T8" fmla="*/ 26 w 52"/>
                <a:gd name="T9" fmla="*/ 0 h 141"/>
                <a:gd name="T10" fmla="*/ 52 w 52"/>
                <a:gd name="T11" fmla="*/ 26 h 141"/>
                <a:gd name="T12" fmla="*/ 52 w 52"/>
                <a:gd name="T13" fmla="*/ 115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41">
                  <a:moveTo>
                    <a:pt x="52" y="115"/>
                  </a:moveTo>
                  <a:cubicBezTo>
                    <a:pt x="52" y="130"/>
                    <a:pt x="41" y="141"/>
                    <a:pt x="26" y="141"/>
                  </a:cubicBezTo>
                  <a:cubicBezTo>
                    <a:pt x="12" y="141"/>
                    <a:pt x="0" y="130"/>
                    <a:pt x="0" y="11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41" y="0"/>
                    <a:pt x="52" y="11"/>
                    <a:pt x="52" y="26"/>
                  </a:cubicBezTo>
                  <a:lnTo>
                    <a:pt x="52" y="115"/>
                  </a:lnTo>
                  <a:close/>
                </a:path>
              </a:pathLst>
            </a:custGeom>
            <a:solidFill>
              <a:srgbClr val="383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50" name="Freeform 414">
              <a:extLst>
                <a:ext uri="{FF2B5EF4-FFF2-40B4-BE49-F238E27FC236}">
                  <a16:creationId xmlns:a16="http://schemas.microsoft.com/office/drawing/2014/main" id="{28102AD7-00D0-4C91-96C0-F1B89735E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383" y="1403350"/>
              <a:ext cx="555625" cy="277812"/>
            </a:xfrm>
            <a:custGeom>
              <a:avLst/>
              <a:gdLst>
                <a:gd name="T0" fmla="*/ 0 w 214"/>
                <a:gd name="T1" fmla="*/ 107 h 107"/>
                <a:gd name="T2" fmla="*/ 107 w 214"/>
                <a:gd name="T3" fmla="*/ 0 h 107"/>
                <a:gd name="T4" fmla="*/ 214 w 214"/>
                <a:gd name="T5" fmla="*/ 107 h 107"/>
                <a:gd name="T6" fmla="*/ 0 w 214"/>
                <a:gd name="T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" h="107">
                  <a:moveTo>
                    <a:pt x="0" y="107"/>
                  </a:moveTo>
                  <a:cubicBezTo>
                    <a:pt x="0" y="48"/>
                    <a:pt x="48" y="0"/>
                    <a:pt x="107" y="0"/>
                  </a:cubicBezTo>
                  <a:cubicBezTo>
                    <a:pt x="166" y="0"/>
                    <a:pt x="214" y="48"/>
                    <a:pt x="214" y="107"/>
                  </a:cubicBezTo>
                  <a:lnTo>
                    <a:pt x="0" y="107"/>
                  </a:lnTo>
                  <a:close/>
                </a:path>
              </a:pathLst>
            </a:custGeom>
            <a:solidFill>
              <a:srgbClr val="CD5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251" name="Group 2250">
            <a:extLst>
              <a:ext uri="{FF2B5EF4-FFF2-40B4-BE49-F238E27FC236}">
                <a16:creationId xmlns:a16="http://schemas.microsoft.com/office/drawing/2014/main" id="{9D869EDD-E526-45FA-87F4-A5C884DB72A0}"/>
              </a:ext>
            </a:extLst>
          </p:cNvPr>
          <p:cNvGrpSpPr/>
          <p:nvPr/>
        </p:nvGrpSpPr>
        <p:grpSpPr>
          <a:xfrm>
            <a:off x="10140744" y="763884"/>
            <a:ext cx="747713" cy="746125"/>
            <a:chOff x="7248208" y="1389062"/>
            <a:chExt cx="747713" cy="746125"/>
          </a:xfrm>
        </p:grpSpPr>
        <p:sp>
          <p:nvSpPr>
            <p:cNvPr id="2252" name="Freeform 420">
              <a:extLst>
                <a:ext uri="{FF2B5EF4-FFF2-40B4-BE49-F238E27FC236}">
                  <a16:creationId xmlns:a16="http://schemas.microsoft.com/office/drawing/2014/main" id="{D1023094-6480-423D-AAF0-CC98BFF64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8721" y="1622425"/>
              <a:ext cx="158750" cy="230187"/>
            </a:xfrm>
            <a:custGeom>
              <a:avLst/>
              <a:gdLst>
                <a:gd name="T0" fmla="*/ 100 w 100"/>
                <a:gd name="T1" fmla="*/ 0 h 145"/>
                <a:gd name="T2" fmla="*/ 80 w 100"/>
                <a:gd name="T3" fmla="*/ 0 h 145"/>
                <a:gd name="T4" fmla="*/ 80 w 100"/>
                <a:gd name="T5" fmla="*/ 116 h 145"/>
                <a:gd name="T6" fmla="*/ 5 w 100"/>
                <a:gd name="T7" fmla="*/ 83 h 145"/>
                <a:gd name="T8" fmla="*/ 0 w 100"/>
                <a:gd name="T9" fmla="*/ 95 h 145"/>
                <a:gd name="T10" fmla="*/ 0 w 100"/>
                <a:gd name="T11" fmla="*/ 101 h 145"/>
                <a:gd name="T12" fmla="*/ 100 w 100"/>
                <a:gd name="T13" fmla="*/ 145 h 145"/>
                <a:gd name="T14" fmla="*/ 100 w 100"/>
                <a:gd name="T15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0" h="145">
                  <a:moveTo>
                    <a:pt x="100" y="0"/>
                  </a:moveTo>
                  <a:lnTo>
                    <a:pt x="80" y="0"/>
                  </a:lnTo>
                  <a:lnTo>
                    <a:pt x="80" y="116"/>
                  </a:lnTo>
                  <a:lnTo>
                    <a:pt x="5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100" y="145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018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53" name="Freeform 421">
              <a:extLst>
                <a:ext uri="{FF2B5EF4-FFF2-40B4-BE49-F238E27FC236}">
                  <a16:creationId xmlns:a16="http://schemas.microsoft.com/office/drawing/2014/main" id="{E3690825-F8DB-407B-9D08-7FBDE787F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8721" y="1622425"/>
              <a:ext cx="158750" cy="230187"/>
            </a:xfrm>
            <a:custGeom>
              <a:avLst/>
              <a:gdLst>
                <a:gd name="T0" fmla="*/ 100 w 100"/>
                <a:gd name="T1" fmla="*/ 0 h 145"/>
                <a:gd name="T2" fmla="*/ 80 w 100"/>
                <a:gd name="T3" fmla="*/ 0 h 145"/>
                <a:gd name="T4" fmla="*/ 80 w 100"/>
                <a:gd name="T5" fmla="*/ 116 h 145"/>
                <a:gd name="T6" fmla="*/ 5 w 100"/>
                <a:gd name="T7" fmla="*/ 83 h 145"/>
                <a:gd name="T8" fmla="*/ 0 w 100"/>
                <a:gd name="T9" fmla="*/ 95 h 145"/>
                <a:gd name="T10" fmla="*/ 0 w 100"/>
                <a:gd name="T11" fmla="*/ 101 h 145"/>
                <a:gd name="T12" fmla="*/ 100 w 100"/>
                <a:gd name="T13" fmla="*/ 145 h 145"/>
                <a:gd name="T14" fmla="*/ 100 w 100"/>
                <a:gd name="T15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0" h="145">
                  <a:moveTo>
                    <a:pt x="100" y="0"/>
                  </a:moveTo>
                  <a:lnTo>
                    <a:pt x="80" y="0"/>
                  </a:lnTo>
                  <a:lnTo>
                    <a:pt x="80" y="116"/>
                  </a:lnTo>
                  <a:lnTo>
                    <a:pt x="5" y="83"/>
                  </a:lnTo>
                  <a:lnTo>
                    <a:pt x="0" y="95"/>
                  </a:lnTo>
                  <a:lnTo>
                    <a:pt x="0" y="101"/>
                  </a:lnTo>
                  <a:lnTo>
                    <a:pt x="100" y="145"/>
                  </a:lnTo>
                  <a:lnTo>
                    <a:pt x="10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54" name="Freeform 422">
              <a:extLst>
                <a:ext uri="{FF2B5EF4-FFF2-40B4-BE49-F238E27FC236}">
                  <a16:creationId xmlns:a16="http://schemas.microsoft.com/office/drawing/2014/main" id="{A59E9602-5456-4C6B-9AA8-E67E40F39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3958" y="1773237"/>
              <a:ext cx="4763" cy="9525"/>
            </a:xfrm>
            <a:custGeom>
              <a:avLst/>
              <a:gdLst>
                <a:gd name="T0" fmla="*/ 3 w 3"/>
                <a:gd name="T1" fmla="*/ 0 h 6"/>
                <a:gd name="T2" fmla="*/ 0 w 3"/>
                <a:gd name="T3" fmla="*/ 6 h 6"/>
                <a:gd name="T4" fmla="*/ 3 w 3"/>
                <a:gd name="T5" fmla="*/ 6 h 6"/>
                <a:gd name="T6" fmla="*/ 3 w 3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lnTo>
                    <a:pt x="0" y="6"/>
                  </a:lnTo>
                  <a:lnTo>
                    <a:pt x="3" y="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C9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55" name="Freeform 423">
              <a:extLst>
                <a:ext uri="{FF2B5EF4-FFF2-40B4-BE49-F238E27FC236}">
                  <a16:creationId xmlns:a16="http://schemas.microsoft.com/office/drawing/2014/main" id="{3E066FC9-5900-4BB2-AD59-8926191D4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3958" y="1773237"/>
              <a:ext cx="4763" cy="9525"/>
            </a:xfrm>
            <a:custGeom>
              <a:avLst/>
              <a:gdLst>
                <a:gd name="T0" fmla="*/ 3 w 3"/>
                <a:gd name="T1" fmla="*/ 0 h 6"/>
                <a:gd name="T2" fmla="*/ 0 w 3"/>
                <a:gd name="T3" fmla="*/ 6 h 6"/>
                <a:gd name="T4" fmla="*/ 3 w 3"/>
                <a:gd name="T5" fmla="*/ 6 h 6"/>
                <a:gd name="T6" fmla="*/ 3 w 3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lnTo>
                    <a:pt x="0" y="6"/>
                  </a:lnTo>
                  <a:lnTo>
                    <a:pt x="3" y="6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56" name="Freeform 424">
              <a:extLst>
                <a:ext uri="{FF2B5EF4-FFF2-40B4-BE49-F238E27FC236}">
                  <a16:creationId xmlns:a16="http://schemas.microsoft.com/office/drawing/2014/main" id="{E8D67068-8A10-42A9-80BD-8337AFD1A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8208" y="1389062"/>
              <a:ext cx="747713" cy="746125"/>
            </a:xfrm>
            <a:custGeom>
              <a:avLst/>
              <a:gdLst>
                <a:gd name="T0" fmla="*/ 282 w 288"/>
                <a:gd name="T1" fmla="*/ 144 h 288"/>
                <a:gd name="T2" fmla="*/ 276 w 288"/>
                <a:gd name="T3" fmla="*/ 144 h 288"/>
                <a:gd name="T4" fmla="*/ 238 w 288"/>
                <a:gd name="T5" fmla="*/ 237 h 288"/>
                <a:gd name="T6" fmla="*/ 144 w 288"/>
                <a:gd name="T7" fmla="*/ 276 h 288"/>
                <a:gd name="T8" fmla="*/ 51 w 288"/>
                <a:gd name="T9" fmla="*/ 237 h 288"/>
                <a:gd name="T10" fmla="*/ 12 w 288"/>
                <a:gd name="T11" fmla="*/ 144 h 288"/>
                <a:gd name="T12" fmla="*/ 51 w 288"/>
                <a:gd name="T13" fmla="*/ 51 h 288"/>
                <a:gd name="T14" fmla="*/ 144 w 288"/>
                <a:gd name="T15" fmla="*/ 12 h 288"/>
                <a:gd name="T16" fmla="*/ 238 w 288"/>
                <a:gd name="T17" fmla="*/ 51 h 288"/>
                <a:gd name="T18" fmla="*/ 276 w 288"/>
                <a:gd name="T19" fmla="*/ 144 h 288"/>
                <a:gd name="T20" fmla="*/ 282 w 288"/>
                <a:gd name="T21" fmla="*/ 144 h 288"/>
                <a:gd name="T22" fmla="*/ 288 w 288"/>
                <a:gd name="T23" fmla="*/ 144 h 288"/>
                <a:gd name="T24" fmla="*/ 144 w 288"/>
                <a:gd name="T25" fmla="*/ 0 h 288"/>
                <a:gd name="T26" fmla="*/ 0 w 288"/>
                <a:gd name="T27" fmla="*/ 144 h 288"/>
                <a:gd name="T28" fmla="*/ 144 w 288"/>
                <a:gd name="T29" fmla="*/ 288 h 288"/>
                <a:gd name="T30" fmla="*/ 288 w 288"/>
                <a:gd name="T31" fmla="*/ 144 h 288"/>
                <a:gd name="T32" fmla="*/ 282 w 288"/>
                <a:gd name="T33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8" h="288">
                  <a:moveTo>
                    <a:pt x="282" y="144"/>
                  </a:moveTo>
                  <a:cubicBezTo>
                    <a:pt x="276" y="144"/>
                    <a:pt x="276" y="144"/>
                    <a:pt x="276" y="144"/>
                  </a:cubicBezTo>
                  <a:cubicBezTo>
                    <a:pt x="276" y="181"/>
                    <a:pt x="261" y="214"/>
                    <a:pt x="238" y="237"/>
                  </a:cubicBezTo>
                  <a:cubicBezTo>
                    <a:pt x="214" y="261"/>
                    <a:pt x="181" y="276"/>
                    <a:pt x="144" y="276"/>
                  </a:cubicBezTo>
                  <a:cubicBezTo>
                    <a:pt x="108" y="276"/>
                    <a:pt x="75" y="261"/>
                    <a:pt x="51" y="237"/>
                  </a:cubicBezTo>
                  <a:cubicBezTo>
                    <a:pt x="27" y="214"/>
                    <a:pt x="12" y="181"/>
                    <a:pt x="12" y="144"/>
                  </a:cubicBezTo>
                  <a:cubicBezTo>
                    <a:pt x="12" y="108"/>
                    <a:pt x="27" y="75"/>
                    <a:pt x="51" y="51"/>
                  </a:cubicBezTo>
                  <a:cubicBezTo>
                    <a:pt x="75" y="27"/>
                    <a:pt x="108" y="12"/>
                    <a:pt x="144" y="12"/>
                  </a:cubicBezTo>
                  <a:cubicBezTo>
                    <a:pt x="181" y="12"/>
                    <a:pt x="214" y="27"/>
                    <a:pt x="238" y="51"/>
                  </a:cubicBezTo>
                  <a:cubicBezTo>
                    <a:pt x="261" y="75"/>
                    <a:pt x="276" y="108"/>
                    <a:pt x="276" y="144"/>
                  </a:cubicBezTo>
                  <a:cubicBezTo>
                    <a:pt x="282" y="144"/>
                    <a:pt x="282" y="144"/>
                    <a:pt x="282" y="144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ubicBezTo>
                    <a:pt x="65" y="0"/>
                    <a:pt x="0" y="65"/>
                    <a:pt x="0" y="144"/>
                  </a:cubicBezTo>
                  <a:cubicBezTo>
                    <a:pt x="0" y="224"/>
                    <a:pt x="65" y="288"/>
                    <a:pt x="144" y="288"/>
                  </a:cubicBezTo>
                  <a:cubicBezTo>
                    <a:pt x="224" y="288"/>
                    <a:pt x="288" y="224"/>
                    <a:pt x="288" y="144"/>
                  </a:cubicBezTo>
                  <a:lnTo>
                    <a:pt x="282" y="1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57" name="Oval 425">
              <a:extLst>
                <a:ext uri="{FF2B5EF4-FFF2-40B4-BE49-F238E27FC236}">
                  <a16:creationId xmlns:a16="http://schemas.microsoft.com/office/drawing/2014/main" id="{6B1174D5-BB23-4299-88B8-366BE15F8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146" y="1524000"/>
              <a:ext cx="477838" cy="476250"/>
            </a:xfrm>
            <a:prstGeom prst="ellipse">
              <a:avLst/>
            </a:prstGeom>
            <a:solidFill>
              <a:srgbClr val="36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58" name="Freeform 426">
              <a:extLst>
                <a:ext uri="{FF2B5EF4-FFF2-40B4-BE49-F238E27FC236}">
                  <a16:creationId xmlns:a16="http://schemas.microsoft.com/office/drawing/2014/main" id="{3522B1A8-A7E0-4042-A716-33D4348F5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2683" y="1581150"/>
              <a:ext cx="163513" cy="230187"/>
            </a:xfrm>
            <a:custGeom>
              <a:avLst/>
              <a:gdLst>
                <a:gd name="T0" fmla="*/ 83 w 103"/>
                <a:gd name="T1" fmla="*/ 0 h 145"/>
                <a:gd name="T2" fmla="*/ 83 w 103"/>
                <a:gd name="T3" fmla="*/ 116 h 145"/>
                <a:gd name="T4" fmla="*/ 8 w 103"/>
                <a:gd name="T5" fmla="*/ 83 h 145"/>
                <a:gd name="T6" fmla="*/ 0 w 103"/>
                <a:gd name="T7" fmla="*/ 101 h 145"/>
                <a:gd name="T8" fmla="*/ 103 w 103"/>
                <a:gd name="T9" fmla="*/ 145 h 145"/>
                <a:gd name="T10" fmla="*/ 103 w 103"/>
                <a:gd name="T11" fmla="*/ 0 h 145"/>
                <a:gd name="T12" fmla="*/ 83 w 103"/>
                <a:gd name="T1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145">
                  <a:moveTo>
                    <a:pt x="83" y="0"/>
                  </a:moveTo>
                  <a:lnTo>
                    <a:pt x="83" y="116"/>
                  </a:lnTo>
                  <a:lnTo>
                    <a:pt x="8" y="83"/>
                  </a:lnTo>
                  <a:lnTo>
                    <a:pt x="0" y="101"/>
                  </a:lnTo>
                  <a:lnTo>
                    <a:pt x="103" y="145"/>
                  </a:lnTo>
                  <a:lnTo>
                    <a:pt x="103" y="0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259" name="Group 2258">
            <a:extLst>
              <a:ext uri="{FF2B5EF4-FFF2-40B4-BE49-F238E27FC236}">
                <a16:creationId xmlns:a16="http://schemas.microsoft.com/office/drawing/2014/main" id="{056E17DB-79A6-4DCB-94B1-59BB92713E55}"/>
              </a:ext>
            </a:extLst>
          </p:cNvPr>
          <p:cNvGrpSpPr/>
          <p:nvPr/>
        </p:nvGrpSpPr>
        <p:grpSpPr>
          <a:xfrm>
            <a:off x="10658879" y="1907382"/>
            <a:ext cx="957263" cy="687387"/>
            <a:chOff x="6087746" y="2533650"/>
            <a:chExt cx="957263" cy="687387"/>
          </a:xfrm>
        </p:grpSpPr>
        <p:sp>
          <p:nvSpPr>
            <p:cNvPr id="2260" name="Rectangle 457">
              <a:extLst>
                <a:ext uri="{FF2B5EF4-FFF2-40B4-BE49-F238E27FC236}">
                  <a16:creationId xmlns:a16="http://schemas.microsoft.com/office/drawing/2014/main" id="{4883AE27-89EF-408D-9356-BC18C5097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8383" y="2554287"/>
              <a:ext cx="915988" cy="646112"/>
            </a:xfrm>
            <a:prstGeom prst="rect">
              <a:avLst/>
            </a:prstGeom>
            <a:solidFill>
              <a:srgbClr val="363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1" name="Rectangle 458">
              <a:extLst>
                <a:ext uri="{FF2B5EF4-FFF2-40B4-BE49-F238E27FC236}">
                  <a16:creationId xmlns:a16="http://schemas.microsoft.com/office/drawing/2014/main" id="{F6D73206-6BAE-4C35-80D0-556226060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8383" y="2554287"/>
              <a:ext cx="915988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2" name="Freeform 459">
              <a:extLst>
                <a:ext uri="{FF2B5EF4-FFF2-40B4-BE49-F238E27FC236}">
                  <a16:creationId xmlns:a16="http://schemas.microsoft.com/office/drawing/2014/main" id="{FA128A3A-D899-4C7C-BA46-4CAB1659F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746" y="2533650"/>
              <a:ext cx="957263" cy="687387"/>
            </a:xfrm>
            <a:custGeom>
              <a:avLst/>
              <a:gdLst>
                <a:gd name="T0" fmla="*/ 590 w 603"/>
                <a:gd name="T1" fmla="*/ 420 h 433"/>
                <a:gd name="T2" fmla="*/ 590 w 603"/>
                <a:gd name="T3" fmla="*/ 407 h 433"/>
                <a:gd name="T4" fmla="*/ 26 w 603"/>
                <a:gd name="T5" fmla="*/ 407 h 433"/>
                <a:gd name="T6" fmla="*/ 26 w 603"/>
                <a:gd name="T7" fmla="*/ 26 h 433"/>
                <a:gd name="T8" fmla="*/ 577 w 603"/>
                <a:gd name="T9" fmla="*/ 26 h 433"/>
                <a:gd name="T10" fmla="*/ 577 w 603"/>
                <a:gd name="T11" fmla="*/ 420 h 433"/>
                <a:gd name="T12" fmla="*/ 590 w 603"/>
                <a:gd name="T13" fmla="*/ 420 h 433"/>
                <a:gd name="T14" fmla="*/ 590 w 603"/>
                <a:gd name="T15" fmla="*/ 407 h 433"/>
                <a:gd name="T16" fmla="*/ 590 w 603"/>
                <a:gd name="T17" fmla="*/ 420 h 433"/>
                <a:gd name="T18" fmla="*/ 603 w 603"/>
                <a:gd name="T19" fmla="*/ 420 h 433"/>
                <a:gd name="T20" fmla="*/ 603 w 603"/>
                <a:gd name="T21" fmla="*/ 0 h 433"/>
                <a:gd name="T22" fmla="*/ 0 w 603"/>
                <a:gd name="T23" fmla="*/ 0 h 433"/>
                <a:gd name="T24" fmla="*/ 0 w 603"/>
                <a:gd name="T25" fmla="*/ 433 h 433"/>
                <a:gd name="T26" fmla="*/ 603 w 603"/>
                <a:gd name="T27" fmla="*/ 433 h 433"/>
                <a:gd name="T28" fmla="*/ 603 w 603"/>
                <a:gd name="T29" fmla="*/ 420 h 433"/>
                <a:gd name="T30" fmla="*/ 590 w 603"/>
                <a:gd name="T31" fmla="*/ 42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3" h="433">
                  <a:moveTo>
                    <a:pt x="590" y="420"/>
                  </a:moveTo>
                  <a:lnTo>
                    <a:pt x="590" y="407"/>
                  </a:lnTo>
                  <a:lnTo>
                    <a:pt x="26" y="407"/>
                  </a:lnTo>
                  <a:lnTo>
                    <a:pt x="26" y="26"/>
                  </a:lnTo>
                  <a:lnTo>
                    <a:pt x="577" y="26"/>
                  </a:lnTo>
                  <a:lnTo>
                    <a:pt x="577" y="420"/>
                  </a:lnTo>
                  <a:lnTo>
                    <a:pt x="590" y="420"/>
                  </a:lnTo>
                  <a:lnTo>
                    <a:pt x="590" y="407"/>
                  </a:lnTo>
                  <a:lnTo>
                    <a:pt x="590" y="420"/>
                  </a:lnTo>
                  <a:lnTo>
                    <a:pt x="603" y="420"/>
                  </a:lnTo>
                  <a:lnTo>
                    <a:pt x="603" y="0"/>
                  </a:lnTo>
                  <a:lnTo>
                    <a:pt x="0" y="0"/>
                  </a:lnTo>
                  <a:lnTo>
                    <a:pt x="0" y="433"/>
                  </a:lnTo>
                  <a:lnTo>
                    <a:pt x="603" y="433"/>
                  </a:lnTo>
                  <a:lnTo>
                    <a:pt x="603" y="420"/>
                  </a:lnTo>
                  <a:lnTo>
                    <a:pt x="590" y="420"/>
                  </a:lnTo>
                  <a:close/>
                </a:path>
              </a:pathLst>
            </a:custGeom>
            <a:solidFill>
              <a:srgbClr val="B1D1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3" name="Freeform 460">
              <a:extLst>
                <a:ext uri="{FF2B5EF4-FFF2-40B4-BE49-F238E27FC236}">
                  <a16:creationId xmlns:a16="http://schemas.microsoft.com/office/drawing/2014/main" id="{AB9851DE-6321-4704-AD3C-9FB74071D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746" y="2533650"/>
              <a:ext cx="957263" cy="687387"/>
            </a:xfrm>
            <a:custGeom>
              <a:avLst/>
              <a:gdLst>
                <a:gd name="T0" fmla="*/ 590 w 603"/>
                <a:gd name="T1" fmla="*/ 420 h 433"/>
                <a:gd name="T2" fmla="*/ 590 w 603"/>
                <a:gd name="T3" fmla="*/ 407 h 433"/>
                <a:gd name="T4" fmla="*/ 26 w 603"/>
                <a:gd name="T5" fmla="*/ 407 h 433"/>
                <a:gd name="T6" fmla="*/ 26 w 603"/>
                <a:gd name="T7" fmla="*/ 26 h 433"/>
                <a:gd name="T8" fmla="*/ 577 w 603"/>
                <a:gd name="T9" fmla="*/ 26 h 433"/>
                <a:gd name="T10" fmla="*/ 577 w 603"/>
                <a:gd name="T11" fmla="*/ 420 h 433"/>
                <a:gd name="T12" fmla="*/ 590 w 603"/>
                <a:gd name="T13" fmla="*/ 420 h 433"/>
                <a:gd name="T14" fmla="*/ 590 w 603"/>
                <a:gd name="T15" fmla="*/ 407 h 433"/>
                <a:gd name="T16" fmla="*/ 590 w 603"/>
                <a:gd name="T17" fmla="*/ 420 h 433"/>
                <a:gd name="T18" fmla="*/ 603 w 603"/>
                <a:gd name="T19" fmla="*/ 420 h 433"/>
                <a:gd name="T20" fmla="*/ 603 w 603"/>
                <a:gd name="T21" fmla="*/ 0 h 433"/>
                <a:gd name="T22" fmla="*/ 0 w 603"/>
                <a:gd name="T23" fmla="*/ 0 h 433"/>
                <a:gd name="T24" fmla="*/ 0 w 603"/>
                <a:gd name="T25" fmla="*/ 433 h 433"/>
                <a:gd name="T26" fmla="*/ 603 w 603"/>
                <a:gd name="T27" fmla="*/ 433 h 433"/>
                <a:gd name="T28" fmla="*/ 603 w 603"/>
                <a:gd name="T29" fmla="*/ 420 h 433"/>
                <a:gd name="T30" fmla="*/ 590 w 603"/>
                <a:gd name="T31" fmla="*/ 42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3" h="433">
                  <a:moveTo>
                    <a:pt x="590" y="420"/>
                  </a:moveTo>
                  <a:lnTo>
                    <a:pt x="590" y="407"/>
                  </a:lnTo>
                  <a:lnTo>
                    <a:pt x="26" y="407"/>
                  </a:lnTo>
                  <a:lnTo>
                    <a:pt x="26" y="26"/>
                  </a:lnTo>
                  <a:lnTo>
                    <a:pt x="577" y="26"/>
                  </a:lnTo>
                  <a:lnTo>
                    <a:pt x="577" y="420"/>
                  </a:lnTo>
                  <a:lnTo>
                    <a:pt x="590" y="420"/>
                  </a:lnTo>
                  <a:lnTo>
                    <a:pt x="590" y="407"/>
                  </a:lnTo>
                  <a:lnTo>
                    <a:pt x="590" y="420"/>
                  </a:lnTo>
                  <a:lnTo>
                    <a:pt x="603" y="420"/>
                  </a:lnTo>
                  <a:lnTo>
                    <a:pt x="603" y="0"/>
                  </a:lnTo>
                  <a:lnTo>
                    <a:pt x="0" y="0"/>
                  </a:lnTo>
                  <a:lnTo>
                    <a:pt x="0" y="433"/>
                  </a:lnTo>
                  <a:lnTo>
                    <a:pt x="603" y="433"/>
                  </a:lnTo>
                  <a:lnTo>
                    <a:pt x="603" y="420"/>
                  </a:lnTo>
                  <a:lnTo>
                    <a:pt x="590" y="4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4" name="Freeform 461">
              <a:extLst>
                <a:ext uri="{FF2B5EF4-FFF2-40B4-BE49-F238E27FC236}">
                  <a16:creationId xmlns:a16="http://schemas.microsoft.com/office/drawing/2014/main" id="{D15CC9D7-B769-40C8-8F83-5A204EA56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5108" y="2886075"/>
              <a:ext cx="207963" cy="238125"/>
            </a:xfrm>
            <a:custGeom>
              <a:avLst/>
              <a:gdLst>
                <a:gd name="T0" fmla="*/ 94 w 131"/>
                <a:gd name="T1" fmla="*/ 0 h 150"/>
                <a:gd name="T2" fmla="*/ 0 w 131"/>
                <a:gd name="T3" fmla="*/ 55 h 150"/>
                <a:gd name="T4" fmla="*/ 56 w 131"/>
                <a:gd name="T5" fmla="*/ 150 h 150"/>
                <a:gd name="T6" fmla="*/ 131 w 131"/>
                <a:gd name="T7" fmla="*/ 106 h 150"/>
                <a:gd name="T8" fmla="*/ 128 w 131"/>
                <a:gd name="T9" fmla="*/ 57 h 150"/>
                <a:gd name="T10" fmla="*/ 94 w 131"/>
                <a:gd name="T1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150">
                  <a:moveTo>
                    <a:pt x="94" y="0"/>
                  </a:moveTo>
                  <a:lnTo>
                    <a:pt x="0" y="55"/>
                  </a:lnTo>
                  <a:lnTo>
                    <a:pt x="56" y="150"/>
                  </a:lnTo>
                  <a:lnTo>
                    <a:pt x="131" y="106"/>
                  </a:lnTo>
                  <a:lnTo>
                    <a:pt x="128" y="5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222C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5" name="Freeform 462">
              <a:extLst>
                <a:ext uri="{FF2B5EF4-FFF2-40B4-BE49-F238E27FC236}">
                  <a16:creationId xmlns:a16="http://schemas.microsoft.com/office/drawing/2014/main" id="{E9483C96-073D-4559-9D7F-CC7F9D2CF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5108" y="2886075"/>
              <a:ext cx="207963" cy="238125"/>
            </a:xfrm>
            <a:custGeom>
              <a:avLst/>
              <a:gdLst>
                <a:gd name="T0" fmla="*/ 94 w 131"/>
                <a:gd name="T1" fmla="*/ 0 h 150"/>
                <a:gd name="T2" fmla="*/ 0 w 131"/>
                <a:gd name="T3" fmla="*/ 55 h 150"/>
                <a:gd name="T4" fmla="*/ 56 w 131"/>
                <a:gd name="T5" fmla="*/ 150 h 150"/>
                <a:gd name="T6" fmla="*/ 131 w 131"/>
                <a:gd name="T7" fmla="*/ 106 h 150"/>
                <a:gd name="T8" fmla="*/ 128 w 131"/>
                <a:gd name="T9" fmla="*/ 57 h 150"/>
                <a:gd name="T10" fmla="*/ 94 w 131"/>
                <a:gd name="T1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150">
                  <a:moveTo>
                    <a:pt x="94" y="0"/>
                  </a:moveTo>
                  <a:lnTo>
                    <a:pt x="0" y="55"/>
                  </a:lnTo>
                  <a:lnTo>
                    <a:pt x="56" y="150"/>
                  </a:lnTo>
                  <a:lnTo>
                    <a:pt x="131" y="106"/>
                  </a:lnTo>
                  <a:lnTo>
                    <a:pt x="128" y="57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6" name="Freeform 463">
              <a:extLst>
                <a:ext uri="{FF2B5EF4-FFF2-40B4-BE49-F238E27FC236}">
                  <a16:creationId xmlns:a16="http://schemas.microsoft.com/office/drawing/2014/main" id="{7530E2EA-945D-4CFB-BD45-974AE9AA2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3833" y="2844800"/>
              <a:ext cx="239713" cy="238125"/>
            </a:xfrm>
            <a:custGeom>
              <a:avLst/>
              <a:gdLst>
                <a:gd name="T0" fmla="*/ 151 w 151"/>
                <a:gd name="T1" fmla="*/ 93 h 150"/>
                <a:gd name="T2" fmla="*/ 56 w 151"/>
                <a:gd name="T3" fmla="*/ 150 h 150"/>
                <a:gd name="T4" fmla="*/ 0 w 151"/>
                <a:gd name="T5" fmla="*/ 55 h 150"/>
                <a:gd name="T6" fmla="*/ 93 w 151"/>
                <a:gd name="T7" fmla="*/ 0 h 150"/>
                <a:gd name="T8" fmla="*/ 151 w 151"/>
                <a:gd name="T9" fmla="*/ 9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0">
                  <a:moveTo>
                    <a:pt x="151" y="93"/>
                  </a:moveTo>
                  <a:lnTo>
                    <a:pt x="56" y="150"/>
                  </a:lnTo>
                  <a:lnTo>
                    <a:pt x="0" y="55"/>
                  </a:lnTo>
                  <a:lnTo>
                    <a:pt x="93" y="0"/>
                  </a:lnTo>
                  <a:lnTo>
                    <a:pt x="151" y="93"/>
                  </a:lnTo>
                  <a:close/>
                </a:path>
              </a:pathLst>
            </a:custGeom>
            <a:solidFill>
              <a:srgbClr val="FFD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7" name="Freeform 464">
              <a:extLst>
                <a:ext uri="{FF2B5EF4-FFF2-40B4-BE49-F238E27FC236}">
                  <a16:creationId xmlns:a16="http://schemas.microsoft.com/office/drawing/2014/main" id="{0E3D6400-1414-42AB-A104-F88B01334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8308" y="2952750"/>
              <a:ext cx="187325" cy="184150"/>
            </a:xfrm>
            <a:custGeom>
              <a:avLst/>
              <a:gdLst>
                <a:gd name="T0" fmla="*/ 113 w 118"/>
                <a:gd name="T1" fmla="*/ 0 h 116"/>
                <a:gd name="T2" fmla="*/ 0 w 118"/>
                <a:gd name="T3" fmla="*/ 7 h 116"/>
                <a:gd name="T4" fmla="*/ 0 w 118"/>
                <a:gd name="T5" fmla="*/ 15 h 116"/>
                <a:gd name="T6" fmla="*/ 23 w 118"/>
                <a:gd name="T7" fmla="*/ 51 h 116"/>
                <a:gd name="T8" fmla="*/ 3 w 118"/>
                <a:gd name="T9" fmla="*/ 64 h 116"/>
                <a:gd name="T10" fmla="*/ 5 w 118"/>
                <a:gd name="T11" fmla="*/ 116 h 116"/>
                <a:gd name="T12" fmla="*/ 118 w 118"/>
                <a:gd name="T13" fmla="*/ 110 h 116"/>
                <a:gd name="T14" fmla="*/ 113 w 118"/>
                <a:gd name="T1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" h="116">
                  <a:moveTo>
                    <a:pt x="113" y="0"/>
                  </a:moveTo>
                  <a:lnTo>
                    <a:pt x="0" y="7"/>
                  </a:lnTo>
                  <a:lnTo>
                    <a:pt x="0" y="15"/>
                  </a:lnTo>
                  <a:lnTo>
                    <a:pt x="23" y="51"/>
                  </a:lnTo>
                  <a:lnTo>
                    <a:pt x="3" y="64"/>
                  </a:lnTo>
                  <a:lnTo>
                    <a:pt x="5" y="116"/>
                  </a:lnTo>
                  <a:lnTo>
                    <a:pt x="118" y="110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222C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8" name="Freeform 465">
              <a:extLst>
                <a:ext uri="{FF2B5EF4-FFF2-40B4-BE49-F238E27FC236}">
                  <a16:creationId xmlns:a16="http://schemas.microsoft.com/office/drawing/2014/main" id="{4ECEA9DE-F3DF-408A-9ED9-F7A36D766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8308" y="2952750"/>
              <a:ext cx="187325" cy="184150"/>
            </a:xfrm>
            <a:custGeom>
              <a:avLst/>
              <a:gdLst>
                <a:gd name="T0" fmla="*/ 113 w 118"/>
                <a:gd name="T1" fmla="*/ 0 h 116"/>
                <a:gd name="T2" fmla="*/ 0 w 118"/>
                <a:gd name="T3" fmla="*/ 7 h 116"/>
                <a:gd name="T4" fmla="*/ 0 w 118"/>
                <a:gd name="T5" fmla="*/ 15 h 116"/>
                <a:gd name="T6" fmla="*/ 23 w 118"/>
                <a:gd name="T7" fmla="*/ 51 h 116"/>
                <a:gd name="T8" fmla="*/ 3 w 118"/>
                <a:gd name="T9" fmla="*/ 64 h 116"/>
                <a:gd name="T10" fmla="*/ 5 w 118"/>
                <a:gd name="T11" fmla="*/ 116 h 116"/>
                <a:gd name="T12" fmla="*/ 118 w 118"/>
                <a:gd name="T13" fmla="*/ 110 h 116"/>
                <a:gd name="T14" fmla="*/ 113 w 118"/>
                <a:gd name="T1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" h="116">
                  <a:moveTo>
                    <a:pt x="113" y="0"/>
                  </a:moveTo>
                  <a:lnTo>
                    <a:pt x="0" y="7"/>
                  </a:lnTo>
                  <a:lnTo>
                    <a:pt x="0" y="15"/>
                  </a:lnTo>
                  <a:lnTo>
                    <a:pt x="23" y="51"/>
                  </a:lnTo>
                  <a:lnTo>
                    <a:pt x="3" y="64"/>
                  </a:lnTo>
                  <a:lnTo>
                    <a:pt x="5" y="116"/>
                  </a:lnTo>
                  <a:lnTo>
                    <a:pt x="118" y="110"/>
                  </a:lnTo>
                  <a:lnTo>
                    <a:pt x="1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69" name="Freeform 466">
              <a:extLst>
                <a:ext uri="{FF2B5EF4-FFF2-40B4-BE49-F238E27FC236}">
                  <a16:creationId xmlns:a16="http://schemas.microsoft.com/office/drawing/2014/main" id="{4484E28F-FE71-4EB5-BD89-50E839CD7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8308" y="2976562"/>
              <a:ext cx="36513" cy="77787"/>
            </a:xfrm>
            <a:custGeom>
              <a:avLst/>
              <a:gdLst>
                <a:gd name="T0" fmla="*/ 0 w 23"/>
                <a:gd name="T1" fmla="*/ 0 h 49"/>
                <a:gd name="T2" fmla="*/ 3 w 23"/>
                <a:gd name="T3" fmla="*/ 49 h 49"/>
                <a:gd name="T4" fmla="*/ 23 w 23"/>
                <a:gd name="T5" fmla="*/ 36 h 49"/>
                <a:gd name="T6" fmla="*/ 0 w 23"/>
                <a:gd name="T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49">
                  <a:moveTo>
                    <a:pt x="0" y="0"/>
                  </a:moveTo>
                  <a:lnTo>
                    <a:pt x="3" y="49"/>
                  </a:lnTo>
                  <a:lnTo>
                    <a:pt x="23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21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0" name="Freeform 467">
              <a:extLst>
                <a:ext uri="{FF2B5EF4-FFF2-40B4-BE49-F238E27FC236}">
                  <a16:creationId xmlns:a16="http://schemas.microsoft.com/office/drawing/2014/main" id="{3778E501-A0A8-47F3-A1A2-CBE941D89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8308" y="2976562"/>
              <a:ext cx="36513" cy="77787"/>
            </a:xfrm>
            <a:custGeom>
              <a:avLst/>
              <a:gdLst>
                <a:gd name="T0" fmla="*/ 0 w 23"/>
                <a:gd name="T1" fmla="*/ 0 h 49"/>
                <a:gd name="T2" fmla="*/ 3 w 23"/>
                <a:gd name="T3" fmla="*/ 49 h 49"/>
                <a:gd name="T4" fmla="*/ 23 w 23"/>
                <a:gd name="T5" fmla="*/ 36 h 49"/>
                <a:gd name="T6" fmla="*/ 0 w 23"/>
                <a:gd name="T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49">
                  <a:moveTo>
                    <a:pt x="0" y="0"/>
                  </a:moveTo>
                  <a:lnTo>
                    <a:pt x="3" y="49"/>
                  </a:lnTo>
                  <a:lnTo>
                    <a:pt x="23" y="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1" name="Freeform 468">
              <a:extLst>
                <a:ext uri="{FF2B5EF4-FFF2-40B4-BE49-F238E27FC236}">
                  <a16:creationId xmlns:a16="http://schemas.microsoft.com/office/drawing/2014/main" id="{6852051F-C129-446C-8D63-42007B3F0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033" y="2911475"/>
              <a:ext cx="187325" cy="184150"/>
            </a:xfrm>
            <a:custGeom>
              <a:avLst/>
              <a:gdLst>
                <a:gd name="T0" fmla="*/ 118 w 118"/>
                <a:gd name="T1" fmla="*/ 110 h 116"/>
                <a:gd name="T2" fmla="*/ 5 w 118"/>
                <a:gd name="T3" fmla="*/ 116 h 116"/>
                <a:gd name="T4" fmla="*/ 0 w 118"/>
                <a:gd name="T5" fmla="*/ 7 h 116"/>
                <a:gd name="T6" fmla="*/ 113 w 118"/>
                <a:gd name="T7" fmla="*/ 0 h 116"/>
                <a:gd name="T8" fmla="*/ 118 w 118"/>
                <a:gd name="T9" fmla="*/ 11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6">
                  <a:moveTo>
                    <a:pt x="118" y="110"/>
                  </a:moveTo>
                  <a:lnTo>
                    <a:pt x="5" y="116"/>
                  </a:lnTo>
                  <a:lnTo>
                    <a:pt x="0" y="7"/>
                  </a:lnTo>
                  <a:lnTo>
                    <a:pt x="113" y="0"/>
                  </a:lnTo>
                  <a:lnTo>
                    <a:pt x="118" y="110"/>
                  </a:lnTo>
                  <a:close/>
                </a:path>
              </a:pathLst>
            </a:custGeom>
            <a:solidFill>
              <a:srgbClr val="A8E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2" name="Freeform 469">
              <a:extLst>
                <a:ext uri="{FF2B5EF4-FFF2-40B4-BE49-F238E27FC236}">
                  <a16:creationId xmlns:a16="http://schemas.microsoft.com/office/drawing/2014/main" id="{A12EC69E-8FCB-46ED-8D1E-A6C57B212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4108" y="2674937"/>
              <a:ext cx="311150" cy="93662"/>
            </a:xfrm>
            <a:custGeom>
              <a:avLst/>
              <a:gdLst>
                <a:gd name="T0" fmla="*/ 2 w 120"/>
                <a:gd name="T1" fmla="*/ 30 h 36"/>
                <a:gd name="T2" fmla="*/ 34 w 120"/>
                <a:gd name="T3" fmla="*/ 34 h 36"/>
                <a:gd name="T4" fmla="*/ 36 w 120"/>
                <a:gd name="T5" fmla="*/ 34 h 36"/>
                <a:gd name="T6" fmla="*/ 118 w 120"/>
                <a:gd name="T7" fmla="*/ 29 h 36"/>
                <a:gd name="T8" fmla="*/ 116 w 120"/>
                <a:gd name="T9" fmla="*/ 25 h 36"/>
                <a:gd name="T10" fmla="*/ 34 w 120"/>
                <a:gd name="T11" fmla="*/ 32 h 36"/>
                <a:gd name="T12" fmla="*/ 36 w 120"/>
                <a:gd name="T13" fmla="*/ 32 h 36"/>
                <a:gd name="T14" fmla="*/ 0 w 120"/>
                <a:gd name="T15" fmla="*/ 29 h 36"/>
                <a:gd name="T16" fmla="*/ 2 w 120"/>
                <a:gd name="T17" fmla="*/ 3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" h="36">
                  <a:moveTo>
                    <a:pt x="2" y="30"/>
                  </a:moveTo>
                  <a:cubicBezTo>
                    <a:pt x="10" y="12"/>
                    <a:pt x="26" y="21"/>
                    <a:pt x="34" y="34"/>
                  </a:cubicBezTo>
                  <a:cubicBezTo>
                    <a:pt x="34" y="35"/>
                    <a:pt x="36" y="35"/>
                    <a:pt x="36" y="34"/>
                  </a:cubicBezTo>
                  <a:cubicBezTo>
                    <a:pt x="55" y="5"/>
                    <a:pt x="91" y="36"/>
                    <a:pt x="118" y="29"/>
                  </a:cubicBezTo>
                  <a:cubicBezTo>
                    <a:pt x="120" y="29"/>
                    <a:pt x="119" y="25"/>
                    <a:pt x="116" y="25"/>
                  </a:cubicBezTo>
                  <a:cubicBezTo>
                    <a:pt x="89" y="33"/>
                    <a:pt x="53" y="0"/>
                    <a:pt x="34" y="32"/>
                  </a:cubicBezTo>
                  <a:cubicBezTo>
                    <a:pt x="35" y="32"/>
                    <a:pt x="35" y="32"/>
                    <a:pt x="36" y="32"/>
                  </a:cubicBezTo>
                  <a:cubicBezTo>
                    <a:pt x="27" y="18"/>
                    <a:pt x="9" y="9"/>
                    <a:pt x="0" y="29"/>
                  </a:cubicBezTo>
                  <a:cubicBezTo>
                    <a:pt x="0" y="30"/>
                    <a:pt x="1" y="31"/>
                    <a:pt x="2" y="30"/>
                  </a:cubicBezTo>
                  <a:close/>
                </a:path>
              </a:pathLst>
            </a:cu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3" name="Freeform 470">
              <a:extLst>
                <a:ext uri="{FF2B5EF4-FFF2-40B4-BE49-F238E27FC236}">
                  <a16:creationId xmlns:a16="http://schemas.microsoft.com/office/drawing/2014/main" id="{BCD53DDA-6B1A-4EDA-B09F-F7A0453B6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7921" y="2779712"/>
              <a:ext cx="258763" cy="38100"/>
            </a:xfrm>
            <a:custGeom>
              <a:avLst/>
              <a:gdLst>
                <a:gd name="T0" fmla="*/ 3 w 100"/>
                <a:gd name="T1" fmla="*/ 14 h 15"/>
                <a:gd name="T2" fmla="*/ 30 w 100"/>
                <a:gd name="T3" fmla="*/ 12 h 15"/>
                <a:gd name="T4" fmla="*/ 48 w 100"/>
                <a:gd name="T5" fmla="*/ 8 h 15"/>
                <a:gd name="T6" fmla="*/ 57 w 100"/>
                <a:gd name="T7" fmla="*/ 11 h 15"/>
                <a:gd name="T8" fmla="*/ 71 w 100"/>
                <a:gd name="T9" fmla="*/ 14 h 15"/>
                <a:gd name="T10" fmla="*/ 97 w 100"/>
                <a:gd name="T11" fmla="*/ 12 h 15"/>
                <a:gd name="T12" fmla="*/ 95 w 100"/>
                <a:gd name="T13" fmla="*/ 7 h 15"/>
                <a:gd name="T14" fmla="*/ 47 w 100"/>
                <a:gd name="T15" fmla="*/ 1 h 15"/>
                <a:gd name="T16" fmla="*/ 44 w 100"/>
                <a:gd name="T17" fmla="*/ 1 h 15"/>
                <a:gd name="T18" fmla="*/ 13 w 100"/>
                <a:gd name="T19" fmla="*/ 7 h 15"/>
                <a:gd name="T20" fmla="*/ 1 w 100"/>
                <a:gd name="T21" fmla="*/ 13 h 15"/>
                <a:gd name="T22" fmla="*/ 3 w 100"/>
                <a:gd name="T2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0" h="15">
                  <a:moveTo>
                    <a:pt x="3" y="14"/>
                  </a:moveTo>
                  <a:cubicBezTo>
                    <a:pt x="9" y="8"/>
                    <a:pt x="22" y="13"/>
                    <a:pt x="30" y="12"/>
                  </a:cubicBezTo>
                  <a:cubicBezTo>
                    <a:pt x="36" y="12"/>
                    <a:pt x="43" y="7"/>
                    <a:pt x="48" y="8"/>
                  </a:cubicBezTo>
                  <a:cubicBezTo>
                    <a:pt x="51" y="8"/>
                    <a:pt x="54" y="10"/>
                    <a:pt x="57" y="11"/>
                  </a:cubicBezTo>
                  <a:cubicBezTo>
                    <a:pt x="62" y="13"/>
                    <a:pt x="66" y="13"/>
                    <a:pt x="71" y="14"/>
                  </a:cubicBezTo>
                  <a:cubicBezTo>
                    <a:pt x="79" y="14"/>
                    <a:pt x="88" y="14"/>
                    <a:pt x="97" y="12"/>
                  </a:cubicBezTo>
                  <a:cubicBezTo>
                    <a:pt x="100" y="11"/>
                    <a:pt x="99" y="6"/>
                    <a:pt x="95" y="7"/>
                  </a:cubicBezTo>
                  <a:cubicBezTo>
                    <a:pt x="81" y="10"/>
                    <a:pt x="60" y="10"/>
                    <a:pt x="47" y="1"/>
                  </a:cubicBezTo>
                  <a:cubicBezTo>
                    <a:pt x="46" y="0"/>
                    <a:pt x="45" y="1"/>
                    <a:pt x="44" y="1"/>
                  </a:cubicBezTo>
                  <a:cubicBezTo>
                    <a:pt x="35" y="10"/>
                    <a:pt x="24" y="7"/>
                    <a:pt x="13" y="7"/>
                  </a:cubicBezTo>
                  <a:cubicBezTo>
                    <a:pt x="8" y="7"/>
                    <a:pt x="3" y="8"/>
                    <a:pt x="1" y="13"/>
                  </a:cubicBezTo>
                  <a:cubicBezTo>
                    <a:pt x="0" y="14"/>
                    <a:pt x="2" y="15"/>
                    <a:pt x="3" y="14"/>
                  </a:cubicBezTo>
                  <a:close/>
                </a:path>
              </a:pathLst>
            </a:cu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F3F2BDC-E4B2-493D-822D-BFC6F0F416EB}"/>
              </a:ext>
            </a:extLst>
          </p:cNvPr>
          <p:cNvGrpSpPr/>
          <p:nvPr/>
        </p:nvGrpSpPr>
        <p:grpSpPr>
          <a:xfrm>
            <a:off x="9601293" y="1913304"/>
            <a:ext cx="530225" cy="403224"/>
            <a:chOff x="9041107" y="2290919"/>
            <a:chExt cx="530225" cy="403224"/>
          </a:xfrm>
        </p:grpSpPr>
        <p:sp>
          <p:nvSpPr>
            <p:cNvPr id="2275" name="Rectangle 430">
              <a:extLst>
                <a:ext uri="{FF2B5EF4-FFF2-40B4-BE49-F238E27FC236}">
                  <a16:creationId xmlns:a16="http://schemas.microsoft.com/office/drawing/2014/main" id="{7F061439-9213-4F79-AC39-8809AE6AD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4132" y="2667156"/>
              <a:ext cx="331788" cy="26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6" name="Freeform 431">
              <a:extLst>
                <a:ext uri="{FF2B5EF4-FFF2-40B4-BE49-F238E27FC236}">
                  <a16:creationId xmlns:a16="http://schemas.microsoft.com/office/drawing/2014/main" id="{BF41878F-B12E-4F4D-AEFC-EB3BE23D3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2907" y="2667156"/>
              <a:ext cx="61913" cy="15875"/>
            </a:xfrm>
            <a:custGeom>
              <a:avLst/>
              <a:gdLst>
                <a:gd name="T0" fmla="*/ 39 w 39"/>
                <a:gd name="T1" fmla="*/ 0 h 10"/>
                <a:gd name="T2" fmla="*/ 0 w 39"/>
                <a:gd name="T3" fmla="*/ 0 h 10"/>
                <a:gd name="T4" fmla="*/ 0 w 39"/>
                <a:gd name="T5" fmla="*/ 4 h 10"/>
                <a:gd name="T6" fmla="*/ 11 w 39"/>
                <a:gd name="T7" fmla="*/ 2 h 10"/>
                <a:gd name="T8" fmla="*/ 19 w 39"/>
                <a:gd name="T9" fmla="*/ 10 h 10"/>
                <a:gd name="T10" fmla="*/ 27 w 39"/>
                <a:gd name="T11" fmla="*/ 2 h 10"/>
                <a:gd name="T12" fmla="*/ 39 w 39"/>
                <a:gd name="T13" fmla="*/ 4 h 10"/>
                <a:gd name="T14" fmla="*/ 39 w 39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10">
                  <a:moveTo>
                    <a:pt x="3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1" y="2"/>
                  </a:lnTo>
                  <a:lnTo>
                    <a:pt x="19" y="10"/>
                  </a:lnTo>
                  <a:lnTo>
                    <a:pt x="27" y="2"/>
                  </a:lnTo>
                  <a:lnTo>
                    <a:pt x="39" y="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18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7" name="Freeform 432">
              <a:extLst>
                <a:ext uri="{FF2B5EF4-FFF2-40B4-BE49-F238E27FC236}">
                  <a16:creationId xmlns:a16="http://schemas.microsoft.com/office/drawing/2014/main" id="{955CD837-42F5-46FF-B0D4-D70C1A1D4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2907" y="2667156"/>
              <a:ext cx="61913" cy="15875"/>
            </a:xfrm>
            <a:custGeom>
              <a:avLst/>
              <a:gdLst>
                <a:gd name="T0" fmla="*/ 39 w 39"/>
                <a:gd name="T1" fmla="*/ 0 h 10"/>
                <a:gd name="T2" fmla="*/ 0 w 39"/>
                <a:gd name="T3" fmla="*/ 0 h 10"/>
                <a:gd name="T4" fmla="*/ 0 w 39"/>
                <a:gd name="T5" fmla="*/ 4 h 10"/>
                <a:gd name="T6" fmla="*/ 11 w 39"/>
                <a:gd name="T7" fmla="*/ 2 h 10"/>
                <a:gd name="T8" fmla="*/ 19 w 39"/>
                <a:gd name="T9" fmla="*/ 10 h 10"/>
                <a:gd name="T10" fmla="*/ 27 w 39"/>
                <a:gd name="T11" fmla="*/ 2 h 10"/>
                <a:gd name="T12" fmla="*/ 39 w 39"/>
                <a:gd name="T13" fmla="*/ 4 h 10"/>
                <a:gd name="T14" fmla="*/ 39 w 39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10">
                  <a:moveTo>
                    <a:pt x="3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1" y="2"/>
                  </a:lnTo>
                  <a:lnTo>
                    <a:pt x="19" y="10"/>
                  </a:lnTo>
                  <a:lnTo>
                    <a:pt x="27" y="2"/>
                  </a:lnTo>
                  <a:lnTo>
                    <a:pt x="39" y="4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8" name="Rectangle 437">
              <a:extLst>
                <a:ext uri="{FF2B5EF4-FFF2-40B4-BE49-F238E27FC236}">
                  <a16:creationId xmlns:a16="http://schemas.microsoft.com/office/drawing/2014/main" id="{C5538CC0-6D64-43CF-A289-72021452D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982" y="2306794"/>
              <a:ext cx="498475" cy="360362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79" name="Rectangle 438">
              <a:extLst>
                <a:ext uri="{FF2B5EF4-FFF2-40B4-BE49-F238E27FC236}">
                  <a16:creationId xmlns:a16="http://schemas.microsoft.com/office/drawing/2014/main" id="{94BBB039-0064-47D6-A665-2F289A1FD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982" y="2306794"/>
              <a:ext cx="498475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0" name="Rectangle 439">
              <a:extLst>
                <a:ext uri="{FF2B5EF4-FFF2-40B4-BE49-F238E27FC236}">
                  <a16:creationId xmlns:a16="http://schemas.microsoft.com/office/drawing/2014/main" id="{EB4217A9-8C39-483A-906E-33BAE43E8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348069"/>
              <a:ext cx="290513" cy="33337"/>
            </a:xfrm>
            <a:prstGeom prst="rect">
              <a:avLst/>
            </a:prstGeom>
            <a:solidFill>
              <a:srgbClr val="BDC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1" name="Rectangle 440">
              <a:extLst>
                <a:ext uri="{FF2B5EF4-FFF2-40B4-BE49-F238E27FC236}">
                  <a16:creationId xmlns:a16="http://schemas.microsoft.com/office/drawing/2014/main" id="{80C3F4BC-7573-4459-980A-E9B5200BE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348069"/>
              <a:ext cx="290513" cy="33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2" name="Rectangle 441">
              <a:extLst>
                <a:ext uri="{FF2B5EF4-FFF2-40B4-BE49-F238E27FC236}">
                  <a16:creationId xmlns:a16="http://schemas.microsoft.com/office/drawing/2014/main" id="{AB42BD8F-2085-488C-AA9A-99962709F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400456"/>
              <a:ext cx="290513" cy="31750"/>
            </a:xfrm>
            <a:prstGeom prst="rect">
              <a:avLst/>
            </a:prstGeom>
            <a:solidFill>
              <a:srgbClr val="BDC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3" name="Rectangle 442">
              <a:extLst>
                <a:ext uri="{FF2B5EF4-FFF2-40B4-BE49-F238E27FC236}">
                  <a16:creationId xmlns:a16="http://schemas.microsoft.com/office/drawing/2014/main" id="{C611A157-7C00-4E9A-88E9-6E5310025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400456"/>
              <a:ext cx="290513" cy="3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4" name="Rectangle 443">
              <a:extLst>
                <a:ext uri="{FF2B5EF4-FFF2-40B4-BE49-F238E27FC236}">
                  <a16:creationId xmlns:a16="http://schemas.microsoft.com/office/drawing/2014/main" id="{D5A388EF-DA31-4BCA-A1D8-88C4EC932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581431"/>
              <a:ext cx="290513" cy="31750"/>
            </a:xfrm>
            <a:prstGeom prst="rect">
              <a:avLst/>
            </a:prstGeom>
            <a:solidFill>
              <a:srgbClr val="BDC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5" name="Rectangle 444">
              <a:extLst>
                <a:ext uri="{FF2B5EF4-FFF2-40B4-BE49-F238E27FC236}">
                  <a16:creationId xmlns:a16="http://schemas.microsoft.com/office/drawing/2014/main" id="{DA9EFFE0-7BCC-4DBF-A3A1-D8781F85E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581431"/>
              <a:ext cx="290513" cy="3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6" name="Rectangle 445">
              <a:extLst>
                <a:ext uri="{FF2B5EF4-FFF2-40B4-BE49-F238E27FC236}">
                  <a16:creationId xmlns:a16="http://schemas.microsoft.com/office/drawing/2014/main" id="{C2509903-AAD7-4DD6-9AE4-B04F71088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473481"/>
              <a:ext cx="420688" cy="33337"/>
            </a:xfrm>
            <a:prstGeom prst="rect">
              <a:avLst/>
            </a:prstGeom>
            <a:solidFill>
              <a:srgbClr val="BDC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7" name="Rectangle 446">
              <a:extLst>
                <a:ext uri="{FF2B5EF4-FFF2-40B4-BE49-F238E27FC236}">
                  <a16:creationId xmlns:a16="http://schemas.microsoft.com/office/drawing/2014/main" id="{576B815B-3BE9-41BF-B068-7E3B9DFE6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473481"/>
              <a:ext cx="420688" cy="33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8" name="Rectangle 447">
              <a:extLst>
                <a:ext uri="{FF2B5EF4-FFF2-40B4-BE49-F238E27FC236}">
                  <a16:creationId xmlns:a16="http://schemas.microsoft.com/office/drawing/2014/main" id="{21FE3A0C-4BF1-4B6E-996B-672669E6C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522694"/>
              <a:ext cx="420688" cy="33337"/>
            </a:xfrm>
            <a:prstGeom prst="rect">
              <a:avLst/>
            </a:prstGeom>
            <a:solidFill>
              <a:srgbClr val="BDC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89" name="Rectangle 448">
              <a:extLst>
                <a:ext uri="{FF2B5EF4-FFF2-40B4-BE49-F238E27FC236}">
                  <a16:creationId xmlns:a16="http://schemas.microsoft.com/office/drawing/2014/main" id="{BE22793B-2221-47C7-A860-15FD01E0B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494" y="2522694"/>
              <a:ext cx="420688" cy="33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0" name="Freeform 449">
              <a:extLst>
                <a:ext uri="{FF2B5EF4-FFF2-40B4-BE49-F238E27FC236}">
                  <a16:creationId xmlns:a16="http://schemas.microsoft.com/office/drawing/2014/main" id="{6CF1CDA5-7F55-4E0C-9E18-B902BBCD2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82" y="2535394"/>
              <a:ext cx="101600" cy="106362"/>
            </a:xfrm>
            <a:custGeom>
              <a:avLst/>
              <a:gdLst>
                <a:gd name="T0" fmla="*/ 31 w 64"/>
                <a:gd name="T1" fmla="*/ 0 h 67"/>
                <a:gd name="T2" fmla="*/ 39 w 64"/>
                <a:gd name="T3" fmla="*/ 8 h 67"/>
                <a:gd name="T4" fmla="*/ 51 w 64"/>
                <a:gd name="T5" fmla="*/ 6 h 67"/>
                <a:gd name="T6" fmla="*/ 52 w 64"/>
                <a:gd name="T7" fmla="*/ 18 h 67"/>
                <a:gd name="T8" fmla="*/ 64 w 64"/>
                <a:gd name="T9" fmla="*/ 23 h 67"/>
                <a:gd name="T10" fmla="*/ 57 w 64"/>
                <a:gd name="T11" fmla="*/ 34 h 67"/>
                <a:gd name="T12" fmla="*/ 64 w 64"/>
                <a:gd name="T13" fmla="*/ 44 h 67"/>
                <a:gd name="T14" fmla="*/ 52 w 64"/>
                <a:gd name="T15" fmla="*/ 49 h 67"/>
                <a:gd name="T16" fmla="*/ 51 w 64"/>
                <a:gd name="T17" fmla="*/ 60 h 67"/>
                <a:gd name="T18" fmla="*/ 39 w 64"/>
                <a:gd name="T19" fmla="*/ 59 h 67"/>
                <a:gd name="T20" fmla="*/ 31 w 64"/>
                <a:gd name="T21" fmla="*/ 67 h 67"/>
                <a:gd name="T22" fmla="*/ 23 w 64"/>
                <a:gd name="T23" fmla="*/ 59 h 67"/>
                <a:gd name="T24" fmla="*/ 11 w 64"/>
                <a:gd name="T25" fmla="*/ 60 h 67"/>
                <a:gd name="T26" fmla="*/ 10 w 64"/>
                <a:gd name="T27" fmla="*/ 49 h 67"/>
                <a:gd name="T28" fmla="*/ 0 w 64"/>
                <a:gd name="T29" fmla="*/ 44 h 67"/>
                <a:gd name="T30" fmla="*/ 5 w 64"/>
                <a:gd name="T31" fmla="*/ 34 h 67"/>
                <a:gd name="T32" fmla="*/ 0 w 64"/>
                <a:gd name="T33" fmla="*/ 23 h 67"/>
                <a:gd name="T34" fmla="*/ 10 w 64"/>
                <a:gd name="T35" fmla="*/ 18 h 67"/>
                <a:gd name="T36" fmla="*/ 11 w 64"/>
                <a:gd name="T37" fmla="*/ 6 h 67"/>
                <a:gd name="T38" fmla="*/ 23 w 64"/>
                <a:gd name="T39" fmla="*/ 8 h 67"/>
                <a:gd name="T40" fmla="*/ 31 w 64"/>
                <a:gd name="T4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7">
                  <a:moveTo>
                    <a:pt x="31" y="0"/>
                  </a:moveTo>
                  <a:lnTo>
                    <a:pt x="39" y="8"/>
                  </a:lnTo>
                  <a:lnTo>
                    <a:pt x="51" y="6"/>
                  </a:lnTo>
                  <a:lnTo>
                    <a:pt x="52" y="18"/>
                  </a:lnTo>
                  <a:lnTo>
                    <a:pt x="64" y="23"/>
                  </a:lnTo>
                  <a:lnTo>
                    <a:pt x="57" y="34"/>
                  </a:lnTo>
                  <a:lnTo>
                    <a:pt x="64" y="44"/>
                  </a:lnTo>
                  <a:lnTo>
                    <a:pt x="52" y="49"/>
                  </a:lnTo>
                  <a:lnTo>
                    <a:pt x="51" y="60"/>
                  </a:lnTo>
                  <a:lnTo>
                    <a:pt x="39" y="59"/>
                  </a:lnTo>
                  <a:lnTo>
                    <a:pt x="31" y="67"/>
                  </a:lnTo>
                  <a:lnTo>
                    <a:pt x="23" y="59"/>
                  </a:lnTo>
                  <a:lnTo>
                    <a:pt x="11" y="60"/>
                  </a:lnTo>
                  <a:lnTo>
                    <a:pt x="10" y="49"/>
                  </a:lnTo>
                  <a:lnTo>
                    <a:pt x="0" y="44"/>
                  </a:lnTo>
                  <a:lnTo>
                    <a:pt x="5" y="34"/>
                  </a:lnTo>
                  <a:lnTo>
                    <a:pt x="0" y="23"/>
                  </a:lnTo>
                  <a:lnTo>
                    <a:pt x="10" y="18"/>
                  </a:lnTo>
                  <a:lnTo>
                    <a:pt x="11" y="6"/>
                  </a:lnTo>
                  <a:lnTo>
                    <a:pt x="23" y="8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CD5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1" name="Freeform 450">
              <a:extLst>
                <a:ext uri="{FF2B5EF4-FFF2-40B4-BE49-F238E27FC236}">
                  <a16:creationId xmlns:a16="http://schemas.microsoft.com/office/drawing/2014/main" id="{2BE1F512-592C-4223-A35A-9B9553969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1107" y="2290919"/>
              <a:ext cx="530225" cy="392112"/>
            </a:xfrm>
            <a:custGeom>
              <a:avLst/>
              <a:gdLst>
                <a:gd name="T0" fmla="*/ 324 w 334"/>
                <a:gd name="T1" fmla="*/ 237 h 247"/>
                <a:gd name="T2" fmla="*/ 324 w 334"/>
                <a:gd name="T3" fmla="*/ 227 h 247"/>
                <a:gd name="T4" fmla="*/ 20 w 334"/>
                <a:gd name="T5" fmla="*/ 227 h 247"/>
                <a:gd name="T6" fmla="*/ 20 w 334"/>
                <a:gd name="T7" fmla="*/ 20 h 247"/>
                <a:gd name="T8" fmla="*/ 314 w 334"/>
                <a:gd name="T9" fmla="*/ 20 h 247"/>
                <a:gd name="T10" fmla="*/ 314 w 334"/>
                <a:gd name="T11" fmla="*/ 237 h 247"/>
                <a:gd name="T12" fmla="*/ 324 w 334"/>
                <a:gd name="T13" fmla="*/ 237 h 247"/>
                <a:gd name="T14" fmla="*/ 324 w 334"/>
                <a:gd name="T15" fmla="*/ 227 h 247"/>
                <a:gd name="T16" fmla="*/ 324 w 334"/>
                <a:gd name="T17" fmla="*/ 237 h 247"/>
                <a:gd name="T18" fmla="*/ 334 w 334"/>
                <a:gd name="T19" fmla="*/ 237 h 247"/>
                <a:gd name="T20" fmla="*/ 334 w 334"/>
                <a:gd name="T21" fmla="*/ 0 h 247"/>
                <a:gd name="T22" fmla="*/ 0 w 334"/>
                <a:gd name="T23" fmla="*/ 0 h 247"/>
                <a:gd name="T24" fmla="*/ 0 w 334"/>
                <a:gd name="T25" fmla="*/ 247 h 247"/>
                <a:gd name="T26" fmla="*/ 334 w 334"/>
                <a:gd name="T27" fmla="*/ 247 h 247"/>
                <a:gd name="T28" fmla="*/ 334 w 334"/>
                <a:gd name="T29" fmla="*/ 237 h 247"/>
                <a:gd name="T30" fmla="*/ 324 w 334"/>
                <a:gd name="T31" fmla="*/ 23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4" h="247">
                  <a:moveTo>
                    <a:pt x="324" y="237"/>
                  </a:moveTo>
                  <a:lnTo>
                    <a:pt x="324" y="227"/>
                  </a:lnTo>
                  <a:lnTo>
                    <a:pt x="20" y="227"/>
                  </a:lnTo>
                  <a:lnTo>
                    <a:pt x="20" y="20"/>
                  </a:lnTo>
                  <a:lnTo>
                    <a:pt x="314" y="20"/>
                  </a:lnTo>
                  <a:lnTo>
                    <a:pt x="314" y="237"/>
                  </a:lnTo>
                  <a:lnTo>
                    <a:pt x="324" y="237"/>
                  </a:lnTo>
                  <a:lnTo>
                    <a:pt x="324" y="227"/>
                  </a:lnTo>
                  <a:lnTo>
                    <a:pt x="324" y="237"/>
                  </a:lnTo>
                  <a:lnTo>
                    <a:pt x="334" y="237"/>
                  </a:lnTo>
                  <a:lnTo>
                    <a:pt x="334" y="0"/>
                  </a:lnTo>
                  <a:lnTo>
                    <a:pt x="0" y="0"/>
                  </a:lnTo>
                  <a:lnTo>
                    <a:pt x="0" y="247"/>
                  </a:lnTo>
                  <a:lnTo>
                    <a:pt x="334" y="247"/>
                  </a:lnTo>
                  <a:lnTo>
                    <a:pt x="334" y="237"/>
                  </a:lnTo>
                  <a:lnTo>
                    <a:pt x="324" y="237"/>
                  </a:lnTo>
                  <a:close/>
                </a:path>
              </a:pathLst>
            </a:custGeom>
            <a:solidFill>
              <a:srgbClr val="B465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8B0EE22-0C91-493B-8482-37F53A7CE753}"/>
              </a:ext>
            </a:extLst>
          </p:cNvPr>
          <p:cNvGrpSpPr/>
          <p:nvPr/>
        </p:nvGrpSpPr>
        <p:grpSpPr>
          <a:xfrm>
            <a:off x="9289392" y="2514756"/>
            <a:ext cx="1127125" cy="712788"/>
            <a:chOff x="9025232" y="2616356"/>
            <a:chExt cx="1127125" cy="712788"/>
          </a:xfrm>
        </p:grpSpPr>
        <p:sp>
          <p:nvSpPr>
            <p:cNvPr id="2292" name="Freeform 476">
              <a:extLst>
                <a:ext uri="{FF2B5EF4-FFF2-40B4-BE49-F238E27FC236}">
                  <a16:creationId xmlns:a16="http://schemas.microsoft.com/office/drawing/2014/main" id="{FC9B141E-CC0B-4F49-973C-35720EF53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3569" y="2714781"/>
              <a:ext cx="192088" cy="179387"/>
            </a:xfrm>
            <a:custGeom>
              <a:avLst/>
              <a:gdLst>
                <a:gd name="T0" fmla="*/ 8 w 74"/>
                <a:gd name="T1" fmla="*/ 9 h 69"/>
                <a:gd name="T2" fmla="*/ 1 w 74"/>
                <a:gd name="T3" fmla="*/ 31 h 69"/>
                <a:gd name="T4" fmla="*/ 11 w 74"/>
                <a:gd name="T5" fmla="*/ 54 h 69"/>
                <a:gd name="T6" fmla="*/ 68 w 74"/>
                <a:gd name="T7" fmla="*/ 52 h 69"/>
                <a:gd name="T8" fmla="*/ 58 w 74"/>
                <a:gd name="T9" fmla="*/ 28 h 69"/>
                <a:gd name="T10" fmla="*/ 39 w 74"/>
                <a:gd name="T11" fmla="*/ 29 h 69"/>
                <a:gd name="T12" fmla="*/ 34 w 74"/>
                <a:gd name="T13" fmla="*/ 29 h 69"/>
                <a:gd name="T14" fmla="*/ 30 w 74"/>
                <a:gd name="T15" fmla="*/ 28 h 69"/>
                <a:gd name="T16" fmla="*/ 29 w 74"/>
                <a:gd name="T17" fmla="*/ 28 h 69"/>
                <a:gd name="T18" fmla="*/ 28 w 74"/>
                <a:gd name="T19" fmla="*/ 27 h 69"/>
                <a:gd name="T20" fmla="*/ 25 w 74"/>
                <a:gd name="T21" fmla="*/ 24 h 69"/>
                <a:gd name="T22" fmla="*/ 24 w 74"/>
                <a:gd name="T23" fmla="*/ 16 h 69"/>
                <a:gd name="T24" fmla="*/ 8 w 74"/>
                <a:gd name="T25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" h="69">
                  <a:moveTo>
                    <a:pt x="8" y="9"/>
                  </a:moveTo>
                  <a:cubicBezTo>
                    <a:pt x="6" y="16"/>
                    <a:pt x="1" y="22"/>
                    <a:pt x="1" y="31"/>
                  </a:cubicBezTo>
                  <a:cubicBezTo>
                    <a:pt x="0" y="40"/>
                    <a:pt x="5" y="48"/>
                    <a:pt x="11" y="54"/>
                  </a:cubicBezTo>
                  <a:cubicBezTo>
                    <a:pt x="26" y="67"/>
                    <a:pt x="56" y="69"/>
                    <a:pt x="68" y="52"/>
                  </a:cubicBezTo>
                  <a:cubicBezTo>
                    <a:pt x="74" y="43"/>
                    <a:pt x="68" y="31"/>
                    <a:pt x="58" y="28"/>
                  </a:cubicBezTo>
                  <a:cubicBezTo>
                    <a:pt x="51" y="26"/>
                    <a:pt x="46" y="28"/>
                    <a:pt x="39" y="29"/>
                  </a:cubicBezTo>
                  <a:cubicBezTo>
                    <a:pt x="41" y="29"/>
                    <a:pt x="35" y="29"/>
                    <a:pt x="34" y="29"/>
                  </a:cubicBezTo>
                  <a:cubicBezTo>
                    <a:pt x="37" y="29"/>
                    <a:pt x="31" y="28"/>
                    <a:pt x="30" y="28"/>
                  </a:cubicBezTo>
                  <a:cubicBezTo>
                    <a:pt x="28" y="27"/>
                    <a:pt x="28" y="28"/>
                    <a:pt x="29" y="28"/>
                  </a:cubicBezTo>
                  <a:cubicBezTo>
                    <a:pt x="29" y="28"/>
                    <a:pt x="30" y="28"/>
                    <a:pt x="28" y="27"/>
                  </a:cubicBezTo>
                  <a:cubicBezTo>
                    <a:pt x="30" y="28"/>
                    <a:pt x="26" y="24"/>
                    <a:pt x="25" y="24"/>
                  </a:cubicBezTo>
                  <a:cubicBezTo>
                    <a:pt x="24" y="22"/>
                    <a:pt x="23" y="18"/>
                    <a:pt x="24" y="16"/>
                  </a:cubicBezTo>
                  <a:cubicBezTo>
                    <a:pt x="27" y="7"/>
                    <a:pt x="12" y="0"/>
                    <a:pt x="8" y="9"/>
                  </a:cubicBezTo>
                </a:path>
              </a:pathLst>
            </a:custGeom>
            <a:solidFill>
              <a:srgbClr val="A8E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3" name="Freeform 477">
              <a:extLst>
                <a:ext uri="{FF2B5EF4-FFF2-40B4-BE49-F238E27FC236}">
                  <a16:creationId xmlns:a16="http://schemas.microsoft.com/office/drawing/2014/main" id="{40DA93B4-A0D4-4C2F-ADE0-58C4F01F6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3269" y="2625881"/>
              <a:ext cx="147638" cy="127000"/>
            </a:xfrm>
            <a:custGeom>
              <a:avLst/>
              <a:gdLst>
                <a:gd name="T0" fmla="*/ 7 w 57"/>
                <a:gd name="T1" fmla="*/ 37 h 49"/>
                <a:gd name="T2" fmla="*/ 34 w 57"/>
                <a:gd name="T3" fmla="*/ 45 h 49"/>
                <a:gd name="T4" fmla="*/ 53 w 57"/>
                <a:gd name="T5" fmla="*/ 12 h 49"/>
                <a:gd name="T6" fmla="*/ 33 w 57"/>
                <a:gd name="T7" fmla="*/ 7 h 49"/>
                <a:gd name="T8" fmla="*/ 27 w 57"/>
                <a:gd name="T9" fmla="*/ 18 h 49"/>
                <a:gd name="T10" fmla="*/ 26 w 57"/>
                <a:gd name="T11" fmla="*/ 19 h 49"/>
                <a:gd name="T12" fmla="*/ 25 w 57"/>
                <a:gd name="T13" fmla="*/ 21 h 49"/>
                <a:gd name="T14" fmla="*/ 25 w 57"/>
                <a:gd name="T15" fmla="*/ 22 h 49"/>
                <a:gd name="T16" fmla="*/ 24 w 57"/>
                <a:gd name="T17" fmla="*/ 23 h 49"/>
                <a:gd name="T18" fmla="*/ 22 w 57"/>
                <a:gd name="T19" fmla="*/ 26 h 49"/>
                <a:gd name="T20" fmla="*/ 21 w 57"/>
                <a:gd name="T21" fmla="*/ 26 h 49"/>
                <a:gd name="T22" fmla="*/ 20 w 57"/>
                <a:gd name="T23" fmla="*/ 26 h 49"/>
                <a:gd name="T24" fmla="*/ 17 w 57"/>
                <a:gd name="T25" fmla="*/ 24 h 49"/>
                <a:gd name="T26" fmla="*/ 7 w 57"/>
                <a:gd name="T27" fmla="*/ 3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49">
                  <a:moveTo>
                    <a:pt x="7" y="37"/>
                  </a:moveTo>
                  <a:cubicBezTo>
                    <a:pt x="14" y="44"/>
                    <a:pt x="25" y="49"/>
                    <a:pt x="34" y="45"/>
                  </a:cubicBezTo>
                  <a:cubicBezTo>
                    <a:pt x="47" y="40"/>
                    <a:pt x="57" y="25"/>
                    <a:pt x="53" y="12"/>
                  </a:cubicBezTo>
                  <a:cubicBezTo>
                    <a:pt x="50" y="4"/>
                    <a:pt x="39" y="0"/>
                    <a:pt x="33" y="7"/>
                  </a:cubicBezTo>
                  <a:cubicBezTo>
                    <a:pt x="30" y="10"/>
                    <a:pt x="28" y="14"/>
                    <a:pt x="27" y="18"/>
                  </a:cubicBezTo>
                  <a:cubicBezTo>
                    <a:pt x="27" y="17"/>
                    <a:pt x="27" y="18"/>
                    <a:pt x="26" y="19"/>
                  </a:cubicBezTo>
                  <a:cubicBezTo>
                    <a:pt x="26" y="20"/>
                    <a:pt x="25" y="21"/>
                    <a:pt x="25" y="21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4" y="23"/>
                    <a:pt x="24" y="24"/>
                    <a:pt x="24" y="23"/>
                  </a:cubicBezTo>
                  <a:cubicBezTo>
                    <a:pt x="24" y="24"/>
                    <a:pt x="23" y="25"/>
                    <a:pt x="22" y="26"/>
                  </a:cubicBezTo>
                  <a:cubicBezTo>
                    <a:pt x="20" y="27"/>
                    <a:pt x="21" y="26"/>
                    <a:pt x="21" y="26"/>
                  </a:cubicBezTo>
                  <a:cubicBezTo>
                    <a:pt x="19" y="27"/>
                    <a:pt x="23" y="27"/>
                    <a:pt x="20" y="26"/>
                  </a:cubicBezTo>
                  <a:cubicBezTo>
                    <a:pt x="19" y="26"/>
                    <a:pt x="18" y="25"/>
                    <a:pt x="17" y="24"/>
                  </a:cubicBezTo>
                  <a:cubicBezTo>
                    <a:pt x="9" y="20"/>
                    <a:pt x="0" y="31"/>
                    <a:pt x="7" y="37"/>
                  </a:cubicBezTo>
                </a:path>
              </a:pathLst>
            </a:custGeom>
            <a:solidFill>
              <a:srgbClr val="A8E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4" name="Oval 478">
              <a:extLst>
                <a:ext uri="{FF2B5EF4-FFF2-40B4-BE49-F238E27FC236}">
                  <a16:creationId xmlns:a16="http://schemas.microsoft.com/office/drawing/2014/main" id="{E3855BA0-1E04-44FF-9EC2-59CD3B73D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519" y="2616356"/>
              <a:ext cx="93663" cy="434975"/>
            </a:xfrm>
            <a:prstGeom prst="ellipse">
              <a:avLst/>
            </a:prstGeom>
            <a:solidFill>
              <a:srgbClr val="A8E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5" name="Freeform 479">
              <a:extLst>
                <a:ext uri="{FF2B5EF4-FFF2-40B4-BE49-F238E27FC236}">
                  <a16:creationId xmlns:a16="http://schemas.microsoft.com/office/drawing/2014/main" id="{2D193CD4-D10C-4A55-8C28-0F87C838C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0094" y="2616356"/>
              <a:ext cx="65088" cy="357187"/>
            </a:xfrm>
            <a:custGeom>
              <a:avLst/>
              <a:gdLst>
                <a:gd name="T0" fmla="*/ 7 w 25"/>
                <a:gd name="T1" fmla="*/ 0 h 138"/>
                <a:gd name="T2" fmla="*/ 0 w 25"/>
                <a:gd name="T3" fmla="*/ 6 h 138"/>
                <a:gd name="T4" fmla="*/ 12 w 25"/>
                <a:gd name="T5" fmla="*/ 86 h 138"/>
                <a:gd name="T6" fmla="*/ 9 w 25"/>
                <a:gd name="T7" fmla="*/ 138 h 138"/>
                <a:gd name="T8" fmla="*/ 21 w 25"/>
                <a:gd name="T9" fmla="*/ 138 h 138"/>
                <a:gd name="T10" fmla="*/ 25 w 25"/>
                <a:gd name="T11" fmla="*/ 84 h 138"/>
                <a:gd name="T12" fmla="*/ 24 w 25"/>
                <a:gd name="T13" fmla="*/ 50 h 138"/>
                <a:gd name="T14" fmla="*/ 21 w 25"/>
                <a:gd name="T15" fmla="*/ 30 h 138"/>
                <a:gd name="T16" fmla="*/ 19 w 25"/>
                <a:gd name="T17" fmla="*/ 18 h 138"/>
                <a:gd name="T18" fmla="*/ 7 w 25"/>
                <a:gd name="T1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138">
                  <a:moveTo>
                    <a:pt x="7" y="0"/>
                  </a:moveTo>
                  <a:cubicBezTo>
                    <a:pt x="5" y="0"/>
                    <a:pt x="2" y="2"/>
                    <a:pt x="0" y="6"/>
                  </a:cubicBezTo>
                  <a:cubicBezTo>
                    <a:pt x="14" y="29"/>
                    <a:pt x="12" y="61"/>
                    <a:pt x="12" y="86"/>
                  </a:cubicBezTo>
                  <a:cubicBezTo>
                    <a:pt x="11" y="103"/>
                    <a:pt x="11" y="121"/>
                    <a:pt x="9" y="138"/>
                  </a:cubicBezTo>
                  <a:cubicBezTo>
                    <a:pt x="21" y="138"/>
                    <a:pt x="21" y="138"/>
                    <a:pt x="21" y="138"/>
                  </a:cubicBezTo>
                  <a:cubicBezTo>
                    <a:pt x="24" y="123"/>
                    <a:pt x="25" y="104"/>
                    <a:pt x="25" y="84"/>
                  </a:cubicBezTo>
                  <a:cubicBezTo>
                    <a:pt x="25" y="72"/>
                    <a:pt x="25" y="60"/>
                    <a:pt x="24" y="50"/>
                  </a:cubicBezTo>
                  <a:cubicBezTo>
                    <a:pt x="23" y="43"/>
                    <a:pt x="22" y="36"/>
                    <a:pt x="21" y="30"/>
                  </a:cubicBezTo>
                  <a:cubicBezTo>
                    <a:pt x="20" y="26"/>
                    <a:pt x="20" y="22"/>
                    <a:pt x="19" y="18"/>
                  </a:cubicBezTo>
                  <a:cubicBezTo>
                    <a:pt x="16" y="7"/>
                    <a:pt x="12" y="0"/>
                    <a:pt x="7" y="0"/>
                  </a:cubicBezTo>
                </a:path>
              </a:pathLst>
            </a:custGeom>
            <a:solidFill>
              <a:srgbClr val="8CB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6" name="Freeform 482">
              <a:extLst>
                <a:ext uri="{FF2B5EF4-FFF2-40B4-BE49-F238E27FC236}">
                  <a16:creationId xmlns:a16="http://schemas.microsoft.com/office/drawing/2014/main" id="{29E367A9-4334-47C6-AC51-BE631F483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9282" y="2973544"/>
              <a:ext cx="306388" cy="153987"/>
            </a:xfrm>
            <a:custGeom>
              <a:avLst/>
              <a:gdLst>
                <a:gd name="T0" fmla="*/ 118 w 118"/>
                <a:gd name="T1" fmla="*/ 0 h 59"/>
                <a:gd name="T2" fmla="*/ 59 w 118"/>
                <a:gd name="T3" fmla="*/ 59 h 59"/>
                <a:gd name="T4" fmla="*/ 0 w 118"/>
                <a:gd name="T5" fmla="*/ 0 h 59"/>
                <a:gd name="T6" fmla="*/ 118 w 118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" h="59">
                  <a:moveTo>
                    <a:pt x="118" y="0"/>
                  </a:moveTo>
                  <a:cubicBezTo>
                    <a:pt x="118" y="32"/>
                    <a:pt x="91" y="59"/>
                    <a:pt x="59" y="59"/>
                  </a:cubicBezTo>
                  <a:cubicBezTo>
                    <a:pt x="27" y="59"/>
                    <a:pt x="0" y="32"/>
                    <a:pt x="0" y="0"/>
                  </a:cubicBezTo>
                  <a:cubicBezTo>
                    <a:pt x="118" y="0"/>
                    <a:pt x="118" y="0"/>
                    <a:pt x="118" y="0"/>
                  </a:cubicBezTo>
                </a:path>
              </a:pathLst>
            </a:custGeom>
            <a:solidFill>
              <a:srgbClr val="CD5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7" name="Freeform 486">
              <a:extLst>
                <a:ext uri="{FF2B5EF4-FFF2-40B4-BE49-F238E27FC236}">
                  <a16:creationId xmlns:a16="http://schemas.microsoft.com/office/drawing/2014/main" id="{3E593008-C83C-440D-AA66-F4780EEC1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0394" y="3014819"/>
              <a:ext cx="288925" cy="39687"/>
            </a:xfrm>
            <a:custGeom>
              <a:avLst/>
              <a:gdLst>
                <a:gd name="T0" fmla="*/ 111 w 111"/>
                <a:gd name="T1" fmla="*/ 0 h 15"/>
                <a:gd name="T2" fmla="*/ 0 w 111"/>
                <a:gd name="T3" fmla="*/ 0 h 15"/>
                <a:gd name="T4" fmla="*/ 0 w 111"/>
                <a:gd name="T5" fmla="*/ 5 h 15"/>
                <a:gd name="T6" fmla="*/ 5 w 111"/>
                <a:gd name="T7" fmla="*/ 15 h 15"/>
                <a:gd name="T8" fmla="*/ 105 w 111"/>
                <a:gd name="T9" fmla="*/ 15 h 15"/>
                <a:gd name="T10" fmla="*/ 111 w 111"/>
                <a:gd name="T11" fmla="*/ 0 h 15"/>
                <a:gd name="T12" fmla="*/ 111 w 111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5">
                  <a:moveTo>
                    <a:pt x="1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8"/>
                    <a:pt x="3" y="12"/>
                    <a:pt x="5" y="15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8" y="10"/>
                    <a:pt x="110" y="5"/>
                    <a:pt x="111" y="0"/>
                  </a:cubicBez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823E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8" name="Rectangle 487">
              <a:extLst>
                <a:ext uri="{FF2B5EF4-FFF2-40B4-BE49-F238E27FC236}">
                  <a16:creationId xmlns:a16="http://schemas.microsoft.com/office/drawing/2014/main" id="{465C86DD-3886-4CD6-9B76-F18EC8099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9119" y="2973544"/>
              <a:ext cx="368300" cy="39687"/>
            </a:xfrm>
            <a:prstGeom prst="rect">
              <a:avLst/>
            </a:prstGeom>
            <a:solidFill>
              <a:srgbClr val="AF3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299" name="Rectangle 492">
              <a:extLst>
                <a:ext uri="{FF2B5EF4-FFF2-40B4-BE49-F238E27FC236}">
                  <a16:creationId xmlns:a16="http://schemas.microsoft.com/office/drawing/2014/main" id="{D66AA688-A5B2-4277-B404-3B7629509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807" y="2911631"/>
              <a:ext cx="244475" cy="215900"/>
            </a:xfrm>
            <a:prstGeom prst="rect">
              <a:avLst/>
            </a:prstGeom>
            <a:solidFill>
              <a:srgbClr val="FFD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0" name="Rectangle 493">
              <a:extLst>
                <a:ext uri="{FF2B5EF4-FFF2-40B4-BE49-F238E27FC236}">
                  <a16:creationId xmlns:a16="http://schemas.microsoft.com/office/drawing/2014/main" id="{B81C5514-1138-455C-B73C-073DE8BB8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807" y="2911631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1" name="Freeform 495">
              <a:extLst>
                <a:ext uri="{FF2B5EF4-FFF2-40B4-BE49-F238E27FC236}">
                  <a16:creationId xmlns:a16="http://schemas.microsoft.com/office/drawing/2014/main" id="{FE1617FA-F408-42B7-821A-791BFA2CF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919" y="2924331"/>
              <a:ext cx="65088" cy="57150"/>
            </a:xfrm>
            <a:custGeom>
              <a:avLst/>
              <a:gdLst>
                <a:gd name="T0" fmla="*/ 41 w 41"/>
                <a:gd name="T1" fmla="*/ 0 h 36"/>
                <a:gd name="T2" fmla="*/ 0 w 41"/>
                <a:gd name="T3" fmla="*/ 0 h 36"/>
                <a:gd name="T4" fmla="*/ 0 w 41"/>
                <a:gd name="T5" fmla="*/ 18 h 36"/>
                <a:gd name="T6" fmla="*/ 13 w 41"/>
                <a:gd name="T7" fmla="*/ 18 h 36"/>
                <a:gd name="T8" fmla="*/ 13 w 41"/>
                <a:gd name="T9" fmla="*/ 36 h 36"/>
                <a:gd name="T10" fmla="*/ 41 w 41"/>
                <a:gd name="T11" fmla="*/ 36 h 36"/>
                <a:gd name="T12" fmla="*/ 41 w 41"/>
                <a:gd name="T1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6">
                  <a:moveTo>
                    <a:pt x="41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13" y="18"/>
                  </a:lnTo>
                  <a:lnTo>
                    <a:pt x="13" y="36"/>
                  </a:lnTo>
                  <a:lnTo>
                    <a:pt x="41" y="36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2" name="Rectangle 502">
              <a:extLst>
                <a:ext uri="{FF2B5EF4-FFF2-40B4-BE49-F238E27FC236}">
                  <a16:creationId xmlns:a16="http://schemas.microsoft.com/office/drawing/2014/main" id="{B7B4821E-6C05-4B2F-945F-C0A3F096F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9219" y="2924331"/>
              <a:ext cx="1588" cy="57150"/>
            </a:xfrm>
            <a:prstGeom prst="rect">
              <a:avLst/>
            </a:prstGeom>
            <a:solidFill>
              <a:srgbClr val="2C9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3" name="Rectangle 503">
              <a:extLst>
                <a:ext uri="{FF2B5EF4-FFF2-40B4-BE49-F238E27FC236}">
                  <a16:creationId xmlns:a16="http://schemas.microsoft.com/office/drawing/2014/main" id="{6FF76D9F-82AC-4CDE-894E-95F02CE97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9219" y="2924331"/>
              <a:ext cx="1588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4" name="Freeform 504">
              <a:extLst>
                <a:ext uri="{FF2B5EF4-FFF2-40B4-BE49-F238E27FC236}">
                  <a16:creationId xmlns:a16="http://schemas.microsoft.com/office/drawing/2014/main" id="{B978FF62-44E7-48E6-819D-3DB62D09E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0807" y="2924331"/>
              <a:ext cx="244475" cy="57150"/>
            </a:xfrm>
            <a:custGeom>
              <a:avLst/>
              <a:gdLst>
                <a:gd name="T0" fmla="*/ 154 w 154"/>
                <a:gd name="T1" fmla="*/ 0 h 36"/>
                <a:gd name="T2" fmla="*/ 0 w 154"/>
                <a:gd name="T3" fmla="*/ 0 h 36"/>
                <a:gd name="T4" fmla="*/ 0 w 154"/>
                <a:gd name="T5" fmla="*/ 36 h 36"/>
                <a:gd name="T6" fmla="*/ 154 w 154"/>
                <a:gd name="T7" fmla="*/ 36 h 36"/>
                <a:gd name="T8" fmla="*/ 154 w 154"/>
                <a:gd name="T9" fmla="*/ 18 h 36"/>
                <a:gd name="T10" fmla="*/ 154 w 154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36">
                  <a:moveTo>
                    <a:pt x="154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154" y="36"/>
                  </a:lnTo>
                  <a:lnTo>
                    <a:pt x="154" y="18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A1A3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5" name="Freeform 505">
              <a:extLst>
                <a:ext uri="{FF2B5EF4-FFF2-40B4-BE49-F238E27FC236}">
                  <a16:creationId xmlns:a16="http://schemas.microsoft.com/office/drawing/2014/main" id="{10190773-BDF8-432A-84C8-9FB45591B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0807" y="2924331"/>
              <a:ext cx="244475" cy="57150"/>
            </a:xfrm>
            <a:custGeom>
              <a:avLst/>
              <a:gdLst>
                <a:gd name="T0" fmla="*/ 154 w 154"/>
                <a:gd name="T1" fmla="*/ 0 h 36"/>
                <a:gd name="T2" fmla="*/ 0 w 154"/>
                <a:gd name="T3" fmla="*/ 0 h 36"/>
                <a:gd name="T4" fmla="*/ 0 w 154"/>
                <a:gd name="T5" fmla="*/ 36 h 36"/>
                <a:gd name="T6" fmla="*/ 154 w 154"/>
                <a:gd name="T7" fmla="*/ 36 h 36"/>
                <a:gd name="T8" fmla="*/ 154 w 154"/>
                <a:gd name="T9" fmla="*/ 18 h 36"/>
                <a:gd name="T10" fmla="*/ 154 w 154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36">
                  <a:moveTo>
                    <a:pt x="154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154" y="36"/>
                  </a:lnTo>
                  <a:lnTo>
                    <a:pt x="154" y="18"/>
                  </a:lnTo>
                  <a:lnTo>
                    <a:pt x="1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6" name="Rectangle 506">
              <a:extLst>
                <a:ext uri="{FF2B5EF4-FFF2-40B4-BE49-F238E27FC236}">
                  <a16:creationId xmlns:a16="http://schemas.microsoft.com/office/drawing/2014/main" id="{D87DACBF-7FE4-4E5B-9333-BA6ACB315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944" y="2883056"/>
              <a:ext cx="331788" cy="57150"/>
            </a:xfrm>
            <a:prstGeom prst="rect">
              <a:avLst/>
            </a:prstGeom>
            <a:solidFill>
              <a:srgbClr val="FFD7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7" name="Freeform 509">
              <a:extLst>
                <a:ext uri="{FF2B5EF4-FFF2-40B4-BE49-F238E27FC236}">
                  <a16:creationId xmlns:a16="http://schemas.microsoft.com/office/drawing/2014/main" id="{8C097D39-8AB4-4AC6-8155-65441709C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8094" y="3160869"/>
              <a:ext cx="377825" cy="57150"/>
            </a:xfrm>
            <a:custGeom>
              <a:avLst/>
              <a:gdLst>
                <a:gd name="T0" fmla="*/ 98 w 238"/>
                <a:gd name="T1" fmla="*/ 0 h 36"/>
                <a:gd name="T2" fmla="*/ 0 w 238"/>
                <a:gd name="T3" fmla="*/ 0 h 36"/>
                <a:gd name="T4" fmla="*/ 0 w 238"/>
                <a:gd name="T5" fmla="*/ 36 h 36"/>
                <a:gd name="T6" fmla="*/ 86 w 238"/>
                <a:gd name="T7" fmla="*/ 36 h 36"/>
                <a:gd name="T8" fmla="*/ 86 w 238"/>
                <a:gd name="T9" fmla="*/ 18 h 36"/>
                <a:gd name="T10" fmla="*/ 117 w 238"/>
                <a:gd name="T11" fmla="*/ 18 h 36"/>
                <a:gd name="T12" fmla="*/ 117 w 238"/>
                <a:gd name="T13" fmla="*/ 36 h 36"/>
                <a:gd name="T14" fmla="*/ 238 w 238"/>
                <a:gd name="T15" fmla="*/ 36 h 36"/>
                <a:gd name="T16" fmla="*/ 238 w 238"/>
                <a:gd name="T17" fmla="*/ 5 h 36"/>
                <a:gd name="T18" fmla="*/ 98 w 238"/>
                <a:gd name="T19" fmla="*/ 5 h 36"/>
                <a:gd name="T20" fmla="*/ 98 w 238"/>
                <a:gd name="T2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8" h="36">
                  <a:moveTo>
                    <a:pt x="98" y="0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86" y="36"/>
                  </a:lnTo>
                  <a:lnTo>
                    <a:pt x="86" y="18"/>
                  </a:lnTo>
                  <a:lnTo>
                    <a:pt x="117" y="18"/>
                  </a:lnTo>
                  <a:lnTo>
                    <a:pt x="117" y="36"/>
                  </a:lnTo>
                  <a:lnTo>
                    <a:pt x="238" y="36"/>
                  </a:lnTo>
                  <a:lnTo>
                    <a:pt x="238" y="5"/>
                  </a:lnTo>
                  <a:lnTo>
                    <a:pt x="98" y="5"/>
                  </a:lnTo>
                  <a:lnTo>
                    <a:pt x="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8" name="Freeform 511">
              <a:extLst>
                <a:ext uri="{FF2B5EF4-FFF2-40B4-BE49-F238E27FC236}">
                  <a16:creationId xmlns:a16="http://schemas.microsoft.com/office/drawing/2014/main" id="{1AE46B58-6539-4A1E-8DDE-DCA4CBCD0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3269" y="3160869"/>
              <a:ext cx="82550" cy="7937"/>
            </a:xfrm>
            <a:custGeom>
              <a:avLst/>
              <a:gdLst>
                <a:gd name="T0" fmla="*/ 32 w 32"/>
                <a:gd name="T1" fmla="*/ 0 h 3"/>
                <a:gd name="T2" fmla="*/ 0 w 32"/>
                <a:gd name="T3" fmla="*/ 0 h 3"/>
                <a:gd name="T4" fmla="*/ 16 w 32"/>
                <a:gd name="T5" fmla="*/ 3 h 3"/>
                <a:gd name="T6" fmla="*/ 32 w 32"/>
                <a:gd name="T7" fmla="*/ 0 h 3"/>
                <a:gd name="T8" fmla="*/ 32 w 3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2"/>
                    <a:pt x="10" y="3"/>
                    <a:pt x="16" y="3"/>
                  </a:cubicBezTo>
                  <a:cubicBezTo>
                    <a:pt x="22" y="3"/>
                    <a:pt x="27" y="2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rgbClr val="0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09" name="Freeform 512">
              <a:extLst>
                <a:ext uri="{FF2B5EF4-FFF2-40B4-BE49-F238E27FC236}">
                  <a16:creationId xmlns:a16="http://schemas.microsoft.com/office/drawing/2014/main" id="{6CF92EEF-7096-47A2-A202-ABDA6478E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5819" y="316086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C6D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0" name="Rectangle 513">
              <a:extLst>
                <a:ext uri="{FF2B5EF4-FFF2-40B4-BE49-F238E27FC236}">
                  <a16:creationId xmlns:a16="http://schemas.microsoft.com/office/drawing/2014/main" id="{174D9889-D294-44F9-ABCC-933EFE6E3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919" y="3160869"/>
              <a:ext cx="20638" cy="7937"/>
            </a:xfrm>
            <a:prstGeom prst="rect">
              <a:avLst/>
            </a:prstGeom>
            <a:solidFill>
              <a:srgbClr val="01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1" name="Rectangle 514">
              <a:extLst>
                <a:ext uri="{FF2B5EF4-FFF2-40B4-BE49-F238E27FC236}">
                  <a16:creationId xmlns:a16="http://schemas.microsoft.com/office/drawing/2014/main" id="{85F93A0E-65E3-409F-BB64-BDEF6EDFA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919" y="3160869"/>
              <a:ext cx="20638" cy="7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2" name="Rectangle 515">
              <a:extLst>
                <a:ext uri="{FF2B5EF4-FFF2-40B4-BE49-F238E27FC236}">
                  <a16:creationId xmlns:a16="http://schemas.microsoft.com/office/drawing/2014/main" id="{FAE7B392-E0EA-4AE8-A6A1-C4F6FC963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669" y="3160869"/>
              <a:ext cx="222250" cy="7937"/>
            </a:xfrm>
            <a:prstGeom prst="rect">
              <a:avLst/>
            </a:prstGeom>
            <a:solidFill>
              <a:srgbClr val="1C6D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3" name="Rectangle 516">
              <a:extLst>
                <a:ext uri="{FF2B5EF4-FFF2-40B4-BE49-F238E27FC236}">
                  <a16:creationId xmlns:a16="http://schemas.microsoft.com/office/drawing/2014/main" id="{69344E15-34BF-4289-9310-0539999B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669" y="3160869"/>
              <a:ext cx="222250" cy="7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4" name="Freeform 518">
              <a:extLst>
                <a:ext uri="{FF2B5EF4-FFF2-40B4-BE49-F238E27FC236}">
                  <a16:creationId xmlns:a16="http://schemas.microsoft.com/office/drawing/2014/main" id="{3EE051A1-5404-4430-AC14-05A97B868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619" y="3189444"/>
              <a:ext cx="49213" cy="139700"/>
            </a:xfrm>
            <a:custGeom>
              <a:avLst/>
              <a:gdLst>
                <a:gd name="T0" fmla="*/ 31 w 31"/>
                <a:gd name="T1" fmla="*/ 0 h 88"/>
                <a:gd name="T2" fmla="*/ 0 w 31"/>
                <a:gd name="T3" fmla="*/ 0 h 88"/>
                <a:gd name="T4" fmla="*/ 0 w 31"/>
                <a:gd name="T5" fmla="*/ 18 h 88"/>
                <a:gd name="T6" fmla="*/ 0 w 31"/>
                <a:gd name="T7" fmla="*/ 88 h 88"/>
                <a:gd name="T8" fmla="*/ 31 w 31"/>
                <a:gd name="T9" fmla="*/ 88 h 88"/>
                <a:gd name="T10" fmla="*/ 31 w 31"/>
                <a:gd name="T11" fmla="*/ 18 h 88"/>
                <a:gd name="T12" fmla="*/ 31 w 3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88">
                  <a:moveTo>
                    <a:pt x="31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0" y="88"/>
                  </a:lnTo>
                  <a:lnTo>
                    <a:pt x="31" y="88"/>
                  </a:lnTo>
                  <a:lnTo>
                    <a:pt x="31" y="18"/>
                  </a:lnTo>
                  <a:lnTo>
                    <a:pt x="3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5" name="Freeform 520">
              <a:extLst>
                <a:ext uri="{FF2B5EF4-FFF2-40B4-BE49-F238E27FC236}">
                  <a16:creationId xmlns:a16="http://schemas.microsoft.com/office/drawing/2014/main" id="{FA57BE13-E4A1-48E9-A117-BF8248CB9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7894" y="3189444"/>
              <a:ext cx="49213" cy="139700"/>
            </a:xfrm>
            <a:custGeom>
              <a:avLst/>
              <a:gdLst>
                <a:gd name="T0" fmla="*/ 31 w 31"/>
                <a:gd name="T1" fmla="*/ 0 h 88"/>
                <a:gd name="T2" fmla="*/ 0 w 31"/>
                <a:gd name="T3" fmla="*/ 0 h 88"/>
                <a:gd name="T4" fmla="*/ 0 w 31"/>
                <a:gd name="T5" fmla="*/ 18 h 88"/>
                <a:gd name="T6" fmla="*/ 0 w 31"/>
                <a:gd name="T7" fmla="*/ 88 h 88"/>
                <a:gd name="T8" fmla="*/ 31 w 31"/>
                <a:gd name="T9" fmla="*/ 88 h 88"/>
                <a:gd name="T10" fmla="*/ 31 w 31"/>
                <a:gd name="T11" fmla="*/ 18 h 88"/>
                <a:gd name="T12" fmla="*/ 31 w 3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88">
                  <a:moveTo>
                    <a:pt x="31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0" y="88"/>
                  </a:lnTo>
                  <a:lnTo>
                    <a:pt x="31" y="88"/>
                  </a:lnTo>
                  <a:lnTo>
                    <a:pt x="31" y="18"/>
                  </a:lnTo>
                  <a:lnTo>
                    <a:pt x="3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6" name="Rectangle 521">
              <a:extLst>
                <a:ext uri="{FF2B5EF4-FFF2-40B4-BE49-F238E27FC236}">
                  <a16:creationId xmlns:a16="http://schemas.microsoft.com/office/drawing/2014/main" id="{4FEEB30B-3665-456C-9166-829B9EB63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5232" y="3119594"/>
              <a:ext cx="1127125" cy="57150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7" name="Rectangle 522">
              <a:extLst>
                <a:ext uri="{FF2B5EF4-FFF2-40B4-BE49-F238E27FC236}">
                  <a16:creationId xmlns:a16="http://schemas.microsoft.com/office/drawing/2014/main" id="{0F0DC373-6847-46F8-971C-301888FD1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3344" y="3148169"/>
              <a:ext cx="49213" cy="139700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18" name="Rectangle 523">
              <a:extLst>
                <a:ext uri="{FF2B5EF4-FFF2-40B4-BE49-F238E27FC236}">
                  <a16:creationId xmlns:a16="http://schemas.microsoft.com/office/drawing/2014/main" id="{7A15A221-2E23-4BD5-AAFA-C49B6DE7F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5032" y="3148169"/>
              <a:ext cx="49213" cy="139700"/>
            </a:xfrm>
            <a:prstGeom prst="rect">
              <a:avLst/>
            </a:prstGeom>
            <a:solidFill>
              <a:srgbClr val="F7F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1651" name="Group 1650">
            <a:extLst>
              <a:ext uri="{FF2B5EF4-FFF2-40B4-BE49-F238E27FC236}">
                <a16:creationId xmlns:a16="http://schemas.microsoft.com/office/drawing/2014/main" id="{C4885AB8-E5C1-4BA5-A4E4-1325AA76E1A1}"/>
              </a:ext>
            </a:extLst>
          </p:cNvPr>
          <p:cNvGrpSpPr/>
          <p:nvPr/>
        </p:nvGrpSpPr>
        <p:grpSpPr>
          <a:xfrm rot="16200000">
            <a:off x="10068299" y="4363246"/>
            <a:ext cx="1027871" cy="681449"/>
            <a:chOff x="14156326" y="2260472"/>
            <a:chExt cx="1348961" cy="894322"/>
          </a:xfrm>
        </p:grpSpPr>
        <p:sp>
          <p:nvSpPr>
            <p:cNvPr id="1652" name="Rectangle 296">
              <a:extLst>
                <a:ext uri="{FF2B5EF4-FFF2-40B4-BE49-F238E27FC236}">
                  <a16:creationId xmlns:a16="http://schemas.microsoft.com/office/drawing/2014/main" id="{38F17FB7-87AF-4A2B-878E-675C4688B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56326" y="2260472"/>
              <a:ext cx="317050" cy="894322"/>
            </a:xfrm>
            <a:prstGeom prst="rect">
              <a:avLst/>
            </a:prstGeom>
            <a:solidFill>
              <a:srgbClr val="39B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653" name="Oval 297">
              <a:extLst>
                <a:ext uri="{FF2B5EF4-FFF2-40B4-BE49-F238E27FC236}">
                  <a16:creationId xmlns:a16="http://schemas.microsoft.com/office/drawing/2014/main" id="{E257443D-69C3-4264-BAAF-D180AEB96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4093" y="2861671"/>
              <a:ext cx="146562" cy="146562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51" name="Freeform 298">
              <a:extLst>
                <a:ext uri="{FF2B5EF4-FFF2-40B4-BE49-F238E27FC236}">
                  <a16:creationId xmlns:a16="http://schemas.microsoft.com/office/drawing/2014/main" id="{EFCB4375-32D6-48E3-83F2-07500982E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8111" y="2852698"/>
              <a:ext cx="161516" cy="167498"/>
            </a:xfrm>
            <a:custGeom>
              <a:avLst/>
              <a:gdLst>
                <a:gd name="T0" fmla="*/ 31 w 33"/>
                <a:gd name="T1" fmla="*/ 17 h 34"/>
                <a:gd name="T2" fmla="*/ 30 w 33"/>
                <a:gd name="T3" fmla="*/ 17 h 34"/>
                <a:gd name="T4" fmla="*/ 16 w 33"/>
                <a:gd name="T5" fmla="*/ 31 h 34"/>
                <a:gd name="T6" fmla="*/ 3 w 33"/>
                <a:gd name="T7" fmla="*/ 17 h 34"/>
                <a:gd name="T8" fmla="*/ 16 w 33"/>
                <a:gd name="T9" fmla="*/ 4 h 34"/>
                <a:gd name="T10" fmla="*/ 30 w 33"/>
                <a:gd name="T11" fmla="*/ 17 h 34"/>
                <a:gd name="T12" fmla="*/ 31 w 33"/>
                <a:gd name="T13" fmla="*/ 17 h 34"/>
                <a:gd name="T14" fmla="*/ 33 w 33"/>
                <a:gd name="T15" fmla="*/ 17 h 34"/>
                <a:gd name="T16" fmla="*/ 16 w 33"/>
                <a:gd name="T17" fmla="*/ 0 h 34"/>
                <a:gd name="T18" fmla="*/ 0 w 33"/>
                <a:gd name="T19" fmla="*/ 17 h 34"/>
                <a:gd name="T20" fmla="*/ 16 w 33"/>
                <a:gd name="T21" fmla="*/ 34 h 34"/>
                <a:gd name="T22" fmla="*/ 33 w 33"/>
                <a:gd name="T23" fmla="*/ 17 h 34"/>
                <a:gd name="T24" fmla="*/ 31 w 33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4">
                  <a:moveTo>
                    <a:pt x="31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6" y="31"/>
                  </a:cubicBezTo>
                  <a:cubicBezTo>
                    <a:pt x="9" y="30"/>
                    <a:pt x="3" y="25"/>
                    <a:pt x="3" y="17"/>
                  </a:cubicBezTo>
                  <a:cubicBezTo>
                    <a:pt x="3" y="10"/>
                    <a:pt x="9" y="4"/>
                    <a:pt x="16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5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6" y="34"/>
                  </a:cubicBezTo>
                  <a:cubicBezTo>
                    <a:pt x="25" y="34"/>
                    <a:pt x="33" y="26"/>
                    <a:pt x="33" y="17"/>
                  </a:cubicBezTo>
                  <a:lnTo>
                    <a:pt x="31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52" name="Rectangle 299">
              <a:extLst>
                <a:ext uri="{FF2B5EF4-FFF2-40B4-BE49-F238E27FC236}">
                  <a16:creationId xmlns:a16="http://schemas.microsoft.com/office/drawing/2014/main" id="{01EDCA67-9D51-42CE-8665-3A47DF7A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4093" y="2389086"/>
              <a:ext cx="146562" cy="40080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54" name="Rectangle 300">
              <a:extLst>
                <a:ext uri="{FF2B5EF4-FFF2-40B4-BE49-F238E27FC236}">
                  <a16:creationId xmlns:a16="http://schemas.microsoft.com/office/drawing/2014/main" id="{ACCCBDD6-1C8A-404E-B283-767831238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8022" y="2460871"/>
              <a:ext cx="92723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2" name="Rectangle 301">
              <a:extLst>
                <a:ext uri="{FF2B5EF4-FFF2-40B4-BE49-F238E27FC236}">
                  <a16:creationId xmlns:a16="http://schemas.microsoft.com/office/drawing/2014/main" id="{B3FA24C8-A9B5-4494-9CB4-96216EFBA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8022" y="2538638"/>
              <a:ext cx="92723" cy="1196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1873" name="Rectangle 302">
              <a:extLst>
                <a:ext uri="{FF2B5EF4-FFF2-40B4-BE49-F238E27FC236}">
                  <a16:creationId xmlns:a16="http://schemas.microsoft.com/office/drawing/2014/main" id="{72C35704-547D-460E-823E-55B94E0B6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8022" y="2622387"/>
              <a:ext cx="92723" cy="897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7" name="Rectangle 303">
              <a:extLst>
                <a:ext uri="{FF2B5EF4-FFF2-40B4-BE49-F238E27FC236}">
                  <a16:creationId xmlns:a16="http://schemas.microsoft.com/office/drawing/2014/main" id="{42A4C263-1AF5-4488-99A7-8A40A4321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8022" y="2706136"/>
              <a:ext cx="92723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088" name="Rectangle 304">
              <a:extLst>
                <a:ext uri="{FF2B5EF4-FFF2-40B4-BE49-F238E27FC236}">
                  <a16:creationId xmlns:a16="http://schemas.microsoft.com/office/drawing/2014/main" id="{1188137A-CE50-41D3-9AC9-9158833F7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7305" y="2260472"/>
              <a:ext cx="320042" cy="894322"/>
            </a:xfrm>
            <a:prstGeom prst="rect">
              <a:avLst/>
            </a:prstGeom>
            <a:solidFill>
              <a:srgbClr val="378D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26" name="Oval 305">
              <a:extLst>
                <a:ext uri="{FF2B5EF4-FFF2-40B4-BE49-F238E27FC236}">
                  <a16:creationId xmlns:a16="http://schemas.microsoft.com/office/drawing/2014/main" id="{191E3B20-C0F3-4BB2-8FC3-4633061B8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1054" y="2861671"/>
              <a:ext cx="146562" cy="146562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29" name="Freeform 306">
              <a:extLst>
                <a:ext uri="{FF2B5EF4-FFF2-40B4-BE49-F238E27FC236}">
                  <a16:creationId xmlns:a16="http://schemas.microsoft.com/office/drawing/2014/main" id="{9A5E710D-E59D-4F52-974D-D39B7156A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2082" y="2852698"/>
              <a:ext cx="161516" cy="167498"/>
            </a:xfrm>
            <a:custGeom>
              <a:avLst/>
              <a:gdLst>
                <a:gd name="T0" fmla="*/ 32 w 33"/>
                <a:gd name="T1" fmla="*/ 17 h 34"/>
                <a:gd name="T2" fmla="*/ 30 w 33"/>
                <a:gd name="T3" fmla="*/ 17 h 34"/>
                <a:gd name="T4" fmla="*/ 17 w 33"/>
                <a:gd name="T5" fmla="*/ 31 h 34"/>
                <a:gd name="T6" fmla="*/ 3 w 33"/>
                <a:gd name="T7" fmla="*/ 17 h 34"/>
                <a:gd name="T8" fmla="*/ 17 w 33"/>
                <a:gd name="T9" fmla="*/ 4 h 34"/>
                <a:gd name="T10" fmla="*/ 30 w 33"/>
                <a:gd name="T11" fmla="*/ 17 h 34"/>
                <a:gd name="T12" fmla="*/ 32 w 33"/>
                <a:gd name="T13" fmla="*/ 17 h 34"/>
                <a:gd name="T14" fmla="*/ 33 w 33"/>
                <a:gd name="T15" fmla="*/ 17 h 34"/>
                <a:gd name="T16" fmla="*/ 17 w 33"/>
                <a:gd name="T17" fmla="*/ 0 h 34"/>
                <a:gd name="T18" fmla="*/ 0 w 33"/>
                <a:gd name="T19" fmla="*/ 17 h 34"/>
                <a:gd name="T20" fmla="*/ 17 w 33"/>
                <a:gd name="T21" fmla="*/ 34 h 34"/>
                <a:gd name="T22" fmla="*/ 33 w 33"/>
                <a:gd name="T23" fmla="*/ 17 h 34"/>
                <a:gd name="T24" fmla="*/ 32 w 33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4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7" y="31"/>
                  </a:cubicBezTo>
                  <a:cubicBezTo>
                    <a:pt x="9" y="30"/>
                    <a:pt x="3" y="25"/>
                    <a:pt x="3" y="17"/>
                  </a:cubicBezTo>
                  <a:cubicBezTo>
                    <a:pt x="3" y="10"/>
                    <a:pt x="9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3" y="26"/>
                    <a:pt x="33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0" name="Rectangle 307">
              <a:extLst>
                <a:ext uri="{FF2B5EF4-FFF2-40B4-BE49-F238E27FC236}">
                  <a16:creationId xmlns:a16="http://schemas.microsoft.com/office/drawing/2014/main" id="{75AAFBCC-AC05-462B-BBCF-25FCBB004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1054" y="2389086"/>
              <a:ext cx="146562" cy="40080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1" name="Rectangle 308">
              <a:extLst>
                <a:ext uri="{FF2B5EF4-FFF2-40B4-BE49-F238E27FC236}">
                  <a16:creationId xmlns:a16="http://schemas.microsoft.com/office/drawing/2014/main" id="{AFD78C8C-BFD4-44C8-BCFA-C8A0FAA62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4983" y="2460871"/>
              <a:ext cx="89731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2" name="Rectangle 309">
              <a:extLst>
                <a:ext uri="{FF2B5EF4-FFF2-40B4-BE49-F238E27FC236}">
                  <a16:creationId xmlns:a16="http://schemas.microsoft.com/office/drawing/2014/main" id="{29A97FEF-B500-4B6D-BBEA-6EF4FADBB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4983" y="2538638"/>
              <a:ext cx="89731" cy="1196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3" name="Rectangle 310">
              <a:extLst>
                <a:ext uri="{FF2B5EF4-FFF2-40B4-BE49-F238E27FC236}">
                  <a16:creationId xmlns:a16="http://schemas.microsoft.com/office/drawing/2014/main" id="{FC4C0337-5421-4C30-9BF9-EEF16604C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4983" y="2622387"/>
              <a:ext cx="89731" cy="897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4" name="Rectangle 311">
              <a:extLst>
                <a:ext uri="{FF2B5EF4-FFF2-40B4-BE49-F238E27FC236}">
                  <a16:creationId xmlns:a16="http://schemas.microsoft.com/office/drawing/2014/main" id="{931838E4-59A3-4573-9EA3-F4B71F48E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4983" y="2706136"/>
              <a:ext cx="89731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5" name="Rectangle 312">
              <a:extLst>
                <a:ext uri="{FF2B5EF4-FFF2-40B4-BE49-F238E27FC236}">
                  <a16:creationId xmlns:a16="http://schemas.microsoft.com/office/drawing/2014/main" id="{608A0F60-D670-43CA-85F2-D33EC6495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44266" y="2260472"/>
              <a:ext cx="320042" cy="894322"/>
            </a:xfrm>
            <a:prstGeom prst="rect">
              <a:avLst/>
            </a:prstGeom>
            <a:solidFill>
              <a:srgbClr val="346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6" name="Oval 313">
              <a:extLst>
                <a:ext uri="{FF2B5EF4-FFF2-40B4-BE49-F238E27FC236}">
                  <a16:creationId xmlns:a16="http://schemas.microsoft.com/office/drawing/2014/main" id="{D63F66F2-C175-4CEE-8F6D-3A1534004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5025" y="2861671"/>
              <a:ext cx="146562" cy="146562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7" name="Freeform 314">
              <a:extLst>
                <a:ext uri="{FF2B5EF4-FFF2-40B4-BE49-F238E27FC236}">
                  <a16:creationId xmlns:a16="http://schemas.microsoft.com/office/drawing/2014/main" id="{0A68D69E-F03F-4A5E-A11B-3ECED8056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9043" y="2852698"/>
              <a:ext cx="161516" cy="167498"/>
            </a:xfrm>
            <a:custGeom>
              <a:avLst/>
              <a:gdLst>
                <a:gd name="T0" fmla="*/ 31 w 33"/>
                <a:gd name="T1" fmla="*/ 17 h 34"/>
                <a:gd name="T2" fmla="*/ 30 w 33"/>
                <a:gd name="T3" fmla="*/ 17 h 34"/>
                <a:gd name="T4" fmla="*/ 16 w 33"/>
                <a:gd name="T5" fmla="*/ 31 h 34"/>
                <a:gd name="T6" fmla="*/ 3 w 33"/>
                <a:gd name="T7" fmla="*/ 17 h 34"/>
                <a:gd name="T8" fmla="*/ 16 w 33"/>
                <a:gd name="T9" fmla="*/ 4 h 34"/>
                <a:gd name="T10" fmla="*/ 30 w 33"/>
                <a:gd name="T11" fmla="*/ 17 h 34"/>
                <a:gd name="T12" fmla="*/ 31 w 33"/>
                <a:gd name="T13" fmla="*/ 17 h 34"/>
                <a:gd name="T14" fmla="*/ 33 w 33"/>
                <a:gd name="T15" fmla="*/ 17 h 34"/>
                <a:gd name="T16" fmla="*/ 16 w 33"/>
                <a:gd name="T17" fmla="*/ 0 h 34"/>
                <a:gd name="T18" fmla="*/ 0 w 33"/>
                <a:gd name="T19" fmla="*/ 17 h 34"/>
                <a:gd name="T20" fmla="*/ 16 w 33"/>
                <a:gd name="T21" fmla="*/ 34 h 34"/>
                <a:gd name="T22" fmla="*/ 33 w 33"/>
                <a:gd name="T23" fmla="*/ 17 h 34"/>
                <a:gd name="T24" fmla="*/ 31 w 33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4">
                  <a:moveTo>
                    <a:pt x="31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6" y="31"/>
                  </a:cubicBezTo>
                  <a:cubicBezTo>
                    <a:pt x="9" y="30"/>
                    <a:pt x="3" y="25"/>
                    <a:pt x="3" y="17"/>
                  </a:cubicBezTo>
                  <a:cubicBezTo>
                    <a:pt x="3" y="10"/>
                    <a:pt x="9" y="4"/>
                    <a:pt x="16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8"/>
                    <a:pt x="2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4"/>
                    <a:pt x="16" y="34"/>
                  </a:cubicBezTo>
                  <a:cubicBezTo>
                    <a:pt x="26" y="34"/>
                    <a:pt x="33" y="26"/>
                    <a:pt x="33" y="17"/>
                  </a:cubicBezTo>
                  <a:lnTo>
                    <a:pt x="31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8" name="Rectangle 315">
              <a:extLst>
                <a:ext uri="{FF2B5EF4-FFF2-40B4-BE49-F238E27FC236}">
                  <a16:creationId xmlns:a16="http://schemas.microsoft.com/office/drawing/2014/main" id="{A69DAD29-DE0C-45D4-9B88-C8CEED001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5025" y="2389086"/>
              <a:ext cx="146562" cy="40080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39" name="Rectangle 316">
              <a:extLst>
                <a:ext uri="{FF2B5EF4-FFF2-40B4-BE49-F238E27FC236}">
                  <a16:creationId xmlns:a16="http://schemas.microsoft.com/office/drawing/2014/main" id="{5C5B9A6F-07D4-4B91-B07C-1C04C1400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8954" y="2460871"/>
              <a:ext cx="92723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0" name="Rectangle 317">
              <a:extLst>
                <a:ext uri="{FF2B5EF4-FFF2-40B4-BE49-F238E27FC236}">
                  <a16:creationId xmlns:a16="http://schemas.microsoft.com/office/drawing/2014/main" id="{17A93122-F9CE-458F-95BF-884D7CA6B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8954" y="2538638"/>
              <a:ext cx="92723" cy="1196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1" name="Rectangle 318">
              <a:extLst>
                <a:ext uri="{FF2B5EF4-FFF2-40B4-BE49-F238E27FC236}">
                  <a16:creationId xmlns:a16="http://schemas.microsoft.com/office/drawing/2014/main" id="{94D32F6F-A5AA-4AC5-BD8C-B2C77C413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8954" y="2622387"/>
              <a:ext cx="92723" cy="897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2" name="Rectangle 319">
              <a:extLst>
                <a:ext uri="{FF2B5EF4-FFF2-40B4-BE49-F238E27FC236}">
                  <a16:creationId xmlns:a16="http://schemas.microsoft.com/office/drawing/2014/main" id="{9B4C44D0-144C-459C-B984-0E4646867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8954" y="2706136"/>
              <a:ext cx="92723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3" name="Rectangle 320">
              <a:extLst>
                <a:ext uri="{FF2B5EF4-FFF2-40B4-BE49-F238E27FC236}">
                  <a16:creationId xmlns:a16="http://schemas.microsoft.com/office/drawing/2014/main" id="{437D4B56-18B1-4A1B-B294-89FC3AFCA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8237" y="2260472"/>
              <a:ext cx="317050" cy="894322"/>
            </a:xfrm>
            <a:prstGeom prst="rect">
              <a:avLst/>
            </a:prstGeom>
            <a:solidFill>
              <a:srgbClr val="3247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4" name="Oval 321">
              <a:extLst>
                <a:ext uri="{FF2B5EF4-FFF2-40B4-BE49-F238E27FC236}">
                  <a16:creationId xmlns:a16="http://schemas.microsoft.com/office/drawing/2014/main" id="{A5A17BCB-14ED-4DE4-96E3-08369DDFC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1986" y="2861671"/>
              <a:ext cx="146562" cy="146562"/>
            </a:xfrm>
            <a:prstGeom prst="ellipse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5" name="Freeform 322">
              <a:extLst>
                <a:ext uri="{FF2B5EF4-FFF2-40B4-BE49-F238E27FC236}">
                  <a16:creationId xmlns:a16="http://schemas.microsoft.com/office/drawing/2014/main" id="{7C2A8555-6AE7-48F7-961B-A01BD751B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0022" y="2852698"/>
              <a:ext cx="167498" cy="167498"/>
            </a:xfrm>
            <a:custGeom>
              <a:avLst/>
              <a:gdLst>
                <a:gd name="T0" fmla="*/ 32 w 34"/>
                <a:gd name="T1" fmla="*/ 17 h 34"/>
                <a:gd name="T2" fmla="*/ 30 w 34"/>
                <a:gd name="T3" fmla="*/ 17 h 34"/>
                <a:gd name="T4" fmla="*/ 17 w 34"/>
                <a:gd name="T5" fmla="*/ 31 h 34"/>
                <a:gd name="T6" fmla="*/ 4 w 34"/>
                <a:gd name="T7" fmla="*/ 17 h 34"/>
                <a:gd name="T8" fmla="*/ 17 w 34"/>
                <a:gd name="T9" fmla="*/ 4 h 34"/>
                <a:gd name="T10" fmla="*/ 30 w 34"/>
                <a:gd name="T11" fmla="*/ 17 h 34"/>
                <a:gd name="T12" fmla="*/ 32 w 34"/>
                <a:gd name="T13" fmla="*/ 17 h 34"/>
                <a:gd name="T14" fmla="*/ 34 w 34"/>
                <a:gd name="T15" fmla="*/ 17 h 34"/>
                <a:gd name="T16" fmla="*/ 17 w 34"/>
                <a:gd name="T17" fmla="*/ 0 h 34"/>
                <a:gd name="T18" fmla="*/ 0 w 34"/>
                <a:gd name="T19" fmla="*/ 17 h 34"/>
                <a:gd name="T20" fmla="*/ 17 w 34"/>
                <a:gd name="T21" fmla="*/ 34 h 34"/>
                <a:gd name="T22" fmla="*/ 34 w 34"/>
                <a:gd name="T23" fmla="*/ 17 h 34"/>
                <a:gd name="T24" fmla="*/ 32 w 34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4">
                  <a:moveTo>
                    <a:pt x="32" y="17"/>
                  </a:moveTo>
                  <a:cubicBezTo>
                    <a:pt x="30" y="17"/>
                    <a:pt x="30" y="17"/>
                    <a:pt x="30" y="17"/>
                  </a:cubicBezTo>
                  <a:cubicBezTo>
                    <a:pt x="30" y="25"/>
                    <a:pt x="24" y="30"/>
                    <a:pt x="17" y="31"/>
                  </a:cubicBezTo>
                  <a:cubicBezTo>
                    <a:pt x="9" y="30"/>
                    <a:pt x="4" y="25"/>
                    <a:pt x="4" y="17"/>
                  </a:cubicBezTo>
                  <a:cubicBezTo>
                    <a:pt x="4" y="10"/>
                    <a:pt x="9" y="4"/>
                    <a:pt x="17" y="4"/>
                  </a:cubicBezTo>
                  <a:cubicBezTo>
                    <a:pt x="24" y="4"/>
                    <a:pt x="30" y="10"/>
                    <a:pt x="30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lnTo>
                    <a:pt x="32" y="1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6" name="Rectangle 323">
              <a:extLst>
                <a:ext uri="{FF2B5EF4-FFF2-40B4-BE49-F238E27FC236}">
                  <a16:creationId xmlns:a16="http://schemas.microsoft.com/office/drawing/2014/main" id="{7FC5D39C-8ACD-46C9-BB2C-FD56E8297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1986" y="2389086"/>
              <a:ext cx="146562" cy="40080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7" name="Rectangle 324">
              <a:extLst>
                <a:ext uri="{FF2B5EF4-FFF2-40B4-BE49-F238E27FC236}">
                  <a16:creationId xmlns:a16="http://schemas.microsoft.com/office/drawing/2014/main" id="{F17C237A-35F9-4E4C-AD15-486E08170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5914" y="2460871"/>
              <a:ext cx="86741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8" name="Rectangle 325">
              <a:extLst>
                <a:ext uri="{FF2B5EF4-FFF2-40B4-BE49-F238E27FC236}">
                  <a16:creationId xmlns:a16="http://schemas.microsoft.com/office/drawing/2014/main" id="{E4502295-A20B-4398-ADBB-F8E2D0C48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5914" y="2538638"/>
              <a:ext cx="86741" cy="1196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49" name="Rectangle 326">
              <a:extLst>
                <a:ext uri="{FF2B5EF4-FFF2-40B4-BE49-F238E27FC236}">
                  <a16:creationId xmlns:a16="http://schemas.microsoft.com/office/drawing/2014/main" id="{E1D54B34-CFE7-4FAA-9F12-97F919831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5914" y="2622387"/>
              <a:ext cx="86741" cy="8974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350" name="Rectangle 327">
              <a:extLst>
                <a:ext uri="{FF2B5EF4-FFF2-40B4-BE49-F238E27FC236}">
                  <a16:creationId xmlns:a16="http://schemas.microsoft.com/office/drawing/2014/main" id="{6F7C1D27-6F27-4F06-89AD-07D6A90B8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5914" y="2706136"/>
              <a:ext cx="86741" cy="5982"/>
            </a:xfrm>
            <a:prstGeom prst="rect">
              <a:avLst/>
            </a:prstGeom>
            <a:solidFill>
              <a:srgbClr val="252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  <p:grpSp>
        <p:nvGrpSpPr>
          <p:cNvPr id="2351" name="Group 2350">
            <a:extLst>
              <a:ext uri="{FF2B5EF4-FFF2-40B4-BE49-F238E27FC236}">
                <a16:creationId xmlns:a16="http://schemas.microsoft.com/office/drawing/2014/main" id="{94E9BFFB-8487-4DE6-B94B-74FACAE8FED9}"/>
              </a:ext>
            </a:extLst>
          </p:cNvPr>
          <p:cNvGrpSpPr/>
          <p:nvPr/>
        </p:nvGrpSpPr>
        <p:grpSpPr>
          <a:xfrm>
            <a:off x="3726107" y="3437680"/>
            <a:ext cx="1112453" cy="1665827"/>
            <a:chOff x="2250630" y="2487062"/>
            <a:chExt cx="2020399" cy="3025418"/>
          </a:xfrm>
        </p:grpSpPr>
        <p:grpSp>
          <p:nvGrpSpPr>
            <p:cNvPr id="2352" name="Group 2351">
              <a:extLst>
                <a:ext uri="{FF2B5EF4-FFF2-40B4-BE49-F238E27FC236}">
                  <a16:creationId xmlns:a16="http://schemas.microsoft.com/office/drawing/2014/main" id="{98DF0275-0FE2-4006-841C-A6143C8F2BFE}"/>
                </a:ext>
              </a:extLst>
            </p:cNvPr>
            <p:cNvGrpSpPr/>
            <p:nvPr/>
          </p:nvGrpSpPr>
          <p:grpSpPr>
            <a:xfrm>
              <a:off x="3258899" y="2487062"/>
              <a:ext cx="1002223" cy="918984"/>
              <a:chOff x="2409925" y="9904874"/>
              <a:chExt cx="2333616" cy="2139798"/>
            </a:xfrm>
          </p:grpSpPr>
          <p:sp>
            <p:nvSpPr>
              <p:cNvPr id="2389" name="Rectangle 381">
                <a:extLst>
                  <a:ext uri="{FF2B5EF4-FFF2-40B4-BE49-F238E27FC236}">
                    <a16:creationId xmlns:a16="http://schemas.microsoft.com/office/drawing/2014/main" id="{917ABB9D-D8ED-49D5-89BF-F763B9D9B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5775" y="10687917"/>
                <a:ext cx="426410" cy="2287098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0" name="Rectangle 382">
                <a:extLst>
                  <a:ext uri="{FF2B5EF4-FFF2-40B4-BE49-F238E27FC236}">
                    <a16:creationId xmlns:a16="http://schemas.microsoft.com/office/drawing/2014/main" id="{CFA51329-89CE-4107-97EF-3B75DC781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7008" y="11765566"/>
                <a:ext cx="426410" cy="131801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1" name="Rectangle 384">
                <a:extLst>
                  <a:ext uri="{FF2B5EF4-FFF2-40B4-BE49-F238E27FC236}">
                    <a16:creationId xmlns:a16="http://schemas.microsoft.com/office/drawing/2014/main" id="{CF788C36-7DBC-47E0-97B5-18E40D5A4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10257632"/>
                <a:ext cx="434160" cy="2287098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2" name="Rectangle 385">
                <a:extLst>
                  <a:ext uri="{FF2B5EF4-FFF2-40B4-BE49-F238E27FC236}">
                    <a16:creationId xmlns:a16="http://schemas.microsoft.com/office/drawing/2014/main" id="{EC32E1E7-FB63-4D16-A6D3-AB2CD0886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9823472"/>
                <a:ext cx="434160" cy="2287098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3" name="Rectangle 386">
                <a:extLst>
                  <a:ext uri="{FF2B5EF4-FFF2-40B4-BE49-F238E27FC236}">
                    <a16:creationId xmlns:a16="http://schemas.microsoft.com/office/drawing/2014/main" id="{122FFF60-D103-4963-86DC-98462D481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3132" y="10901120"/>
                <a:ext cx="434160" cy="131801"/>
              </a:xfrm>
              <a:prstGeom prst="rect">
                <a:avLst/>
              </a:prstGeom>
              <a:solidFill>
                <a:srgbClr val="D3C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4" name="Freeform 388">
                <a:extLst>
                  <a:ext uri="{FF2B5EF4-FFF2-40B4-BE49-F238E27FC236}">
                    <a16:creationId xmlns:a16="http://schemas.microsoft.com/office/drawing/2014/main" id="{FF52E59C-6196-40C5-A615-9EAC40F582C4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3154200" y="9160599"/>
                <a:ext cx="845065" cy="2333616"/>
              </a:xfrm>
              <a:custGeom>
                <a:avLst/>
                <a:gdLst>
                  <a:gd name="T0" fmla="*/ 109 w 109"/>
                  <a:gd name="T1" fmla="*/ 291 h 301"/>
                  <a:gd name="T2" fmla="*/ 54 w 109"/>
                  <a:gd name="T3" fmla="*/ 301 h 301"/>
                  <a:gd name="T4" fmla="*/ 0 w 109"/>
                  <a:gd name="T5" fmla="*/ 10 h 301"/>
                  <a:gd name="T6" fmla="*/ 55 w 109"/>
                  <a:gd name="T7" fmla="*/ 0 h 301"/>
                  <a:gd name="T8" fmla="*/ 109 w 109"/>
                  <a:gd name="T9" fmla="*/ 29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301">
                    <a:moveTo>
                      <a:pt x="109" y="291"/>
                    </a:moveTo>
                    <a:lnTo>
                      <a:pt x="54" y="301"/>
                    </a:lnTo>
                    <a:lnTo>
                      <a:pt x="0" y="10"/>
                    </a:lnTo>
                    <a:lnTo>
                      <a:pt x="55" y="0"/>
                    </a:lnTo>
                    <a:lnTo>
                      <a:pt x="109" y="291"/>
                    </a:lnTo>
                    <a:close/>
                  </a:path>
                </a:pathLst>
              </a:cu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5" name="Freeform 389">
                <a:extLst>
                  <a:ext uri="{FF2B5EF4-FFF2-40B4-BE49-F238E27FC236}">
                    <a16:creationId xmlns:a16="http://schemas.microsoft.com/office/drawing/2014/main" id="{2C9D1DF3-60DD-40C6-9596-5666F37B2374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2623127" y="10358419"/>
                <a:ext cx="457422" cy="201574"/>
              </a:xfrm>
              <a:custGeom>
                <a:avLst/>
                <a:gdLst>
                  <a:gd name="T0" fmla="*/ 59 w 59"/>
                  <a:gd name="T1" fmla="*/ 16 h 26"/>
                  <a:gd name="T2" fmla="*/ 3 w 59"/>
                  <a:gd name="T3" fmla="*/ 26 h 26"/>
                  <a:gd name="T4" fmla="*/ 0 w 59"/>
                  <a:gd name="T5" fmla="*/ 10 h 26"/>
                  <a:gd name="T6" fmla="*/ 55 w 59"/>
                  <a:gd name="T7" fmla="*/ 0 h 26"/>
                  <a:gd name="T8" fmla="*/ 59 w 59"/>
                  <a:gd name="T9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26">
                    <a:moveTo>
                      <a:pt x="59" y="16"/>
                    </a:moveTo>
                    <a:lnTo>
                      <a:pt x="3" y="26"/>
                    </a:lnTo>
                    <a:lnTo>
                      <a:pt x="0" y="10"/>
                    </a:lnTo>
                    <a:lnTo>
                      <a:pt x="55" y="0"/>
                    </a:lnTo>
                    <a:lnTo>
                      <a:pt x="59" y="16"/>
                    </a:lnTo>
                    <a:close/>
                  </a:path>
                </a:pathLst>
              </a:cu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6" name="Freeform 390">
                <a:extLst>
                  <a:ext uri="{FF2B5EF4-FFF2-40B4-BE49-F238E27FC236}">
                    <a16:creationId xmlns:a16="http://schemas.microsoft.com/office/drawing/2014/main" id="{356D68D1-6A93-4CBE-8A68-09327D95B649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4069039" y="10090944"/>
                <a:ext cx="457422" cy="209330"/>
              </a:xfrm>
              <a:custGeom>
                <a:avLst/>
                <a:gdLst>
                  <a:gd name="T0" fmla="*/ 59 w 59"/>
                  <a:gd name="T1" fmla="*/ 17 h 27"/>
                  <a:gd name="T2" fmla="*/ 3 w 59"/>
                  <a:gd name="T3" fmla="*/ 27 h 27"/>
                  <a:gd name="T4" fmla="*/ 0 w 59"/>
                  <a:gd name="T5" fmla="*/ 10 h 27"/>
                  <a:gd name="T6" fmla="*/ 56 w 59"/>
                  <a:gd name="T7" fmla="*/ 0 h 27"/>
                  <a:gd name="T8" fmla="*/ 59 w 59"/>
                  <a:gd name="T9" fmla="*/ 1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27">
                    <a:moveTo>
                      <a:pt x="59" y="17"/>
                    </a:moveTo>
                    <a:lnTo>
                      <a:pt x="3" y="27"/>
                    </a:lnTo>
                    <a:lnTo>
                      <a:pt x="0" y="10"/>
                    </a:lnTo>
                    <a:lnTo>
                      <a:pt x="56" y="0"/>
                    </a:lnTo>
                    <a:lnTo>
                      <a:pt x="59" y="17"/>
                    </a:lnTo>
                    <a:close/>
                  </a:path>
                </a:pathLst>
              </a:cu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7" name="Rectangle 391">
                <a:extLst>
                  <a:ext uri="{FF2B5EF4-FFF2-40B4-BE49-F238E27FC236}">
                    <a16:creationId xmlns:a16="http://schemas.microsoft.com/office/drawing/2014/main" id="{4DA68B3B-6796-4870-B99A-025C94207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5665" y="10974773"/>
                <a:ext cx="108540" cy="837310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98" name="Oval 392">
                <a:extLst>
                  <a:ext uri="{FF2B5EF4-FFF2-40B4-BE49-F238E27FC236}">
                    <a16:creationId xmlns:a16="http://schemas.microsoft.com/office/drawing/2014/main" id="{2F22B206-5FF7-4544-A3C5-D4215528B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677522" y="10753818"/>
                <a:ext cx="232586" cy="581468"/>
              </a:xfrm>
              <a:prstGeom prst="ellipse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</p:grpSp>
        <p:grpSp>
          <p:nvGrpSpPr>
            <p:cNvPr id="2353" name="Group 2352">
              <a:extLst>
                <a:ext uri="{FF2B5EF4-FFF2-40B4-BE49-F238E27FC236}">
                  <a16:creationId xmlns:a16="http://schemas.microsoft.com/office/drawing/2014/main" id="{CCE43013-277E-4CE2-9A9D-92E4ADA80BEC}"/>
                </a:ext>
              </a:extLst>
            </p:cNvPr>
            <p:cNvGrpSpPr/>
            <p:nvPr/>
          </p:nvGrpSpPr>
          <p:grpSpPr>
            <a:xfrm>
              <a:off x="3247516" y="4752030"/>
              <a:ext cx="871389" cy="661664"/>
              <a:chOff x="2425430" y="7695310"/>
              <a:chExt cx="2287099" cy="1736643"/>
            </a:xfrm>
          </p:grpSpPr>
          <p:sp>
            <p:nvSpPr>
              <p:cNvPr id="2381" name="Rectangle 393">
                <a:extLst>
                  <a:ext uri="{FF2B5EF4-FFF2-40B4-BE49-F238E27FC236}">
                    <a16:creationId xmlns:a16="http://schemas.microsoft.com/office/drawing/2014/main" id="{BCFF42E3-09C9-4DA3-A299-4CA7C36F8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5775" y="8075199"/>
                <a:ext cx="42641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2" name="Rectangle 394">
                <a:extLst>
                  <a:ext uri="{FF2B5EF4-FFF2-40B4-BE49-F238E27FC236}">
                    <a16:creationId xmlns:a16="http://schemas.microsoft.com/office/drawing/2014/main" id="{5A27802C-509A-4303-8330-97604CCC5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7644918"/>
                <a:ext cx="434160" cy="2287098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3" name="Rectangle 395">
                <a:extLst>
                  <a:ext uri="{FF2B5EF4-FFF2-40B4-BE49-F238E27FC236}">
                    <a16:creationId xmlns:a16="http://schemas.microsoft.com/office/drawing/2014/main" id="{D5FE4B34-A504-4128-B7EC-BF48BD247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48022" y="7206880"/>
                <a:ext cx="441916" cy="2287098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4" name="Rectangle 396">
                <a:extLst>
                  <a:ext uri="{FF2B5EF4-FFF2-40B4-BE49-F238E27FC236}">
                    <a16:creationId xmlns:a16="http://schemas.microsoft.com/office/drawing/2014/main" id="{795DF9BC-9B28-46D5-9824-0EC364DAD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6768841"/>
                <a:ext cx="43416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5" name="Rectangle 397">
                <a:extLst>
                  <a:ext uri="{FF2B5EF4-FFF2-40B4-BE49-F238E27FC236}">
                    <a16:creationId xmlns:a16="http://schemas.microsoft.com/office/drawing/2014/main" id="{5CF7B459-C1D8-445C-87DE-EBE093167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3132" y="7846490"/>
                <a:ext cx="434160" cy="131801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6" name="Rectangle 402">
                <a:extLst>
                  <a:ext uri="{FF2B5EF4-FFF2-40B4-BE49-F238E27FC236}">
                    <a16:creationId xmlns:a16="http://schemas.microsoft.com/office/drawing/2014/main" id="{7DACFE98-0DA8-4DA3-9D98-B5CA171F2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9541" y="8838857"/>
                <a:ext cx="100790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7" name="Rectangle 403">
                <a:extLst>
                  <a:ext uri="{FF2B5EF4-FFF2-40B4-BE49-F238E27FC236}">
                    <a16:creationId xmlns:a16="http://schemas.microsoft.com/office/drawing/2014/main" id="{0CA50837-5509-46B2-A246-3E3625149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1788" y="7931772"/>
                <a:ext cx="116296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8" name="Oval 404">
                <a:extLst>
                  <a:ext uri="{FF2B5EF4-FFF2-40B4-BE49-F238E27FC236}">
                    <a16:creationId xmlns:a16="http://schemas.microsoft.com/office/drawing/2014/main" id="{D57BE568-35D7-4FD3-B499-4916E1993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553474" y="8489978"/>
                <a:ext cx="232586" cy="596973"/>
              </a:xfrm>
              <a:prstGeom prst="ellipse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</p:grpSp>
        <p:grpSp>
          <p:nvGrpSpPr>
            <p:cNvPr id="2354" name="Group 2353">
              <a:extLst>
                <a:ext uri="{FF2B5EF4-FFF2-40B4-BE49-F238E27FC236}">
                  <a16:creationId xmlns:a16="http://schemas.microsoft.com/office/drawing/2014/main" id="{EFAAC999-233A-4C86-973C-AFB399050CB9}"/>
                </a:ext>
              </a:extLst>
            </p:cNvPr>
            <p:cNvGrpSpPr/>
            <p:nvPr/>
          </p:nvGrpSpPr>
          <p:grpSpPr>
            <a:xfrm>
              <a:off x="2250630" y="4850816"/>
              <a:ext cx="871389" cy="661664"/>
              <a:chOff x="2425430" y="7695310"/>
              <a:chExt cx="2287099" cy="1736643"/>
            </a:xfrm>
          </p:grpSpPr>
          <p:sp>
            <p:nvSpPr>
              <p:cNvPr id="2373" name="Rectangle 393">
                <a:extLst>
                  <a:ext uri="{FF2B5EF4-FFF2-40B4-BE49-F238E27FC236}">
                    <a16:creationId xmlns:a16="http://schemas.microsoft.com/office/drawing/2014/main" id="{ABCF1B26-4A90-4A6F-AC7E-7C65D24E8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5775" y="8075199"/>
                <a:ext cx="42641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4" name="Rectangle 394">
                <a:extLst>
                  <a:ext uri="{FF2B5EF4-FFF2-40B4-BE49-F238E27FC236}">
                    <a16:creationId xmlns:a16="http://schemas.microsoft.com/office/drawing/2014/main" id="{F3CBB652-514D-4703-A52F-2B0E7396F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7644918"/>
                <a:ext cx="434160" cy="2287098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5" name="Rectangle 395">
                <a:extLst>
                  <a:ext uri="{FF2B5EF4-FFF2-40B4-BE49-F238E27FC236}">
                    <a16:creationId xmlns:a16="http://schemas.microsoft.com/office/drawing/2014/main" id="{3EC1AE1B-D346-452A-A8A1-543E47684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48022" y="7206880"/>
                <a:ext cx="441916" cy="2287098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6" name="Rectangle 396">
                <a:extLst>
                  <a:ext uri="{FF2B5EF4-FFF2-40B4-BE49-F238E27FC236}">
                    <a16:creationId xmlns:a16="http://schemas.microsoft.com/office/drawing/2014/main" id="{57631790-DEED-4CE3-9A77-CC132AC03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6768841"/>
                <a:ext cx="43416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7" name="Rectangle 397">
                <a:extLst>
                  <a:ext uri="{FF2B5EF4-FFF2-40B4-BE49-F238E27FC236}">
                    <a16:creationId xmlns:a16="http://schemas.microsoft.com/office/drawing/2014/main" id="{25335330-7D4C-48A9-B31B-CAE55F49D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3132" y="7846490"/>
                <a:ext cx="434160" cy="131801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8" name="Rectangle 402">
                <a:extLst>
                  <a:ext uri="{FF2B5EF4-FFF2-40B4-BE49-F238E27FC236}">
                    <a16:creationId xmlns:a16="http://schemas.microsoft.com/office/drawing/2014/main" id="{F32E5B67-8E99-4104-89C4-57ED8F665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9541" y="8838857"/>
                <a:ext cx="100790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9" name="Rectangle 403">
                <a:extLst>
                  <a:ext uri="{FF2B5EF4-FFF2-40B4-BE49-F238E27FC236}">
                    <a16:creationId xmlns:a16="http://schemas.microsoft.com/office/drawing/2014/main" id="{87DB446D-93D9-474B-AC2F-317757432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1788" y="7931772"/>
                <a:ext cx="116296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80" name="Oval 404">
                <a:extLst>
                  <a:ext uri="{FF2B5EF4-FFF2-40B4-BE49-F238E27FC236}">
                    <a16:creationId xmlns:a16="http://schemas.microsoft.com/office/drawing/2014/main" id="{5F3033FF-13DB-45C9-818D-904D56DFB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553474" y="8489978"/>
                <a:ext cx="232586" cy="596973"/>
              </a:xfrm>
              <a:prstGeom prst="ellipse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</p:grpSp>
        <p:grpSp>
          <p:nvGrpSpPr>
            <p:cNvPr id="2355" name="Group 2354">
              <a:extLst>
                <a:ext uri="{FF2B5EF4-FFF2-40B4-BE49-F238E27FC236}">
                  <a16:creationId xmlns:a16="http://schemas.microsoft.com/office/drawing/2014/main" id="{189E450F-A0C7-411B-96D7-88AC1947351F}"/>
                </a:ext>
              </a:extLst>
            </p:cNvPr>
            <p:cNvGrpSpPr/>
            <p:nvPr/>
          </p:nvGrpSpPr>
          <p:grpSpPr>
            <a:xfrm>
              <a:off x="3399640" y="4093077"/>
              <a:ext cx="871389" cy="661664"/>
              <a:chOff x="2425430" y="7695310"/>
              <a:chExt cx="2287099" cy="1736643"/>
            </a:xfrm>
          </p:grpSpPr>
          <p:sp>
            <p:nvSpPr>
              <p:cNvPr id="2365" name="Rectangle 393">
                <a:extLst>
                  <a:ext uri="{FF2B5EF4-FFF2-40B4-BE49-F238E27FC236}">
                    <a16:creationId xmlns:a16="http://schemas.microsoft.com/office/drawing/2014/main" id="{4F166EE5-5869-4125-9E1A-7095C2A1C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5775" y="8075199"/>
                <a:ext cx="42641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6" name="Rectangle 394">
                <a:extLst>
                  <a:ext uri="{FF2B5EF4-FFF2-40B4-BE49-F238E27FC236}">
                    <a16:creationId xmlns:a16="http://schemas.microsoft.com/office/drawing/2014/main" id="{00522F1A-411F-4AD9-B378-35DD3DF69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7644918"/>
                <a:ext cx="434160" cy="2287098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7" name="Rectangle 395">
                <a:extLst>
                  <a:ext uri="{FF2B5EF4-FFF2-40B4-BE49-F238E27FC236}">
                    <a16:creationId xmlns:a16="http://schemas.microsoft.com/office/drawing/2014/main" id="{8ED262FE-8904-4A90-9FA2-84C89FB07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48022" y="7206880"/>
                <a:ext cx="441916" cy="2287098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8" name="Rectangle 396">
                <a:extLst>
                  <a:ext uri="{FF2B5EF4-FFF2-40B4-BE49-F238E27FC236}">
                    <a16:creationId xmlns:a16="http://schemas.microsoft.com/office/drawing/2014/main" id="{89375385-74A5-4DD1-A3F3-51B6AB5E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6768841"/>
                <a:ext cx="43416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9" name="Rectangle 397">
                <a:extLst>
                  <a:ext uri="{FF2B5EF4-FFF2-40B4-BE49-F238E27FC236}">
                    <a16:creationId xmlns:a16="http://schemas.microsoft.com/office/drawing/2014/main" id="{2C516F05-5BD9-4E70-805E-FDBE6017A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3132" y="7846490"/>
                <a:ext cx="434160" cy="131801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0" name="Rectangle 402">
                <a:extLst>
                  <a:ext uri="{FF2B5EF4-FFF2-40B4-BE49-F238E27FC236}">
                    <a16:creationId xmlns:a16="http://schemas.microsoft.com/office/drawing/2014/main" id="{9969683B-F565-498F-97AC-F4A472757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9541" y="8838857"/>
                <a:ext cx="100790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1" name="Rectangle 403">
                <a:extLst>
                  <a:ext uri="{FF2B5EF4-FFF2-40B4-BE49-F238E27FC236}">
                    <a16:creationId xmlns:a16="http://schemas.microsoft.com/office/drawing/2014/main" id="{A8D3E07F-BBAB-4E75-BCAB-4052E4AAF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1788" y="7931772"/>
                <a:ext cx="116296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72" name="Oval 404">
                <a:extLst>
                  <a:ext uri="{FF2B5EF4-FFF2-40B4-BE49-F238E27FC236}">
                    <a16:creationId xmlns:a16="http://schemas.microsoft.com/office/drawing/2014/main" id="{EC063C8B-B88A-492D-9220-406FF10AC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553474" y="8489978"/>
                <a:ext cx="232586" cy="596973"/>
              </a:xfrm>
              <a:prstGeom prst="ellipse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</p:grpSp>
        <p:grpSp>
          <p:nvGrpSpPr>
            <p:cNvPr id="2356" name="Group 2355">
              <a:extLst>
                <a:ext uri="{FF2B5EF4-FFF2-40B4-BE49-F238E27FC236}">
                  <a16:creationId xmlns:a16="http://schemas.microsoft.com/office/drawing/2014/main" id="{EBFD4641-0123-435A-8778-FC51A2910980}"/>
                </a:ext>
              </a:extLst>
            </p:cNvPr>
            <p:cNvGrpSpPr/>
            <p:nvPr/>
          </p:nvGrpSpPr>
          <p:grpSpPr>
            <a:xfrm>
              <a:off x="3256161" y="3441753"/>
              <a:ext cx="871389" cy="661664"/>
              <a:chOff x="2425430" y="7695310"/>
              <a:chExt cx="2287099" cy="1736643"/>
            </a:xfrm>
          </p:grpSpPr>
          <p:sp>
            <p:nvSpPr>
              <p:cNvPr id="2357" name="Rectangle 393">
                <a:extLst>
                  <a:ext uri="{FF2B5EF4-FFF2-40B4-BE49-F238E27FC236}">
                    <a16:creationId xmlns:a16="http://schemas.microsoft.com/office/drawing/2014/main" id="{98FC9154-F44A-4EDE-9B7F-9C14DBFA3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5775" y="8075199"/>
                <a:ext cx="42641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58" name="Rectangle 394">
                <a:extLst>
                  <a:ext uri="{FF2B5EF4-FFF2-40B4-BE49-F238E27FC236}">
                    <a16:creationId xmlns:a16="http://schemas.microsoft.com/office/drawing/2014/main" id="{A45EB9B7-FF31-4808-B1EF-FE9B60C40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7644918"/>
                <a:ext cx="434160" cy="2287098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59" name="Rectangle 395">
                <a:extLst>
                  <a:ext uri="{FF2B5EF4-FFF2-40B4-BE49-F238E27FC236}">
                    <a16:creationId xmlns:a16="http://schemas.microsoft.com/office/drawing/2014/main" id="{E3309F48-A733-4D98-9FA4-A8839BFD9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48022" y="7206880"/>
                <a:ext cx="441916" cy="2287098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0" name="Rectangle 396">
                <a:extLst>
                  <a:ext uri="{FF2B5EF4-FFF2-40B4-BE49-F238E27FC236}">
                    <a16:creationId xmlns:a16="http://schemas.microsoft.com/office/drawing/2014/main" id="{D8BF7129-1AFE-491D-A1ED-29D645034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351899" y="6768841"/>
                <a:ext cx="434160" cy="2287098"/>
              </a:xfrm>
              <a:prstGeom prst="rect">
                <a:avLst/>
              </a:prstGeom>
              <a:solidFill>
                <a:srgbClr val="2937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1" name="Rectangle 397">
                <a:extLst>
                  <a:ext uri="{FF2B5EF4-FFF2-40B4-BE49-F238E27FC236}">
                    <a16:creationId xmlns:a16="http://schemas.microsoft.com/office/drawing/2014/main" id="{C45214E2-DC19-4E52-9044-0B6BAC245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623132" y="7846490"/>
                <a:ext cx="434160" cy="131801"/>
              </a:xfrm>
              <a:prstGeom prst="rect">
                <a:avLst/>
              </a:prstGeom>
              <a:solidFill>
                <a:srgbClr val="61AA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2" name="Rectangle 402">
                <a:extLst>
                  <a:ext uri="{FF2B5EF4-FFF2-40B4-BE49-F238E27FC236}">
                    <a16:creationId xmlns:a16="http://schemas.microsoft.com/office/drawing/2014/main" id="{0623D180-EC17-4CA8-85E4-E94A6872D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9541" y="8838857"/>
                <a:ext cx="100790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3" name="Rectangle 403">
                <a:extLst>
                  <a:ext uri="{FF2B5EF4-FFF2-40B4-BE49-F238E27FC236}">
                    <a16:creationId xmlns:a16="http://schemas.microsoft.com/office/drawing/2014/main" id="{1C527D07-B89E-423C-837A-531FEF9D1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731788" y="7931772"/>
                <a:ext cx="116296" cy="837310"/>
              </a:xfrm>
              <a:prstGeom prst="rect">
                <a:avLst/>
              </a:prstGeom>
              <a:solidFill>
                <a:srgbClr val="4289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  <p:sp>
            <p:nvSpPr>
              <p:cNvPr id="2364" name="Oval 404">
                <a:extLst>
                  <a:ext uri="{FF2B5EF4-FFF2-40B4-BE49-F238E27FC236}">
                    <a16:creationId xmlns:a16="http://schemas.microsoft.com/office/drawing/2014/main" id="{0C45D61D-AECF-4E85-9B55-751211ACD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553474" y="8489978"/>
                <a:ext cx="232586" cy="596973"/>
              </a:xfrm>
              <a:prstGeom prst="ellipse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l-PL"/>
              </a:p>
            </p:txBody>
          </p:sp>
        </p:grpSp>
      </p:grpSp>
      <p:grpSp>
        <p:nvGrpSpPr>
          <p:cNvPr id="2399" name="Group 2398">
            <a:extLst>
              <a:ext uri="{FF2B5EF4-FFF2-40B4-BE49-F238E27FC236}">
                <a16:creationId xmlns:a16="http://schemas.microsoft.com/office/drawing/2014/main" id="{E4992A0E-0F48-4B00-8858-D7A0E607E79A}"/>
              </a:ext>
            </a:extLst>
          </p:cNvPr>
          <p:cNvGrpSpPr/>
          <p:nvPr/>
        </p:nvGrpSpPr>
        <p:grpSpPr>
          <a:xfrm>
            <a:off x="5053614" y="2317281"/>
            <a:ext cx="834148" cy="764868"/>
            <a:chOff x="2409925" y="9904874"/>
            <a:chExt cx="2333616" cy="2139798"/>
          </a:xfrm>
        </p:grpSpPr>
        <p:sp>
          <p:nvSpPr>
            <p:cNvPr id="2400" name="Rectangle 381">
              <a:extLst>
                <a:ext uri="{FF2B5EF4-FFF2-40B4-BE49-F238E27FC236}">
                  <a16:creationId xmlns:a16="http://schemas.microsoft.com/office/drawing/2014/main" id="{44C71A2A-E6F7-4F49-824E-27C1785BED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355775" y="10687917"/>
              <a:ext cx="426410" cy="2287098"/>
            </a:xfrm>
            <a:prstGeom prst="rect">
              <a:avLst/>
            </a:pr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1" name="Rectangle 382">
              <a:extLst>
                <a:ext uri="{FF2B5EF4-FFF2-40B4-BE49-F238E27FC236}">
                  <a16:creationId xmlns:a16="http://schemas.microsoft.com/office/drawing/2014/main" id="{BE8F0DBA-F10D-4C8F-B1C0-E6BC243679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27008" y="11765566"/>
              <a:ext cx="426410" cy="131801"/>
            </a:xfrm>
            <a:prstGeom prst="rect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2" name="Rectangle 384">
              <a:extLst>
                <a:ext uri="{FF2B5EF4-FFF2-40B4-BE49-F238E27FC236}">
                  <a16:creationId xmlns:a16="http://schemas.microsoft.com/office/drawing/2014/main" id="{3303FE1A-1A26-44A1-AD43-0F45008691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351899" y="10257632"/>
              <a:ext cx="434160" cy="2287098"/>
            </a:xfrm>
            <a:prstGeom prst="rect">
              <a:avLst/>
            </a:prstGeom>
            <a:solidFill>
              <a:srgbClr val="428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3" name="Rectangle 385">
              <a:extLst>
                <a:ext uri="{FF2B5EF4-FFF2-40B4-BE49-F238E27FC236}">
                  <a16:creationId xmlns:a16="http://schemas.microsoft.com/office/drawing/2014/main" id="{662195CF-3792-4F96-9959-EA3BA8D679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351899" y="9823472"/>
              <a:ext cx="434160" cy="2287098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4" name="Rectangle 386">
              <a:extLst>
                <a:ext uri="{FF2B5EF4-FFF2-40B4-BE49-F238E27FC236}">
                  <a16:creationId xmlns:a16="http://schemas.microsoft.com/office/drawing/2014/main" id="{E5EFBB50-7DBF-497F-8CD6-B9919619CF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23132" y="10901120"/>
              <a:ext cx="434160" cy="131801"/>
            </a:xfrm>
            <a:prstGeom prst="rect">
              <a:avLst/>
            </a:prstGeom>
            <a:solidFill>
              <a:srgbClr val="D3CA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5" name="Freeform 388">
              <a:extLst>
                <a:ext uri="{FF2B5EF4-FFF2-40B4-BE49-F238E27FC236}">
                  <a16:creationId xmlns:a16="http://schemas.microsoft.com/office/drawing/2014/main" id="{4FC50F5A-0220-47C4-AB5B-5B5F8979D2E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154200" y="9160599"/>
              <a:ext cx="845065" cy="2333616"/>
            </a:xfrm>
            <a:custGeom>
              <a:avLst/>
              <a:gdLst>
                <a:gd name="T0" fmla="*/ 109 w 109"/>
                <a:gd name="T1" fmla="*/ 291 h 301"/>
                <a:gd name="T2" fmla="*/ 54 w 109"/>
                <a:gd name="T3" fmla="*/ 301 h 301"/>
                <a:gd name="T4" fmla="*/ 0 w 109"/>
                <a:gd name="T5" fmla="*/ 10 h 301"/>
                <a:gd name="T6" fmla="*/ 55 w 109"/>
                <a:gd name="T7" fmla="*/ 0 h 301"/>
                <a:gd name="T8" fmla="*/ 109 w 109"/>
                <a:gd name="T9" fmla="*/ 29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301">
                  <a:moveTo>
                    <a:pt x="109" y="291"/>
                  </a:moveTo>
                  <a:lnTo>
                    <a:pt x="54" y="301"/>
                  </a:lnTo>
                  <a:lnTo>
                    <a:pt x="0" y="10"/>
                  </a:lnTo>
                  <a:lnTo>
                    <a:pt x="55" y="0"/>
                  </a:lnTo>
                  <a:lnTo>
                    <a:pt x="109" y="291"/>
                  </a:lnTo>
                  <a:close/>
                </a:path>
              </a:pathLst>
            </a:custGeom>
            <a:solidFill>
              <a:srgbClr val="61AA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6" name="Freeform 389">
              <a:extLst>
                <a:ext uri="{FF2B5EF4-FFF2-40B4-BE49-F238E27FC236}">
                  <a16:creationId xmlns:a16="http://schemas.microsoft.com/office/drawing/2014/main" id="{4066D534-10B3-4F9D-9D6C-24923EF245C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623127" y="10358419"/>
              <a:ext cx="457422" cy="201574"/>
            </a:xfrm>
            <a:custGeom>
              <a:avLst/>
              <a:gdLst>
                <a:gd name="T0" fmla="*/ 59 w 59"/>
                <a:gd name="T1" fmla="*/ 16 h 26"/>
                <a:gd name="T2" fmla="*/ 3 w 59"/>
                <a:gd name="T3" fmla="*/ 26 h 26"/>
                <a:gd name="T4" fmla="*/ 0 w 59"/>
                <a:gd name="T5" fmla="*/ 10 h 26"/>
                <a:gd name="T6" fmla="*/ 55 w 59"/>
                <a:gd name="T7" fmla="*/ 0 h 26"/>
                <a:gd name="T8" fmla="*/ 59 w 59"/>
                <a:gd name="T9" fmla="*/ 1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6">
                  <a:moveTo>
                    <a:pt x="59" y="16"/>
                  </a:moveTo>
                  <a:lnTo>
                    <a:pt x="3" y="26"/>
                  </a:lnTo>
                  <a:lnTo>
                    <a:pt x="0" y="10"/>
                  </a:lnTo>
                  <a:lnTo>
                    <a:pt x="55" y="0"/>
                  </a:lnTo>
                  <a:lnTo>
                    <a:pt x="59" y="16"/>
                  </a:lnTo>
                  <a:close/>
                </a:path>
              </a:pathLst>
            </a:cu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7" name="Freeform 390">
              <a:extLst>
                <a:ext uri="{FF2B5EF4-FFF2-40B4-BE49-F238E27FC236}">
                  <a16:creationId xmlns:a16="http://schemas.microsoft.com/office/drawing/2014/main" id="{03D0EB8F-C77F-402B-AEC4-B557A9762D0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69039" y="10090944"/>
              <a:ext cx="457422" cy="209330"/>
            </a:xfrm>
            <a:custGeom>
              <a:avLst/>
              <a:gdLst>
                <a:gd name="T0" fmla="*/ 59 w 59"/>
                <a:gd name="T1" fmla="*/ 17 h 27"/>
                <a:gd name="T2" fmla="*/ 3 w 59"/>
                <a:gd name="T3" fmla="*/ 27 h 27"/>
                <a:gd name="T4" fmla="*/ 0 w 59"/>
                <a:gd name="T5" fmla="*/ 10 h 27"/>
                <a:gd name="T6" fmla="*/ 56 w 59"/>
                <a:gd name="T7" fmla="*/ 0 h 27"/>
                <a:gd name="T8" fmla="*/ 59 w 59"/>
                <a:gd name="T9" fmla="*/ 1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7">
                  <a:moveTo>
                    <a:pt x="59" y="17"/>
                  </a:moveTo>
                  <a:lnTo>
                    <a:pt x="3" y="27"/>
                  </a:lnTo>
                  <a:lnTo>
                    <a:pt x="0" y="10"/>
                  </a:lnTo>
                  <a:lnTo>
                    <a:pt x="56" y="0"/>
                  </a:lnTo>
                  <a:lnTo>
                    <a:pt x="59" y="17"/>
                  </a:lnTo>
                  <a:close/>
                </a:path>
              </a:pathLst>
            </a:cu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8" name="Rectangle 391">
              <a:extLst>
                <a:ext uri="{FF2B5EF4-FFF2-40B4-BE49-F238E27FC236}">
                  <a16:creationId xmlns:a16="http://schemas.microsoft.com/office/drawing/2014/main" id="{8442D6F4-C659-4225-A01A-154B367D2B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735665" y="10974773"/>
              <a:ext cx="108540" cy="837310"/>
            </a:xfrm>
            <a:prstGeom prst="rect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  <p:sp>
          <p:nvSpPr>
            <p:cNvPr id="2409" name="Oval 392">
              <a:extLst>
                <a:ext uri="{FF2B5EF4-FFF2-40B4-BE49-F238E27FC236}">
                  <a16:creationId xmlns:a16="http://schemas.microsoft.com/office/drawing/2014/main" id="{D880495F-0F8C-4AAE-8EAB-6B17B6C1D6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77522" y="10753818"/>
              <a:ext cx="232586" cy="581468"/>
            </a:xfrm>
            <a:prstGeom prst="ellipse">
              <a:avLst/>
            </a:prstGeom>
            <a:solidFill>
              <a:srgbClr val="2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83461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wesome tent">
            <a:extLst>
              <a:ext uri="{FF2B5EF4-FFF2-40B4-BE49-F238E27FC236}">
                <a16:creationId xmlns:a16="http://schemas.microsoft.com/office/drawing/2014/main" id="{D6DE1D5B-9DC6-43EB-BEAD-EF313FADBA91}"/>
              </a:ext>
            </a:extLst>
          </p:cNvPr>
          <p:cNvSpPr txBox="1"/>
          <p:nvPr/>
        </p:nvSpPr>
        <p:spPr>
          <a:xfrm>
            <a:off x="426117" y="268881"/>
            <a:ext cx="38106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7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Credit</a:t>
            </a:r>
          </a:p>
        </p:txBody>
      </p:sp>
      <p:sp>
        <p:nvSpPr>
          <p:cNvPr id="21" name="Awesome tent">
            <a:extLst>
              <a:ext uri="{FF2B5EF4-FFF2-40B4-BE49-F238E27FC236}">
                <a16:creationId xmlns:a16="http://schemas.microsoft.com/office/drawing/2014/main" id="{6A847877-78C0-4AA0-810C-C8B9CF7A7A38}"/>
              </a:ext>
            </a:extLst>
          </p:cNvPr>
          <p:cNvSpPr txBox="1"/>
          <p:nvPr/>
        </p:nvSpPr>
        <p:spPr>
          <a:xfrm>
            <a:off x="551076" y="1794586"/>
            <a:ext cx="10806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https://www.freepik.com/free-vector/nice-businessman-character-set_2960917.htm</a:t>
            </a:r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(nice dude)</a:t>
            </a:r>
            <a:endParaRPr kumimoji="0" lang="pl-PL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wesome tent">
            <a:extLst>
              <a:ext uri="{FF2B5EF4-FFF2-40B4-BE49-F238E27FC236}">
                <a16:creationId xmlns:a16="http://schemas.microsoft.com/office/drawing/2014/main" id="{DFE6ADAD-195D-4E70-A5AB-A0DF5ACAECAB}"/>
              </a:ext>
            </a:extLst>
          </p:cNvPr>
          <p:cNvSpPr txBox="1"/>
          <p:nvPr/>
        </p:nvSpPr>
        <p:spPr>
          <a:xfrm>
            <a:off x="551076" y="2545215"/>
            <a:ext cx="8761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https://www.vecteezy.com/vector-art/104989-free-sloth-cartoon-vector</a:t>
            </a:r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(sloth)</a:t>
            </a:r>
            <a:endParaRPr kumimoji="0" lang="pl-PL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wesome tent">
            <a:extLst>
              <a:ext uri="{FF2B5EF4-FFF2-40B4-BE49-F238E27FC236}">
                <a16:creationId xmlns:a16="http://schemas.microsoft.com/office/drawing/2014/main" id="{AF12973A-619A-4B85-9E18-7AE294D9BCE1}"/>
              </a:ext>
            </a:extLst>
          </p:cNvPr>
          <p:cNvSpPr txBox="1"/>
          <p:nvPr/>
        </p:nvSpPr>
        <p:spPr>
          <a:xfrm>
            <a:off x="551075" y="4024008"/>
            <a:ext cx="10866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https://www.freepik.com/free-vector/modern-office-desk-with-flat-design_2775669.htm</a:t>
            </a:r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(office 2)</a:t>
            </a:r>
            <a:endParaRPr kumimoji="0" lang="pl-PL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wesome tent">
            <a:extLst>
              <a:ext uri="{FF2B5EF4-FFF2-40B4-BE49-F238E27FC236}">
                <a16:creationId xmlns:a16="http://schemas.microsoft.com/office/drawing/2014/main" id="{71F49654-3560-4E98-8FD7-367DF7CD7DB3}"/>
              </a:ext>
            </a:extLst>
          </p:cNvPr>
          <p:cNvSpPr txBox="1"/>
          <p:nvPr/>
        </p:nvSpPr>
        <p:spPr>
          <a:xfrm>
            <a:off x="551075" y="3273379"/>
            <a:ext cx="10401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https://www.freepik.com/free-vector/workspace-concept-in-flat-style_2914600.htm</a:t>
            </a:r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(office 1)</a:t>
            </a:r>
            <a:endParaRPr kumimoji="0" lang="pl-PL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wesome tent">
            <a:extLst>
              <a:ext uri="{FF2B5EF4-FFF2-40B4-BE49-F238E27FC236}">
                <a16:creationId xmlns:a16="http://schemas.microsoft.com/office/drawing/2014/main" id="{7460F91C-D4D9-4B20-83AC-3A89B9A3B4C7}"/>
              </a:ext>
            </a:extLst>
          </p:cNvPr>
          <p:cNvSpPr txBox="1"/>
          <p:nvPr/>
        </p:nvSpPr>
        <p:spPr>
          <a:xfrm>
            <a:off x="551075" y="4774637"/>
            <a:ext cx="10735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https://www.flaticon.com/free-icon/trekking_776537#term=holiday&amp;page=1&amp;position=60</a:t>
            </a:r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(icon)</a:t>
            </a:r>
            <a:endParaRPr kumimoji="0" lang="pl-PL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wesome tent">
            <a:extLst>
              <a:ext uri="{FF2B5EF4-FFF2-40B4-BE49-F238E27FC236}">
                <a16:creationId xmlns:a16="http://schemas.microsoft.com/office/drawing/2014/main" id="{9189C455-3F64-4538-A558-6FB018DCB71D}"/>
              </a:ext>
            </a:extLst>
          </p:cNvPr>
          <p:cNvSpPr txBox="1"/>
          <p:nvPr/>
        </p:nvSpPr>
        <p:spPr>
          <a:xfrm>
            <a:off x="551075" y="5477658"/>
            <a:ext cx="10679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https://www.flaticon.com/free-icon/sunbed_139913#term=holiday&amp;page=1&amp;position=25</a:t>
            </a:r>
            <a:r>
              <a:rPr lang="pl-PL" sz="20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(icon)</a:t>
            </a:r>
            <a:endParaRPr kumimoji="0" lang="pl-PL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49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3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4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8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2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21" grpId="0"/>
          <p:bldP spid="22" grpId="0"/>
          <p:bldP spid="23" grpId="0"/>
          <p:bldP spid="7" grpId="0"/>
          <p:bldP spid="8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2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21" grpId="0"/>
          <p:bldP spid="22" grpId="0"/>
          <p:bldP spid="23" grpId="0"/>
          <p:bldP spid="7" grpId="0"/>
          <p:bldP spid="8" grpId="0"/>
          <p:bldP spid="9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Widescreen</PresentationFormat>
  <Paragraphs>7</Paragraphs>
  <Slides>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Andrew Pach</cp:lastModifiedBy>
  <cp:revision>1</cp:revision>
  <dcterms:created xsi:type="dcterms:W3CDTF">2018-10-16T12:37:08Z</dcterms:created>
  <dcterms:modified xsi:type="dcterms:W3CDTF">2020-07-23T08:42:13Z</dcterms:modified>
</cp:coreProperties>
</file>