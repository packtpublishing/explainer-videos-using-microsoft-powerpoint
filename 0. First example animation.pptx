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Arial Black" panose="020B0A04020102020204" pitchFamily="34" charset="0"/>
      <p:regular r:id="rId3"/>
      <p:bold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alibri Light" panose="020F0302020204030204" pitchFamily="34" charset="0"/>
      <p:regular r:id="rId9"/>
      <p:italic r:id="rId10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C46"/>
    <a:srgbClr val="296AB9"/>
    <a:srgbClr val="FFFFFF"/>
    <a:srgbClr val="FFCF05"/>
    <a:srgbClr val="2471AB"/>
    <a:srgbClr val="FFC51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 varScale="1">
        <p:scale>
          <a:sx n="59" d="100"/>
          <a:sy n="59" d="100"/>
        </p:scale>
        <p:origin x="82" y="10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4FF02-A595-4540-B9BA-4738344AB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E3D0F-AD94-40A5-8C59-F9A71E23A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129E1-1335-4C9C-B29F-EC2369B1C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1768F-711C-48C7-993A-5F10995BD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6BBDD-009C-430B-B5D6-0418CAC6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508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F485-5B81-4DFA-A337-D0A3643F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7E0F5-68AA-498C-9968-A1F9990A0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A6A4-A84D-499E-BB12-FF07FEF0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90C9C-02D2-47CF-9EA0-D5B02041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7755A-9AC1-4A96-AA22-1E33BC6CA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963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7797-49AA-42AA-B041-C4A949CD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7264-CDC1-4445-99BB-F99BD9D7C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CD53E-3DCB-453B-96B8-B0091CDB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3B1CF-2350-4B98-B9F8-63DA5899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86FF0-E6C1-47E0-ACC5-4FAC39843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0234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8F04-D210-4CE6-BF01-6D7B04F1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A7786-5D32-4B83-81D6-0F0944128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4A61D-6045-4340-BA02-893CCF859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9095D-D5DE-48C5-9030-5EC26E39B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F4209-E7DE-44F0-9399-1138FEB6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4EBF7-4E17-4DCE-88CB-F6BD4BDF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236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9A6DA-53CC-4AF0-8E6D-ADB3A0AE8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830BF-1B77-4118-B8EE-1DBE24620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F4FCA-D6B6-4C32-B962-58413540D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D0787-03DA-47A2-AC1C-7CF5E6D85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62864B-E675-4E60-9B7E-DDA1FCB91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6B635-1A7B-4AF5-8C2B-DF786BF3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4495D-C167-4124-91D6-0154E4D1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6F994-49A5-428A-8390-6C6ADC8D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058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7FA2-3B39-4C98-BF91-B56CC8C8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2BBF5-081B-4007-914A-AA6078DD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B8269-E9D8-4527-B3E0-D96568C2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2A1C3-D5B6-4F38-AD35-1CD094FE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31952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7A51E-523E-45CF-83BA-BB83B196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1FE72-2845-4A55-AF47-2DB0B421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7A24E-3537-4FF3-97F4-C00ED8A6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910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F3E5-2612-4830-AA99-BC9EF1C92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6AB15-AC17-4CF1-AC70-3CCF8FCD2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23E8D-0F4E-401F-B0D7-73167916E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1F2B5-7207-4F85-973F-EA030E07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BC3BD-A5F1-4D4F-951D-FBDEF1DE5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C4967-7A7F-413B-ADB9-07C36A83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210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D8E-2EE4-4C5B-8D9F-904BF07E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8446A7-F505-4288-A1A7-1C0021FA61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16B4C-B5DB-4952-B771-AEF3779D7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E1739-895F-4E37-85F6-AA8D51F6E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467C2-A591-4E1F-A95F-3F36328C4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B1B76-3D0E-40B9-9FD8-6879B0BF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6627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2524-2C76-4D68-B3B0-0DC5865B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E06A5-70BA-4B31-AB35-7BE0D80BF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6DAF6-5220-432B-866A-C28CA85D3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5FDE0-EFBE-4398-A4CC-D800631A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A69B4-9322-4FF3-A534-D9065C9E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603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F0D47-B65A-4C23-BD1A-90EB23B61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A28B7-A218-46CB-82AD-56B4A2555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511C2-EFE5-4FEE-89FB-691A7E976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BA3FD-8C23-4774-8434-0492F7D8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909CA-C9E5-437E-BA79-92D5994C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844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906A2-2DAD-4834-8F29-DFFBF76D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EF67A-D608-4A2A-AC9D-12E48074F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1D357-D4EC-4302-BD0A-B4F99A6CE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8AC1D-1509-4478-BD45-7DB20E4E92CC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5F7BD-AED6-4212-924A-1009B8230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22D31-AC77-4CF7-9D30-777147142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09A1C-5101-44B3-84C1-A1139FE9EC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24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6A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>
            <a:extLst>
              <a:ext uri="{FF2B5EF4-FFF2-40B4-BE49-F238E27FC236}">
                <a16:creationId xmlns:a16="http://schemas.microsoft.com/office/drawing/2014/main" id="{62F35F42-09B1-465A-8DAF-28F37160CBDB}"/>
              </a:ext>
            </a:extLst>
          </p:cNvPr>
          <p:cNvSpPr/>
          <p:nvPr/>
        </p:nvSpPr>
        <p:spPr>
          <a:xfrm>
            <a:off x="3604260" y="6858000"/>
            <a:ext cx="4983480" cy="4983480"/>
          </a:xfrm>
          <a:prstGeom prst="ellipse">
            <a:avLst/>
          </a:prstGeom>
          <a:solidFill>
            <a:srgbClr val="F0CC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363CC7-FB7B-4221-AD1B-A890523FBB1C}"/>
              </a:ext>
            </a:extLst>
          </p:cNvPr>
          <p:cNvSpPr txBox="1"/>
          <p:nvPr/>
        </p:nvSpPr>
        <p:spPr>
          <a:xfrm>
            <a:off x="2430477" y="2321004"/>
            <a:ext cx="7331046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3800" dirty="0">
                <a:solidFill>
                  <a:schemeClr val="bg1"/>
                </a:solidFill>
                <a:latin typeface="Arial Black" panose="020B0A04020102020204" pitchFamily="34" charset="0"/>
              </a:rPr>
              <a:t>HELLO!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25803F-7D54-4A94-A5C3-B0A4DF1AC1F9}"/>
              </a:ext>
            </a:extLst>
          </p:cNvPr>
          <p:cNvSpPr txBox="1"/>
          <p:nvPr/>
        </p:nvSpPr>
        <p:spPr>
          <a:xfrm>
            <a:off x="2779900" y="2228671"/>
            <a:ext cx="66322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7200" dirty="0">
                <a:solidFill>
                  <a:schemeClr val="bg1"/>
                </a:solidFill>
                <a:latin typeface="Arial Black" panose="020B0A04020102020204" pitchFamily="34" charset="0"/>
              </a:rPr>
              <a:t>You didn’t</a:t>
            </a:r>
          </a:p>
          <a:p>
            <a:pPr algn="ctr"/>
            <a:r>
              <a:rPr lang="pl-PL" sz="7200" dirty="0">
                <a:solidFill>
                  <a:schemeClr val="bg1"/>
                </a:solidFill>
                <a:latin typeface="Arial Black" panose="020B0A04020102020204" pitchFamily="34" charset="0"/>
              </a:rPr>
              <a:t>Expect that?</a:t>
            </a:r>
          </a:p>
        </p:txBody>
      </p:sp>
    </p:spTree>
    <p:extLst>
      <p:ext uri="{BB962C8B-B14F-4D97-AF65-F5344CB8AC3E}">
        <p14:creationId xmlns:p14="http://schemas.microsoft.com/office/powerpoint/2010/main" val="307608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accel="29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500" fill="hold"/>
                                        <p:tgtEl>
                                          <p:spTgt spid="24"/>
                                        </p:tgtEl>
                                      </p:cBhvr>
                                      <p:by x="500000" y="5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 Black</vt:lpstr>
      <vt:lpstr>Calibri Light</vt:lpstr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Andrzej Pach</dc:creator>
  <cp:lastModifiedBy>Andrew Pach</cp:lastModifiedBy>
  <cp:revision>5</cp:revision>
  <dcterms:created xsi:type="dcterms:W3CDTF">2018-10-11T08:52:02Z</dcterms:created>
  <dcterms:modified xsi:type="dcterms:W3CDTF">2020-07-23T08:39:27Z</dcterms:modified>
</cp:coreProperties>
</file>