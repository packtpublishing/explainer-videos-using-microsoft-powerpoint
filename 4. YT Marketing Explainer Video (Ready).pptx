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B9B"/>
    <a:srgbClr val="A2E2E2"/>
    <a:srgbClr val="CDCFD1"/>
    <a:srgbClr val="FF0000"/>
    <a:srgbClr val="F9F9F9"/>
    <a:srgbClr val="A9ACB1"/>
    <a:srgbClr val="31384D"/>
    <a:srgbClr val="263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93" autoAdjust="0"/>
    <p:restoredTop sz="96738" autoAdjust="0"/>
  </p:normalViewPr>
  <p:slideViewPr>
    <p:cSldViewPr snapToGrid="0">
      <p:cViewPr varScale="1">
        <p:scale>
          <a:sx n="79" d="100"/>
          <a:sy n="79" d="100"/>
        </p:scale>
        <p:origin x="9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60FA-9D94-470F-AB68-494753EB0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D5A10-5B4A-4754-854B-76A11FCA0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60466-FF98-45E9-9938-5E5877188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BB855-A189-4B45-88EA-1BF9169B8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604B-971F-4E8B-921E-8DEE1034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8012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754C8-36AD-436C-8610-9B2BE6C34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995B-B2F6-45E2-B5BD-878BC69B8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83CF7-9FC3-4F52-9132-959FDFCB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2AAD0-CD42-4C79-95B9-4E5DE1975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5FCDA-D869-48FF-AB05-1C4DBF89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4248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2FC9E-9E5D-4CE2-A61F-DDE76A2B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0BCB9-A34E-4E27-AFD1-27E102D01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E0B06-7F5A-4FB8-BFE5-C4F2104F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8D9FC-6A3A-4A80-A4FC-447E4EB3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A8FBB-F115-48B4-9D7D-56EDE869C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9723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3CFC-7AE6-4FD1-87AE-F3F95B44A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7BCB9-FDBA-4F9C-A717-518D1F1D8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5EE7B-6C15-4D5E-9611-466F63990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3BCB3-3630-4CD9-960D-8DA7EB977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57121-F329-4D6A-833A-25A164970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82A71-31CE-426C-B1F7-945EE439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9507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4442A-88ED-4293-98BC-96D6D943C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54519-3A9C-45AF-977F-077F12169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F76CE-4B06-442A-98AA-080635121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CD7563-BEFF-4BB6-980A-CB8AFBF9C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66682D-884A-4E51-AC90-CCCE7D1FD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CBE919-CC82-48A2-AF8D-474328D3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D5BA32-60D7-4F62-A98C-F7B8BE8E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7F51A2-90D6-4B04-9AD0-5B04EC9F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0417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CBDB-ACE4-40F4-A79C-AF0D3AD6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B3112-4C0D-4ADD-ABA5-FEF48DB8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A3511-EC5F-4964-814F-D04B629E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48B3D-C4E8-4D30-8EED-4DD008BCB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216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1F8626-9DCE-4A27-8FE4-F6908F176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A9D387-BA02-407F-B965-82E84A3F4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52219-1E68-4B90-94E4-59BFFB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18748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3626-DF95-4BB4-992A-38FE9B16E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7DD2A-CE50-4A65-B187-79CAF6E7D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A93A2-BE1D-46C8-93BD-9AA7E3EB6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BE97B-3CF0-41F0-A818-3955447C8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039AB-F05A-40CA-BBD7-47AFB2797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FEF42-AB41-4C3A-B57E-468482C6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87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0D6F4-8A3C-471F-9143-6CE2EF656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711C69-C12A-4CF5-B80E-67ECE85FC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4D923-DDC0-41B6-A91F-69CF8E105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4BFBC-3706-467D-BAD5-A9519A44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DB574-47C0-49DA-8E46-87C52C276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3BA04-9503-49D6-AD9E-928E3FD1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7884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48EFC-BDBE-4C19-8681-F67FFDBA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B74FE-F75C-43B3-8C70-B980E977D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1B2CA-DE83-49A1-AF46-8D4A932D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65934-3FD2-4AE1-8807-E18DF4D78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8AA14-4553-43B4-BC4D-2F41FBAE9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4267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85010-A4AD-489C-BBF5-8547891282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55A1E-AF0C-47CF-8899-57E40332B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F77D4-F97C-4576-906A-39D34DEFD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CD4F0-B6AE-4ED5-8F4A-7A36BE2A4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43818-FB6E-4ACD-A34F-B78104BF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300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BCC56-5DE6-4CDF-9DBB-893C053B9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90921-80D2-485C-8B0E-A35D65E04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B4F4A-5E4A-4BBD-BAFB-9599B22C2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80453-6701-4FF7-9EC7-371435F5E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06987-A297-4951-B604-45660F346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10717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281F9539-B05C-4273-9385-4BBF84E61847}"/>
              </a:ext>
            </a:extLst>
          </p:cNvPr>
          <p:cNvGrpSpPr/>
          <p:nvPr/>
        </p:nvGrpSpPr>
        <p:grpSpPr>
          <a:xfrm>
            <a:off x="639281" y="4671249"/>
            <a:ext cx="4832443" cy="1738799"/>
            <a:chOff x="524692" y="4892277"/>
            <a:chExt cx="5124268" cy="184380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7B84A59-F8C9-44D3-AC45-340F5AC3FE4C}"/>
                </a:ext>
              </a:extLst>
            </p:cNvPr>
            <p:cNvSpPr/>
            <p:nvPr/>
          </p:nvSpPr>
          <p:spPr>
            <a:xfrm>
              <a:off x="524692" y="4892277"/>
              <a:ext cx="5124268" cy="1843803"/>
            </a:xfrm>
            <a:prstGeom prst="roundRect">
              <a:avLst>
                <a:gd name="adj" fmla="val 403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818C8FD-3F50-411E-8753-B65A69A8B0EB}"/>
                </a:ext>
              </a:extLst>
            </p:cNvPr>
            <p:cNvSpPr/>
            <p:nvPr/>
          </p:nvSpPr>
          <p:spPr>
            <a:xfrm>
              <a:off x="668928" y="5094208"/>
              <a:ext cx="386497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3D85A0-6BD0-452D-9984-6D62EDA961BE}"/>
                </a:ext>
              </a:extLst>
            </p:cNvPr>
            <p:cNvSpPr/>
            <p:nvPr/>
          </p:nvSpPr>
          <p:spPr>
            <a:xfrm>
              <a:off x="668928" y="5425206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DFBDB6E-2552-42C9-BA18-E1A893D3AD3D}"/>
                </a:ext>
              </a:extLst>
            </p:cNvPr>
            <p:cNvSpPr/>
            <p:nvPr/>
          </p:nvSpPr>
          <p:spPr>
            <a:xfrm>
              <a:off x="668928" y="5772932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4F8DEC-BE87-4F37-8363-170D1F3D4391}"/>
                </a:ext>
              </a:extLst>
            </p:cNvPr>
            <p:cNvSpPr/>
            <p:nvPr/>
          </p:nvSpPr>
          <p:spPr>
            <a:xfrm>
              <a:off x="668928" y="6417711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FACE942-3176-41C7-80FB-92526181899C}"/>
                </a:ext>
              </a:extLst>
            </p:cNvPr>
            <p:cNvSpPr/>
            <p:nvPr/>
          </p:nvSpPr>
          <p:spPr>
            <a:xfrm>
              <a:off x="668928" y="6090867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0148A96-AF51-41A2-ABAE-3277258A00D7}"/>
              </a:ext>
            </a:extLst>
          </p:cNvPr>
          <p:cNvGrpSpPr/>
          <p:nvPr/>
        </p:nvGrpSpPr>
        <p:grpSpPr>
          <a:xfrm>
            <a:off x="7514229" y="1788540"/>
            <a:ext cx="4206419" cy="1151818"/>
            <a:chOff x="7514229" y="1788540"/>
            <a:chExt cx="4206419" cy="1151818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BAC6EFD-5D7C-424B-883F-EE5A8A90ECA0}"/>
                </a:ext>
              </a:extLst>
            </p:cNvPr>
            <p:cNvGrpSpPr/>
            <p:nvPr/>
          </p:nvGrpSpPr>
          <p:grpSpPr>
            <a:xfrm>
              <a:off x="7514229" y="1788540"/>
              <a:ext cx="4206419" cy="1151818"/>
              <a:chOff x="7514229" y="1788540"/>
              <a:chExt cx="4206419" cy="115181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9D4C31DF-CA71-4D37-9DB9-496D6B28F300}"/>
                  </a:ext>
                </a:extLst>
              </p:cNvPr>
              <p:cNvSpPr/>
              <p:nvPr/>
            </p:nvSpPr>
            <p:spPr>
              <a:xfrm>
                <a:off x="7514229" y="178854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7599530-1649-4E11-9D5A-13B0C17CB1E0}"/>
                  </a:ext>
                </a:extLst>
              </p:cNvPr>
              <p:cNvSpPr/>
              <p:nvPr/>
            </p:nvSpPr>
            <p:spPr>
              <a:xfrm>
                <a:off x="9698903" y="1833815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712651A8-4B66-4344-9B41-F95BF21E7EDE}"/>
                  </a:ext>
                </a:extLst>
              </p:cNvPr>
              <p:cNvSpPr/>
              <p:nvPr/>
            </p:nvSpPr>
            <p:spPr>
              <a:xfrm>
                <a:off x="9698903" y="2014578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37013D59-2093-4A9F-9D05-082D0E360089}"/>
                  </a:ext>
                </a:extLst>
              </p:cNvPr>
              <p:cNvSpPr/>
              <p:nvPr/>
            </p:nvSpPr>
            <p:spPr>
              <a:xfrm>
                <a:off x="9698903" y="2187721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FED07C9F-DC64-4B85-8FB5-6A49212C831A}"/>
                  </a:ext>
                </a:extLst>
              </p:cNvPr>
              <p:cNvSpPr/>
              <p:nvPr/>
            </p:nvSpPr>
            <p:spPr>
              <a:xfrm>
                <a:off x="9698903" y="2378221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2CDA331-6207-4EB4-B7C6-991FFB3C5E36}"/>
                </a:ext>
              </a:extLst>
            </p:cNvPr>
            <p:cNvGrpSpPr/>
            <p:nvPr/>
          </p:nvGrpSpPr>
          <p:grpSpPr>
            <a:xfrm>
              <a:off x="8269626" y="2091181"/>
              <a:ext cx="574079" cy="574079"/>
              <a:chOff x="7279740" y="-1777228"/>
              <a:chExt cx="1546860" cy="1546860"/>
            </a:xfrm>
          </p:grpSpPr>
          <p:sp>
            <p:nvSpPr>
              <p:cNvPr id="62" name="Circle: Hollow 61">
                <a:extLst>
                  <a:ext uri="{FF2B5EF4-FFF2-40B4-BE49-F238E27FC236}">
                    <a16:creationId xmlns:a16="http://schemas.microsoft.com/office/drawing/2014/main" id="{08966C26-1B41-4986-BA4B-428F1DD65E97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069B3364-D4A2-45C2-9160-AB3A20DC2AA8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3AD50B-EC93-4271-A1DF-837BC028C9B9}"/>
              </a:ext>
            </a:extLst>
          </p:cNvPr>
          <p:cNvGrpSpPr/>
          <p:nvPr/>
        </p:nvGrpSpPr>
        <p:grpSpPr>
          <a:xfrm>
            <a:off x="7514228" y="3021123"/>
            <a:ext cx="4206420" cy="1151818"/>
            <a:chOff x="7514228" y="3021123"/>
            <a:chExt cx="4206420" cy="1151818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2105C9D-1445-4EA7-9AB0-823E1A4FD79D}"/>
                </a:ext>
              </a:extLst>
            </p:cNvPr>
            <p:cNvGrpSpPr/>
            <p:nvPr/>
          </p:nvGrpSpPr>
          <p:grpSpPr>
            <a:xfrm>
              <a:off x="7514228" y="3021123"/>
              <a:ext cx="4206420" cy="1151818"/>
              <a:chOff x="7514228" y="3021123"/>
              <a:chExt cx="4206420" cy="1151818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57AE2E6-23CB-4FEC-86D5-88D528DF7769}"/>
                  </a:ext>
                </a:extLst>
              </p:cNvPr>
              <p:cNvSpPr/>
              <p:nvPr/>
            </p:nvSpPr>
            <p:spPr>
              <a:xfrm>
                <a:off x="7514228" y="3021123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5940249A-BA16-4E6C-A980-E650F808CB4E}"/>
                  </a:ext>
                </a:extLst>
              </p:cNvPr>
              <p:cNvSpPr/>
              <p:nvPr/>
            </p:nvSpPr>
            <p:spPr>
              <a:xfrm>
                <a:off x="9698903" y="3038404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4CFCC298-5444-4331-90CC-CBAA44A726BC}"/>
                  </a:ext>
                </a:extLst>
              </p:cNvPr>
              <p:cNvSpPr/>
              <p:nvPr/>
            </p:nvSpPr>
            <p:spPr>
              <a:xfrm>
                <a:off x="9698903" y="3219167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5AF8EED2-6DAA-4E72-8D4E-1B0100B196FA}"/>
                  </a:ext>
                </a:extLst>
              </p:cNvPr>
              <p:cNvSpPr/>
              <p:nvPr/>
            </p:nvSpPr>
            <p:spPr>
              <a:xfrm>
                <a:off x="9698903" y="3392310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3917D557-AFCA-428E-9A1A-2E3354235B45}"/>
                  </a:ext>
                </a:extLst>
              </p:cNvPr>
              <p:cNvSpPr/>
              <p:nvPr/>
            </p:nvSpPr>
            <p:spPr>
              <a:xfrm>
                <a:off x="9698903" y="3582810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F821381-92BA-4E14-BF7C-0C7A45BCEB47}"/>
                </a:ext>
              </a:extLst>
            </p:cNvPr>
            <p:cNvGrpSpPr/>
            <p:nvPr/>
          </p:nvGrpSpPr>
          <p:grpSpPr>
            <a:xfrm>
              <a:off x="8300733" y="3309992"/>
              <a:ext cx="574079" cy="574079"/>
              <a:chOff x="7279740" y="-1777228"/>
              <a:chExt cx="1546860" cy="1546860"/>
            </a:xfrm>
          </p:grpSpPr>
          <p:sp>
            <p:nvSpPr>
              <p:cNvPr id="66" name="Circle: Hollow 65">
                <a:extLst>
                  <a:ext uri="{FF2B5EF4-FFF2-40B4-BE49-F238E27FC236}">
                    <a16:creationId xmlns:a16="http://schemas.microsoft.com/office/drawing/2014/main" id="{85AE7221-C2B8-4F29-9C53-E4F1DAC88F4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3E45EB5C-0504-4EEE-BC07-0A44A25181A6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E77133E-3519-4F83-9C1E-3DC43460A652}"/>
              </a:ext>
            </a:extLst>
          </p:cNvPr>
          <p:cNvGrpSpPr/>
          <p:nvPr/>
        </p:nvGrpSpPr>
        <p:grpSpPr>
          <a:xfrm>
            <a:off x="7514228" y="4253707"/>
            <a:ext cx="4206420" cy="1151818"/>
            <a:chOff x="7514228" y="4253707"/>
            <a:chExt cx="4206420" cy="115181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3A8E35D-061D-4AD3-894A-0A7CE1E3D276}"/>
                </a:ext>
              </a:extLst>
            </p:cNvPr>
            <p:cNvGrpSpPr/>
            <p:nvPr/>
          </p:nvGrpSpPr>
          <p:grpSpPr>
            <a:xfrm>
              <a:off x="7514228" y="4253707"/>
              <a:ext cx="4206420" cy="1151818"/>
              <a:chOff x="7514228" y="4253707"/>
              <a:chExt cx="4206420" cy="1151818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E1F442A-1A89-4CF4-A09B-BE602D58111E}"/>
                  </a:ext>
                </a:extLst>
              </p:cNvPr>
              <p:cNvSpPr/>
              <p:nvPr/>
            </p:nvSpPr>
            <p:spPr>
              <a:xfrm>
                <a:off x="7514228" y="4253707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AA63ED26-D8AA-4E4C-A824-39DC28D8CBFD}"/>
                  </a:ext>
                </a:extLst>
              </p:cNvPr>
              <p:cNvSpPr/>
              <p:nvPr/>
            </p:nvSpPr>
            <p:spPr>
              <a:xfrm>
                <a:off x="9698903" y="4273473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A37DAE57-66CF-4AAB-8D11-AD69B367B10D}"/>
                  </a:ext>
                </a:extLst>
              </p:cNvPr>
              <p:cNvSpPr/>
              <p:nvPr/>
            </p:nvSpPr>
            <p:spPr>
              <a:xfrm>
                <a:off x="9698903" y="4454236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1B3642BA-A216-420D-8F92-C3BA0803985F}"/>
                  </a:ext>
                </a:extLst>
              </p:cNvPr>
              <p:cNvSpPr/>
              <p:nvPr/>
            </p:nvSpPr>
            <p:spPr>
              <a:xfrm>
                <a:off x="9698903" y="4627379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C3862436-6B7F-4F1C-AA08-B991A9A7B081}"/>
                  </a:ext>
                </a:extLst>
              </p:cNvPr>
              <p:cNvSpPr/>
              <p:nvPr/>
            </p:nvSpPr>
            <p:spPr>
              <a:xfrm>
                <a:off x="9698903" y="4817879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49D6076-C319-4369-B1B1-F38E10B5ABA6}"/>
                </a:ext>
              </a:extLst>
            </p:cNvPr>
            <p:cNvGrpSpPr/>
            <p:nvPr/>
          </p:nvGrpSpPr>
          <p:grpSpPr>
            <a:xfrm>
              <a:off x="8300733" y="4542576"/>
              <a:ext cx="574079" cy="574079"/>
              <a:chOff x="7279740" y="-1777228"/>
              <a:chExt cx="1546860" cy="1546860"/>
            </a:xfrm>
          </p:grpSpPr>
          <p:sp>
            <p:nvSpPr>
              <p:cNvPr id="69" name="Circle: Hollow 68">
                <a:extLst>
                  <a:ext uri="{FF2B5EF4-FFF2-40B4-BE49-F238E27FC236}">
                    <a16:creationId xmlns:a16="http://schemas.microsoft.com/office/drawing/2014/main" id="{7A4BF07E-261D-454E-9BB5-B32E94A4C25B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89B88939-94D6-4F85-A897-E53040F86BE9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6729689-ED7C-4EEE-B158-ADC9455CB76A}"/>
              </a:ext>
            </a:extLst>
          </p:cNvPr>
          <p:cNvGrpSpPr/>
          <p:nvPr/>
        </p:nvGrpSpPr>
        <p:grpSpPr>
          <a:xfrm>
            <a:off x="7514227" y="5486290"/>
            <a:ext cx="4206421" cy="1151818"/>
            <a:chOff x="7514227" y="5486290"/>
            <a:chExt cx="4206421" cy="1151818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D73A08A-2356-4AB9-BFD3-4CE52AFCAEC2}"/>
                </a:ext>
              </a:extLst>
            </p:cNvPr>
            <p:cNvGrpSpPr/>
            <p:nvPr/>
          </p:nvGrpSpPr>
          <p:grpSpPr>
            <a:xfrm>
              <a:off x="7514227" y="5486290"/>
              <a:ext cx="4206421" cy="1151818"/>
              <a:chOff x="7514227" y="5486290"/>
              <a:chExt cx="4206421" cy="1151818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0761C327-AF5A-48E0-BFE6-007108820519}"/>
                  </a:ext>
                </a:extLst>
              </p:cNvPr>
              <p:cNvSpPr/>
              <p:nvPr/>
            </p:nvSpPr>
            <p:spPr>
              <a:xfrm>
                <a:off x="7514227" y="548629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0F3CB6B2-D730-407E-A618-E70BC9923910}"/>
                  </a:ext>
                </a:extLst>
              </p:cNvPr>
              <p:cNvSpPr/>
              <p:nvPr/>
            </p:nvSpPr>
            <p:spPr>
              <a:xfrm>
                <a:off x="9698903" y="5516162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B4AA050C-BFB1-4549-B6A8-8B7F284449B9}"/>
                  </a:ext>
                </a:extLst>
              </p:cNvPr>
              <p:cNvSpPr/>
              <p:nvPr/>
            </p:nvSpPr>
            <p:spPr>
              <a:xfrm>
                <a:off x="9698903" y="5696925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29DA8A7A-4B1D-44C2-AEB1-4B73C56616E2}"/>
                  </a:ext>
                </a:extLst>
              </p:cNvPr>
              <p:cNvSpPr/>
              <p:nvPr/>
            </p:nvSpPr>
            <p:spPr>
              <a:xfrm>
                <a:off x="9698903" y="5870068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FB3ED01D-E9EE-40AA-88C9-A910880C7FBF}"/>
                  </a:ext>
                </a:extLst>
              </p:cNvPr>
              <p:cNvSpPr/>
              <p:nvPr/>
            </p:nvSpPr>
            <p:spPr>
              <a:xfrm>
                <a:off x="9698903" y="6060568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0D3EC1E-5610-4440-934F-1A82D2870721}"/>
                </a:ext>
              </a:extLst>
            </p:cNvPr>
            <p:cNvGrpSpPr/>
            <p:nvPr/>
          </p:nvGrpSpPr>
          <p:grpSpPr>
            <a:xfrm>
              <a:off x="8300733" y="5775160"/>
              <a:ext cx="574079" cy="574079"/>
              <a:chOff x="7279740" y="-1777228"/>
              <a:chExt cx="1546860" cy="1546860"/>
            </a:xfrm>
          </p:grpSpPr>
          <p:sp>
            <p:nvSpPr>
              <p:cNvPr id="72" name="Circle: Hollow 71">
                <a:extLst>
                  <a:ext uri="{FF2B5EF4-FFF2-40B4-BE49-F238E27FC236}">
                    <a16:creationId xmlns:a16="http://schemas.microsoft.com/office/drawing/2014/main" id="{D1FA47CE-1E2B-452C-9050-3E9444071D40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1D8B5F3E-9963-42EE-8A31-27B3523A29AE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1EAB601-E10A-48AF-A388-537B48062BED}"/>
              </a:ext>
            </a:extLst>
          </p:cNvPr>
          <p:cNvGrpSpPr/>
          <p:nvPr/>
        </p:nvGrpSpPr>
        <p:grpSpPr>
          <a:xfrm>
            <a:off x="7514230" y="296655"/>
            <a:ext cx="4206418" cy="1151818"/>
            <a:chOff x="7514230" y="296655"/>
            <a:chExt cx="4206418" cy="115181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6EEEC70-29D8-4699-8888-F8D07249BBCA}"/>
                </a:ext>
              </a:extLst>
            </p:cNvPr>
            <p:cNvGrpSpPr/>
            <p:nvPr/>
          </p:nvGrpSpPr>
          <p:grpSpPr>
            <a:xfrm>
              <a:off x="7514230" y="296655"/>
              <a:ext cx="4206418" cy="1151818"/>
              <a:chOff x="7514230" y="296655"/>
              <a:chExt cx="4206418" cy="1151818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6235F989-3B04-4CAD-A4BD-160C805458DA}"/>
                  </a:ext>
                </a:extLst>
              </p:cNvPr>
              <p:cNvSpPr/>
              <p:nvPr/>
            </p:nvSpPr>
            <p:spPr>
              <a:xfrm>
                <a:off x="7514230" y="296655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rgbClr val="FF9B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9940F241-2CC5-4B0F-A925-E944BA0825A5}"/>
                  </a:ext>
                </a:extLst>
              </p:cNvPr>
              <p:cNvSpPr/>
              <p:nvPr/>
            </p:nvSpPr>
            <p:spPr>
              <a:xfrm>
                <a:off x="9698903" y="355111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4FCDA230-5D35-4156-96A9-7558020F8736}"/>
                  </a:ext>
                </a:extLst>
              </p:cNvPr>
              <p:cNvSpPr/>
              <p:nvPr/>
            </p:nvSpPr>
            <p:spPr>
              <a:xfrm>
                <a:off x="9698903" y="535874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5E4B4F4-154A-4368-A5E3-07172F03F07D}"/>
                  </a:ext>
                </a:extLst>
              </p:cNvPr>
              <p:cNvSpPr/>
              <p:nvPr/>
            </p:nvSpPr>
            <p:spPr>
              <a:xfrm>
                <a:off x="9698903" y="709017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78E6E329-0685-4EA3-9796-599377DF2739}"/>
                  </a:ext>
                </a:extLst>
              </p:cNvPr>
              <p:cNvSpPr/>
              <p:nvPr/>
            </p:nvSpPr>
            <p:spPr>
              <a:xfrm>
                <a:off x="9698903" y="899517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3185280-BE36-4FC5-9052-B36092744893}"/>
                </a:ext>
              </a:extLst>
            </p:cNvPr>
            <p:cNvGrpSpPr/>
            <p:nvPr/>
          </p:nvGrpSpPr>
          <p:grpSpPr>
            <a:xfrm>
              <a:off x="8269625" y="587834"/>
              <a:ext cx="574079" cy="574079"/>
              <a:chOff x="7279740" y="-1777228"/>
              <a:chExt cx="1546860" cy="1546860"/>
            </a:xfrm>
          </p:grpSpPr>
          <p:sp>
            <p:nvSpPr>
              <p:cNvPr id="75" name="Circle: Hollow 74">
                <a:extLst>
                  <a:ext uri="{FF2B5EF4-FFF2-40B4-BE49-F238E27FC236}">
                    <a16:creationId xmlns:a16="http://schemas.microsoft.com/office/drawing/2014/main" id="{73FEC028-F545-4B2C-A4D4-41E02AA264F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6E80D281-0962-423F-A130-73F3AD9EA62F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C70EE74-99EF-4E94-ABF3-A44E6005495D}"/>
              </a:ext>
            </a:extLst>
          </p:cNvPr>
          <p:cNvGrpSpPr/>
          <p:nvPr/>
        </p:nvGrpSpPr>
        <p:grpSpPr>
          <a:xfrm>
            <a:off x="601181" y="355111"/>
            <a:ext cx="5649256" cy="4046228"/>
            <a:chOff x="601181" y="355111"/>
            <a:chExt cx="5649256" cy="40462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CD47156-15E5-4818-A710-2B6D044E79A0}"/>
                </a:ext>
              </a:extLst>
            </p:cNvPr>
            <p:cNvGrpSpPr/>
            <p:nvPr/>
          </p:nvGrpSpPr>
          <p:grpSpPr>
            <a:xfrm>
              <a:off x="601181" y="355111"/>
              <a:ext cx="5649256" cy="4046228"/>
              <a:chOff x="471352" y="355111"/>
              <a:chExt cx="5990408" cy="4290576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CCE9D81-FF03-41D6-9B62-F662C93F0265}"/>
                  </a:ext>
                </a:extLst>
              </p:cNvPr>
              <p:cNvSpPr/>
              <p:nvPr/>
            </p:nvSpPr>
            <p:spPr>
              <a:xfrm>
                <a:off x="471352" y="355111"/>
                <a:ext cx="5990408" cy="3509554"/>
              </a:xfrm>
              <a:prstGeom prst="roundRect">
                <a:avLst>
                  <a:gd name="adj" fmla="val 4036"/>
                </a:avLst>
              </a:prstGeom>
              <a:solidFill>
                <a:srgbClr val="A2E2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9913B52-D5E7-4B07-AEE4-F99FE91FEF82}"/>
                  </a:ext>
                </a:extLst>
              </p:cNvPr>
              <p:cNvGrpSpPr/>
              <p:nvPr/>
            </p:nvGrpSpPr>
            <p:grpSpPr>
              <a:xfrm>
                <a:off x="2612326" y="1290271"/>
                <a:ext cx="1546860" cy="1546860"/>
                <a:chOff x="4201640" y="2101020"/>
                <a:chExt cx="1546860" cy="1546860"/>
              </a:xfrm>
            </p:grpSpPr>
            <p:sp>
              <p:nvSpPr>
                <p:cNvPr id="5" name="Circle: Hollow 4">
                  <a:extLst>
                    <a:ext uri="{FF2B5EF4-FFF2-40B4-BE49-F238E27FC236}">
                      <a16:creationId xmlns:a16="http://schemas.microsoft.com/office/drawing/2014/main" id="{B0426788-752A-4BCB-987D-B2B8CEFF879B}"/>
                    </a:ext>
                  </a:extLst>
                </p:cNvPr>
                <p:cNvSpPr/>
                <p:nvPr/>
              </p:nvSpPr>
              <p:spPr>
                <a:xfrm>
                  <a:off x="4201640" y="2101020"/>
                  <a:ext cx="1546860" cy="1546860"/>
                </a:xfrm>
                <a:prstGeom prst="donut">
                  <a:avLst>
                    <a:gd name="adj" fmla="val 337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Isosceles Triangle 5">
                  <a:extLst>
                    <a:ext uri="{FF2B5EF4-FFF2-40B4-BE49-F238E27FC236}">
                      <a16:creationId xmlns:a16="http://schemas.microsoft.com/office/drawing/2014/main" id="{B91E2C86-8F62-4E59-A26F-B2198A7D4B0A}"/>
                    </a:ext>
                  </a:extLst>
                </p:cNvPr>
                <p:cNvSpPr/>
                <p:nvPr/>
              </p:nvSpPr>
              <p:spPr>
                <a:xfrm rot="5400000">
                  <a:off x="4632171" y="2451540"/>
                  <a:ext cx="853440" cy="84582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03897BBD-9217-4DA0-AA72-B1738CB9FFFF}"/>
                  </a:ext>
                </a:extLst>
              </p:cNvPr>
              <p:cNvSpPr/>
              <p:nvPr/>
            </p:nvSpPr>
            <p:spPr>
              <a:xfrm>
                <a:off x="1271452" y="4068437"/>
                <a:ext cx="2843348" cy="179614"/>
              </a:xfrm>
              <a:prstGeom prst="roundRect">
                <a:avLst>
                  <a:gd name="adj" fmla="val 2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AA4B46A-1067-4EC5-909D-C084A1F237AD}"/>
                  </a:ext>
                </a:extLst>
              </p:cNvPr>
              <p:cNvSpPr/>
              <p:nvPr/>
            </p:nvSpPr>
            <p:spPr>
              <a:xfrm>
                <a:off x="1271452" y="4325342"/>
                <a:ext cx="2584268" cy="68580"/>
              </a:xfrm>
              <a:prstGeom prst="roundRect">
                <a:avLst>
                  <a:gd name="adj" fmla="val 3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67C3DAD-CB67-489A-BE74-BB908EE1F830}"/>
                  </a:ext>
                </a:extLst>
              </p:cNvPr>
              <p:cNvSpPr/>
              <p:nvPr/>
            </p:nvSpPr>
            <p:spPr>
              <a:xfrm>
                <a:off x="5035065" y="3994921"/>
                <a:ext cx="1379256" cy="382227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74CC799-821E-43AC-8155-A715D76ADB96}"/>
                  </a:ext>
                </a:extLst>
              </p:cNvPr>
              <p:cNvSpPr/>
              <p:nvPr/>
            </p:nvSpPr>
            <p:spPr>
              <a:xfrm>
                <a:off x="5210087" y="4116601"/>
                <a:ext cx="998734" cy="133806"/>
              </a:xfrm>
              <a:prstGeom prst="roundRect">
                <a:avLst>
                  <a:gd name="adj" fmla="val 25132"/>
                </a:avLst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4E3C87B3-4301-43CF-82BA-F328F788EF88}"/>
                  </a:ext>
                </a:extLst>
              </p:cNvPr>
              <p:cNvSpPr/>
              <p:nvPr/>
            </p:nvSpPr>
            <p:spPr>
              <a:xfrm>
                <a:off x="503417" y="4025875"/>
                <a:ext cx="662213" cy="619812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640251BE-3387-4C3C-9EE4-26BA1BD09217}"/>
                </a:ext>
              </a:extLst>
            </p:cNvPr>
            <p:cNvSpPr/>
            <p:nvPr/>
          </p:nvSpPr>
          <p:spPr>
            <a:xfrm>
              <a:off x="950853" y="3393417"/>
              <a:ext cx="5054103" cy="59826"/>
            </a:xfrm>
            <a:prstGeom prst="roundRect">
              <a:avLst>
                <a:gd name="adj" fmla="val 2736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23E12007-B47A-4134-B04F-89941C89EB30}"/>
                </a:ext>
              </a:extLst>
            </p:cNvPr>
            <p:cNvSpPr/>
            <p:nvPr/>
          </p:nvSpPr>
          <p:spPr>
            <a:xfrm>
              <a:off x="950853" y="3392327"/>
              <a:ext cx="1463040" cy="59826"/>
            </a:xfrm>
            <a:prstGeom prst="roundRect">
              <a:avLst>
                <a:gd name="adj" fmla="val 27369"/>
              </a:avLst>
            </a:prstGeom>
            <a:solidFill>
              <a:srgbClr val="FF9B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8E2B7872-9728-42CD-A068-00AFA6701F1D}"/>
                </a:ext>
              </a:extLst>
            </p:cNvPr>
            <p:cNvSpPr/>
            <p:nvPr/>
          </p:nvSpPr>
          <p:spPr>
            <a:xfrm>
              <a:off x="2391033" y="3369743"/>
              <a:ext cx="45719" cy="104993"/>
            </a:xfrm>
            <a:prstGeom prst="roundRect">
              <a:avLst>
                <a:gd name="adj" fmla="val 2736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31A3E962-88F9-4352-A768-6D5DB6DC5D6B}"/>
              </a:ext>
            </a:extLst>
          </p:cNvPr>
          <p:cNvGrpSpPr/>
          <p:nvPr/>
        </p:nvGrpSpPr>
        <p:grpSpPr>
          <a:xfrm>
            <a:off x="8678366" y="7175317"/>
            <a:ext cx="3042282" cy="3558450"/>
            <a:chOff x="8678366" y="7175317"/>
            <a:chExt cx="3042282" cy="3558450"/>
          </a:xfrm>
        </p:grpSpPr>
        <p:pic>
          <p:nvPicPr>
            <p:cNvPr id="89" name="Graphic 88" descr="Thumbs up sign">
              <a:extLst>
                <a:ext uri="{FF2B5EF4-FFF2-40B4-BE49-F238E27FC236}">
                  <a16:creationId xmlns:a16="http://schemas.microsoft.com/office/drawing/2014/main" id="{4C8BA750-7CE7-4729-9B9F-4DCDC5F8F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32708" y="7175317"/>
              <a:ext cx="914400" cy="914400"/>
            </a:xfrm>
            <a:prstGeom prst="rect">
              <a:avLst/>
            </a:prstGeom>
          </p:spPr>
        </p:pic>
        <p:pic>
          <p:nvPicPr>
            <p:cNvPr id="90" name="Graphic 89" descr="Thumbs up sign">
              <a:extLst>
                <a:ext uri="{FF2B5EF4-FFF2-40B4-BE49-F238E27FC236}">
                  <a16:creationId xmlns:a16="http://schemas.microsoft.com/office/drawing/2014/main" id="{059B9884-52DC-4F55-B31A-8E86D69DE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08700" y="8426910"/>
              <a:ext cx="914400" cy="914400"/>
            </a:xfrm>
            <a:prstGeom prst="rect">
              <a:avLst/>
            </a:prstGeom>
          </p:spPr>
        </p:pic>
        <p:pic>
          <p:nvPicPr>
            <p:cNvPr id="91" name="Graphic 90" descr="Thumbs up sign">
              <a:extLst>
                <a:ext uri="{FF2B5EF4-FFF2-40B4-BE49-F238E27FC236}">
                  <a16:creationId xmlns:a16="http://schemas.microsoft.com/office/drawing/2014/main" id="{DF702535-DE22-46CF-A7D7-56E4AF8C0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78366" y="9819367"/>
              <a:ext cx="914400" cy="914400"/>
            </a:xfrm>
            <a:prstGeom prst="rect">
              <a:avLst/>
            </a:prstGeom>
          </p:spPr>
        </p:pic>
        <p:pic>
          <p:nvPicPr>
            <p:cNvPr id="92" name="Graphic 91" descr="Heart">
              <a:extLst>
                <a:ext uri="{FF2B5EF4-FFF2-40B4-BE49-F238E27FC236}">
                  <a16:creationId xmlns:a16="http://schemas.microsoft.com/office/drawing/2014/main" id="{0A2A5315-C32F-4D72-934C-342A49C35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32708" y="8015113"/>
              <a:ext cx="914400" cy="914400"/>
            </a:xfrm>
            <a:prstGeom prst="rect">
              <a:avLst/>
            </a:prstGeom>
          </p:spPr>
        </p:pic>
        <p:pic>
          <p:nvPicPr>
            <p:cNvPr id="93" name="Graphic 92" descr="Heart">
              <a:extLst>
                <a:ext uri="{FF2B5EF4-FFF2-40B4-BE49-F238E27FC236}">
                  <a16:creationId xmlns:a16="http://schemas.microsoft.com/office/drawing/2014/main" id="{1D268318-4B37-4594-9342-316A14582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806248" y="9362167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1994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281F9539-B05C-4273-9385-4BBF84E61847}"/>
              </a:ext>
            </a:extLst>
          </p:cNvPr>
          <p:cNvGrpSpPr/>
          <p:nvPr/>
        </p:nvGrpSpPr>
        <p:grpSpPr>
          <a:xfrm>
            <a:off x="639281" y="8868111"/>
            <a:ext cx="4832443" cy="1738799"/>
            <a:chOff x="524692" y="4892277"/>
            <a:chExt cx="5124268" cy="184380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7B84A59-F8C9-44D3-AC45-340F5AC3FE4C}"/>
                </a:ext>
              </a:extLst>
            </p:cNvPr>
            <p:cNvSpPr/>
            <p:nvPr/>
          </p:nvSpPr>
          <p:spPr>
            <a:xfrm>
              <a:off x="524692" y="4892277"/>
              <a:ext cx="5124268" cy="1843803"/>
            </a:xfrm>
            <a:prstGeom prst="roundRect">
              <a:avLst>
                <a:gd name="adj" fmla="val 403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818C8FD-3F50-411E-8753-B65A69A8B0EB}"/>
                </a:ext>
              </a:extLst>
            </p:cNvPr>
            <p:cNvSpPr/>
            <p:nvPr/>
          </p:nvSpPr>
          <p:spPr>
            <a:xfrm>
              <a:off x="668928" y="5094208"/>
              <a:ext cx="386497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3D85A0-6BD0-452D-9984-6D62EDA961BE}"/>
                </a:ext>
              </a:extLst>
            </p:cNvPr>
            <p:cNvSpPr/>
            <p:nvPr/>
          </p:nvSpPr>
          <p:spPr>
            <a:xfrm>
              <a:off x="668928" y="5425206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DFBDB6E-2552-42C9-BA18-E1A893D3AD3D}"/>
                </a:ext>
              </a:extLst>
            </p:cNvPr>
            <p:cNvSpPr/>
            <p:nvPr/>
          </p:nvSpPr>
          <p:spPr>
            <a:xfrm>
              <a:off x="668928" y="5772932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4F8DEC-BE87-4F37-8363-170D1F3D4391}"/>
                </a:ext>
              </a:extLst>
            </p:cNvPr>
            <p:cNvSpPr/>
            <p:nvPr/>
          </p:nvSpPr>
          <p:spPr>
            <a:xfrm>
              <a:off x="668928" y="6417711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FACE942-3176-41C7-80FB-92526181899C}"/>
                </a:ext>
              </a:extLst>
            </p:cNvPr>
            <p:cNvSpPr/>
            <p:nvPr/>
          </p:nvSpPr>
          <p:spPr>
            <a:xfrm>
              <a:off x="668928" y="6090867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0148A96-AF51-41A2-ABAE-3277258A00D7}"/>
              </a:ext>
            </a:extLst>
          </p:cNvPr>
          <p:cNvGrpSpPr/>
          <p:nvPr/>
        </p:nvGrpSpPr>
        <p:grpSpPr>
          <a:xfrm>
            <a:off x="12953737" y="1788540"/>
            <a:ext cx="4206419" cy="1151818"/>
            <a:chOff x="7514229" y="1788540"/>
            <a:chExt cx="4206419" cy="1151818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BAC6EFD-5D7C-424B-883F-EE5A8A90ECA0}"/>
                </a:ext>
              </a:extLst>
            </p:cNvPr>
            <p:cNvGrpSpPr/>
            <p:nvPr/>
          </p:nvGrpSpPr>
          <p:grpSpPr>
            <a:xfrm>
              <a:off x="7514229" y="1788540"/>
              <a:ext cx="4206419" cy="1151818"/>
              <a:chOff x="7514229" y="1788540"/>
              <a:chExt cx="4206419" cy="115181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9D4C31DF-CA71-4D37-9DB9-496D6B28F300}"/>
                  </a:ext>
                </a:extLst>
              </p:cNvPr>
              <p:cNvSpPr/>
              <p:nvPr/>
            </p:nvSpPr>
            <p:spPr>
              <a:xfrm>
                <a:off x="7514229" y="178854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7599530-1649-4E11-9D5A-13B0C17CB1E0}"/>
                  </a:ext>
                </a:extLst>
              </p:cNvPr>
              <p:cNvSpPr/>
              <p:nvPr/>
            </p:nvSpPr>
            <p:spPr>
              <a:xfrm>
                <a:off x="9698903" y="1833815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712651A8-4B66-4344-9B41-F95BF21E7EDE}"/>
                  </a:ext>
                </a:extLst>
              </p:cNvPr>
              <p:cNvSpPr/>
              <p:nvPr/>
            </p:nvSpPr>
            <p:spPr>
              <a:xfrm>
                <a:off x="9698903" y="2014578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37013D59-2093-4A9F-9D05-082D0E360089}"/>
                  </a:ext>
                </a:extLst>
              </p:cNvPr>
              <p:cNvSpPr/>
              <p:nvPr/>
            </p:nvSpPr>
            <p:spPr>
              <a:xfrm>
                <a:off x="9698903" y="2187721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FED07C9F-DC64-4B85-8FB5-6A49212C831A}"/>
                  </a:ext>
                </a:extLst>
              </p:cNvPr>
              <p:cNvSpPr/>
              <p:nvPr/>
            </p:nvSpPr>
            <p:spPr>
              <a:xfrm>
                <a:off x="9698903" y="2378221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2CDA331-6207-4EB4-B7C6-991FFB3C5E36}"/>
                </a:ext>
              </a:extLst>
            </p:cNvPr>
            <p:cNvGrpSpPr/>
            <p:nvPr/>
          </p:nvGrpSpPr>
          <p:grpSpPr>
            <a:xfrm>
              <a:off x="8269626" y="2091181"/>
              <a:ext cx="574079" cy="574079"/>
              <a:chOff x="7279740" y="-1777228"/>
              <a:chExt cx="1546860" cy="1546860"/>
            </a:xfrm>
          </p:grpSpPr>
          <p:sp>
            <p:nvSpPr>
              <p:cNvPr id="62" name="Circle: Hollow 61">
                <a:extLst>
                  <a:ext uri="{FF2B5EF4-FFF2-40B4-BE49-F238E27FC236}">
                    <a16:creationId xmlns:a16="http://schemas.microsoft.com/office/drawing/2014/main" id="{08966C26-1B41-4986-BA4B-428F1DD65E97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069B3364-D4A2-45C2-9160-AB3A20DC2AA8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3AD50B-EC93-4271-A1DF-837BC028C9B9}"/>
              </a:ext>
            </a:extLst>
          </p:cNvPr>
          <p:cNvGrpSpPr/>
          <p:nvPr/>
        </p:nvGrpSpPr>
        <p:grpSpPr>
          <a:xfrm>
            <a:off x="12953736" y="3021123"/>
            <a:ext cx="4206420" cy="1151818"/>
            <a:chOff x="7514228" y="3021123"/>
            <a:chExt cx="4206420" cy="1151818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2105C9D-1445-4EA7-9AB0-823E1A4FD79D}"/>
                </a:ext>
              </a:extLst>
            </p:cNvPr>
            <p:cNvGrpSpPr/>
            <p:nvPr/>
          </p:nvGrpSpPr>
          <p:grpSpPr>
            <a:xfrm>
              <a:off x="7514228" y="3021123"/>
              <a:ext cx="4206420" cy="1151818"/>
              <a:chOff x="7514228" y="3021123"/>
              <a:chExt cx="4206420" cy="1151818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57AE2E6-23CB-4FEC-86D5-88D528DF7769}"/>
                  </a:ext>
                </a:extLst>
              </p:cNvPr>
              <p:cNvSpPr/>
              <p:nvPr/>
            </p:nvSpPr>
            <p:spPr>
              <a:xfrm>
                <a:off x="7514228" y="3021123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5940249A-BA16-4E6C-A980-E650F808CB4E}"/>
                  </a:ext>
                </a:extLst>
              </p:cNvPr>
              <p:cNvSpPr/>
              <p:nvPr/>
            </p:nvSpPr>
            <p:spPr>
              <a:xfrm>
                <a:off x="9698903" y="3038404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4CFCC298-5444-4331-90CC-CBAA44A726BC}"/>
                  </a:ext>
                </a:extLst>
              </p:cNvPr>
              <p:cNvSpPr/>
              <p:nvPr/>
            </p:nvSpPr>
            <p:spPr>
              <a:xfrm>
                <a:off x="9698903" y="3219167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5AF8EED2-6DAA-4E72-8D4E-1B0100B196FA}"/>
                  </a:ext>
                </a:extLst>
              </p:cNvPr>
              <p:cNvSpPr/>
              <p:nvPr/>
            </p:nvSpPr>
            <p:spPr>
              <a:xfrm>
                <a:off x="9698903" y="3392310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3917D557-AFCA-428E-9A1A-2E3354235B45}"/>
                  </a:ext>
                </a:extLst>
              </p:cNvPr>
              <p:cNvSpPr/>
              <p:nvPr/>
            </p:nvSpPr>
            <p:spPr>
              <a:xfrm>
                <a:off x="9698903" y="3582810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F821381-92BA-4E14-BF7C-0C7A45BCEB47}"/>
                </a:ext>
              </a:extLst>
            </p:cNvPr>
            <p:cNvGrpSpPr/>
            <p:nvPr/>
          </p:nvGrpSpPr>
          <p:grpSpPr>
            <a:xfrm>
              <a:off x="8300733" y="3309992"/>
              <a:ext cx="574079" cy="574079"/>
              <a:chOff x="7279740" y="-1777228"/>
              <a:chExt cx="1546860" cy="1546860"/>
            </a:xfrm>
          </p:grpSpPr>
          <p:sp>
            <p:nvSpPr>
              <p:cNvPr id="66" name="Circle: Hollow 65">
                <a:extLst>
                  <a:ext uri="{FF2B5EF4-FFF2-40B4-BE49-F238E27FC236}">
                    <a16:creationId xmlns:a16="http://schemas.microsoft.com/office/drawing/2014/main" id="{85AE7221-C2B8-4F29-9C53-E4F1DAC88F4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3E45EB5C-0504-4EEE-BC07-0A44A25181A6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E77133E-3519-4F83-9C1E-3DC43460A652}"/>
              </a:ext>
            </a:extLst>
          </p:cNvPr>
          <p:cNvGrpSpPr/>
          <p:nvPr/>
        </p:nvGrpSpPr>
        <p:grpSpPr>
          <a:xfrm>
            <a:off x="12953736" y="4253707"/>
            <a:ext cx="4206420" cy="1151818"/>
            <a:chOff x="7514228" y="4253707"/>
            <a:chExt cx="4206420" cy="115181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3A8E35D-061D-4AD3-894A-0A7CE1E3D276}"/>
                </a:ext>
              </a:extLst>
            </p:cNvPr>
            <p:cNvGrpSpPr/>
            <p:nvPr/>
          </p:nvGrpSpPr>
          <p:grpSpPr>
            <a:xfrm>
              <a:off x="7514228" y="4253707"/>
              <a:ext cx="4206420" cy="1151818"/>
              <a:chOff x="7514228" y="4253707"/>
              <a:chExt cx="4206420" cy="1151818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E1F442A-1A89-4CF4-A09B-BE602D58111E}"/>
                  </a:ext>
                </a:extLst>
              </p:cNvPr>
              <p:cNvSpPr/>
              <p:nvPr/>
            </p:nvSpPr>
            <p:spPr>
              <a:xfrm>
                <a:off x="7514228" y="4253707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AA63ED26-D8AA-4E4C-A824-39DC28D8CBFD}"/>
                  </a:ext>
                </a:extLst>
              </p:cNvPr>
              <p:cNvSpPr/>
              <p:nvPr/>
            </p:nvSpPr>
            <p:spPr>
              <a:xfrm>
                <a:off x="9698903" y="4273473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A37DAE57-66CF-4AAB-8D11-AD69B367B10D}"/>
                  </a:ext>
                </a:extLst>
              </p:cNvPr>
              <p:cNvSpPr/>
              <p:nvPr/>
            </p:nvSpPr>
            <p:spPr>
              <a:xfrm>
                <a:off x="9698903" y="4454236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1B3642BA-A216-420D-8F92-C3BA0803985F}"/>
                  </a:ext>
                </a:extLst>
              </p:cNvPr>
              <p:cNvSpPr/>
              <p:nvPr/>
            </p:nvSpPr>
            <p:spPr>
              <a:xfrm>
                <a:off x="9698903" y="4627379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C3862436-6B7F-4F1C-AA08-B991A9A7B081}"/>
                  </a:ext>
                </a:extLst>
              </p:cNvPr>
              <p:cNvSpPr/>
              <p:nvPr/>
            </p:nvSpPr>
            <p:spPr>
              <a:xfrm>
                <a:off x="9698903" y="4817879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49D6076-C319-4369-B1B1-F38E10B5ABA6}"/>
                </a:ext>
              </a:extLst>
            </p:cNvPr>
            <p:cNvGrpSpPr/>
            <p:nvPr/>
          </p:nvGrpSpPr>
          <p:grpSpPr>
            <a:xfrm>
              <a:off x="8300733" y="4542576"/>
              <a:ext cx="574079" cy="574079"/>
              <a:chOff x="7279740" y="-1777228"/>
              <a:chExt cx="1546860" cy="1546860"/>
            </a:xfrm>
          </p:grpSpPr>
          <p:sp>
            <p:nvSpPr>
              <p:cNvPr id="69" name="Circle: Hollow 68">
                <a:extLst>
                  <a:ext uri="{FF2B5EF4-FFF2-40B4-BE49-F238E27FC236}">
                    <a16:creationId xmlns:a16="http://schemas.microsoft.com/office/drawing/2014/main" id="{7A4BF07E-261D-454E-9BB5-B32E94A4C25B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89B88939-94D6-4F85-A897-E53040F86BE9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6729689-ED7C-4EEE-B158-ADC9455CB76A}"/>
              </a:ext>
            </a:extLst>
          </p:cNvPr>
          <p:cNvGrpSpPr/>
          <p:nvPr/>
        </p:nvGrpSpPr>
        <p:grpSpPr>
          <a:xfrm>
            <a:off x="12953735" y="5486290"/>
            <a:ext cx="4206421" cy="1151818"/>
            <a:chOff x="7514227" y="5486290"/>
            <a:chExt cx="4206421" cy="1151818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D73A08A-2356-4AB9-BFD3-4CE52AFCAEC2}"/>
                </a:ext>
              </a:extLst>
            </p:cNvPr>
            <p:cNvGrpSpPr/>
            <p:nvPr/>
          </p:nvGrpSpPr>
          <p:grpSpPr>
            <a:xfrm>
              <a:off x="7514227" y="5486290"/>
              <a:ext cx="4206421" cy="1151818"/>
              <a:chOff x="7514227" y="5486290"/>
              <a:chExt cx="4206421" cy="1151818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0761C327-AF5A-48E0-BFE6-007108820519}"/>
                  </a:ext>
                </a:extLst>
              </p:cNvPr>
              <p:cNvSpPr/>
              <p:nvPr/>
            </p:nvSpPr>
            <p:spPr>
              <a:xfrm>
                <a:off x="7514227" y="548629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0F3CB6B2-D730-407E-A618-E70BC9923910}"/>
                  </a:ext>
                </a:extLst>
              </p:cNvPr>
              <p:cNvSpPr/>
              <p:nvPr/>
            </p:nvSpPr>
            <p:spPr>
              <a:xfrm>
                <a:off x="9698903" y="5516162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B4AA050C-BFB1-4549-B6A8-8B7F284449B9}"/>
                  </a:ext>
                </a:extLst>
              </p:cNvPr>
              <p:cNvSpPr/>
              <p:nvPr/>
            </p:nvSpPr>
            <p:spPr>
              <a:xfrm>
                <a:off x="9698903" y="5696925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29DA8A7A-4B1D-44C2-AEB1-4B73C56616E2}"/>
                  </a:ext>
                </a:extLst>
              </p:cNvPr>
              <p:cNvSpPr/>
              <p:nvPr/>
            </p:nvSpPr>
            <p:spPr>
              <a:xfrm>
                <a:off x="9698903" y="5870068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FB3ED01D-E9EE-40AA-88C9-A910880C7FBF}"/>
                  </a:ext>
                </a:extLst>
              </p:cNvPr>
              <p:cNvSpPr/>
              <p:nvPr/>
            </p:nvSpPr>
            <p:spPr>
              <a:xfrm>
                <a:off x="9698903" y="6060568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0D3EC1E-5610-4440-934F-1A82D2870721}"/>
                </a:ext>
              </a:extLst>
            </p:cNvPr>
            <p:cNvGrpSpPr/>
            <p:nvPr/>
          </p:nvGrpSpPr>
          <p:grpSpPr>
            <a:xfrm>
              <a:off x="8300733" y="5775160"/>
              <a:ext cx="574079" cy="574079"/>
              <a:chOff x="7279740" y="-1777228"/>
              <a:chExt cx="1546860" cy="1546860"/>
            </a:xfrm>
          </p:grpSpPr>
          <p:sp>
            <p:nvSpPr>
              <p:cNvPr id="72" name="Circle: Hollow 71">
                <a:extLst>
                  <a:ext uri="{FF2B5EF4-FFF2-40B4-BE49-F238E27FC236}">
                    <a16:creationId xmlns:a16="http://schemas.microsoft.com/office/drawing/2014/main" id="{D1FA47CE-1E2B-452C-9050-3E9444071D40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1D8B5F3E-9963-42EE-8A31-27B3523A29AE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1EAB601-E10A-48AF-A388-537B48062BED}"/>
              </a:ext>
            </a:extLst>
          </p:cNvPr>
          <p:cNvGrpSpPr/>
          <p:nvPr/>
        </p:nvGrpSpPr>
        <p:grpSpPr>
          <a:xfrm>
            <a:off x="12953738" y="296655"/>
            <a:ext cx="4206418" cy="1151818"/>
            <a:chOff x="7514230" y="296655"/>
            <a:chExt cx="4206418" cy="115181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6EEEC70-29D8-4699-8888-F8D07249BBCA}"/>
                </a:ext>
              </a:extLst>
            </p:cNvPr>
            <p:cNvGrpSpPr/>
            <p:nvPr/>
          </p:nvGrpSpPr>
          <p:grpSpPr>
            <a:xfrm>
              <a:off x="7514230" y="296655"/>
              <a:ext cx="4206418" cy="1151818"/>
              <a:chOff x="7514230" y="296655"/>
              <a:chExt cx="4206418" cy="1151818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6235F989-3B04-4CAD-A4BD-160C805458DA}"/>
                  </a:ext>
                </a:extLst>
              </p:cNvPr>
              <p:cNvSpPr/>
              <p:nvPr/>
            </p:nvSpPr>
            <p:spPr>
              <a:xfrm>
                <a:off x="7514230" y="296655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rgbClr val="FF9B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9940F241-2CC5-4B0F-A925-E944BA0825A5}"/>
                  </a:ext>
                </a:extLst>
              </p:cNvPr>
              <p:cNvSpPr/>
              <p:nvPr/>
            </p:nvSpPr>
            <p:spPr>
              <a:xfrm>
                <a:off x="9698903" y="355111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4FCDA230-5D35-4156-96A9-7558020F8736}"/>
                  </a:ext>
                </a:extLst>
              </p:cNvPr>
              <p:cNvSpPr/>
              <p:nvPr/>
            </p:nvSpPr>
            <p:spPr>
              <a:xfrm>
                <a:off x="9698903" y="535874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5E4B4F4-154A-4368-A5E3-07172F03F07D}"/>
                  </a:ext>
                </a:extLst>
              </p:cNvPr>
              <p:cNvSpPr/>
              <p:nvPr/>
            </p:nvSpPr>
            <p:spPr>
              <a:xfrm>
                <a:off x="9698903" y="709017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78E6E329-0685-4EA3-9796-599377DF2739}"/>
                  </a:ext>
                </a:extLst>
              </p:cNvPr>
              <p:cNvSpPr/>
              <p:nvPr/>
            </p:nvSpPr>
            <p:spPr>
              <a:xfrm>
                <a:off x="9698903" y="899517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3185280-BE36-4FC5-9052-B36092744893}"/>
                </a:ext>
              </a:extLst>
            </p:cNvPr>
            <p:cNvGrpSpPr/>
            <p:nvPr/>
          </p:nvGrpSpPr>
          <p:grpSpPr>
            <a:xfrm>
              <a:off x="8269625" y="587834"/>
              <a:ext cx="574079" cy="574079"/>
              <a:chOff x="7279740" y="-1777228"/>
              <a:chExt cx="1546860" cy="1546860"/>
            </a:xfrm>
          </p:grpSpPr>
          <p:sp>
            <p:nvSpPr>
              <p:cNvPr id="75" name="Circle: Hollow 74">
                <a:extLst>
                  <a:ext uri="{FF2B5EF4-FFF2-40B4-BE49-F238E27FC236}">
                    <a16:creationId xmlns:a16="http://schemas.microsoft.com/office/drawing/2014/main" id="{73FEC028-F545-4B2C-A4D4-41E02AA264F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6E80D281-0962-423F-A130-73F3AD9EA62F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C70EE74-99EF-4E94-ABF3-A44E6005495D}"/>
              </a:ext>
            </a:extLst>
          </p:cNvPr>
          <p:cNvGrpSpPr/>
          <p:nvPr/>
        </p:nvGrpSpPr>
        <p:grpSpPr>
          <a:xfrm>
            <a:off x="1328011" y="278673"/>
            <a:ext cx="9128973" cy="6538544"/>
            <a:chOff x="601181" y="355111"/>
            <a:chExt cx="5649256" cy="40462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CD47156-15E5-4818-A710-2B6D044E79A0}"/>
                </a:ext>
              </a:extLst>
            </p:cNvPr>
            <p:cNvGrpSpPr/>
            <p:nvPr/>
          </p:nvGrpSpPr>
          <p:grpSpPr>
            <a:xfrm>
              <a:off x="601181" y="355111"/>
              <a:ext cx="5649256" cy="4046228"/>
              <a:chOff x="471352" y="355111"/>
              <a:chExt cx="5990408" cy="4290576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CCE9D81-FF03-41D6-9B62-F662C93F0265}"/>
                  </a:ext>
                </a:extLst>
              </p:cNvPr>
              <p:cNvSpPr/>
              <p:nvPr/>
            </p:nvSpPr>
            <p:spPr>
              <a:xfrm>
                <a:off x="471352" y="355111"/>
                <a:ext cx="5990408" cy="3509554"/>
              </a:xfrm>
              <a:prstGeom prst="roundRect">
                <a:avLst>
                  <a:gd name="adj" fmla="val 4036"/>
                </a:avLst>
              </a:prstGeom>
              <a:solidFill>
                <a:srgbClr val="A2E2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9913B52-D5E7-4B07-AEE4-F99FE91FEF82}"/>
                  </a:ext>
                </a:extLst>
              </p:cNvPr>
              <p:cNvGrpSpPr/>
              <p:nvPr/>
            </p:nvGrpSpPr>
            <p:grpSpPr>
              <a:xfrm>
                <a:off x="2612326" y="1290271"/>
                <a:ext cx="1546860" cy="1546860"/>
                <a:chOff x="4201640" y="2101020"/>
                <a:chExt cx="1546860" cy="1546860"/>
              </a:xfrm>
            </p:grpSpPr>
            <p:sp>
              <p:nvSpPr>
                <p:cNvPr id="5" name="Circle: Hollow 4">
                  <a:extLst>
                    <a:ext uri="{FF2B5EF4-FFF2-40B4-BE49-F238E27FC236}">
                      <a16:creationId xmlns:a16="http://schemas.microsoft.com/office/drawing/2014/main" id="{B0426788-752A-4BCB-987D-B2B8CEFF879B}"/>
                    </a:ext>
                  </a:extLst>
                </p:cNvPr>
                <p:cNvSpPr/>
                <p:nvPr/>
              </p:nvSpPr>
              <p:spPr>
                <a:xfrm>
                  <a:off x="4201640" y="2101020"/>
                  <a:ext cx="1546860" cy="1546860"/>
                </a:xfrm>
                <a:prstGeom prst="donut">
                  <a:avLst>
                    <a:gd name="adj" fmla="val 337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Isosceles Triangle 5">
                  <a:extLst>
                    <a:ext uri="{FF2B5EF4-FFF2-40B4-BE49-F238E27FC236}">
                      <a16:creationId xmlns:a16="http://schemas.microsoft.com/office/drawing/2014/main" id="{B91E2C86-8F62-4E59-A26F-B2198A7D4B0A}"/>
                    </a:ext>
                  </a:extLst>
                </p:cNvPr>
                <p:cNvSpPr/>
                <p:nvPr/>
              </p:nvSpPr>
              <p:spPr>
                <a:xfrm rot="5400000">
                  <a:off x="4632171" y="2451540"/>
                  <a:ext cx="853440" cy="84582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03897BBD-9217-4DA0-AA72-B1738CB9FFFF}"/>
                  </a:ext>
                </a:extLst>
              </p:cNvPr>
              <p:cNvSpPr/>
              <p:nvPr/>
            </p:nvSpPr>
            <p:spPr>
              <a:xfrm>
                <a:off x="1271452" y="4068437"/>
                <a:ext cx="2843348" cy="179614"/>
              </a:xfrm>
              <a:prstGeom prst="roundRect">
                <a:avLst>
                  <a:gd name="adj" fmla="val 2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AA4B46A-1067-4EC5-909D-C084A1F237AD}"/>
                  </a:ext>
                </a:extLst>
              </p:cNvPr>
              <p:cNvSpPr/>
              <p:nvPr/>
            </p:nvSpPr>
            <p:spPr>
              <a:xfrm>
                <a:off x="1271452" y="4325342"/>
                <a:ext cx="2584268" cy="68580"/>
              </a:xfrm>
              <a:prstGeom prst="roundRect">
                <a:avLst>
                  <a:gd name="adj" fmla="val 3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67C3DAD-CB67-489A-BE74-BB908EE1F830}"/>
                  </a:ext>
                </a:extLst>
              </p:cNvPr>
              <p:cNvSpPr/>
              <p:nvPr/>
            </p:nvSpPr>
            <p:spPr>
              <a:xfrm>
                <a:off x="5035065" y="3994921"/>
                <a:ext cx="1379256" cy="382227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74CC799-821E-43AC-8155-A715D76ADB96}"/>
                  </a:ext>
                </a:extLst>
              </p:cNvPr>
              <p:cNvSpPr/>
              <p:nvPr/>
            </p:nvSpPr>
            <p:spPr>
              <a:xfrm>
                <a:off x="5210087" y="4116601"/>
                <a:ext cx="998734" cy="133806"/>
              </a:xfrm>
              <a:prstGeom prst="roundRect">
                <a:avLst>
                  <a:gd name="adj" fmla="val 25132"/>
                </a:avLst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4E3C87B3-4301-43CF-82BA-F328F788EF88}"/>
                  </a:ext>
                </a:extLst>
              </p:cNvPr>
              <p:cNvSpPr/>
              <p:nvPr/>
            </p:nvSpPr>
            <p:spPr>
              <a:xfrm>
                <a:off x="503417" y="4025875"/>
                <a:ext cx="662213" cy="619812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640251BE-3387-4C3C-9EE4-26BA1BD09217}"/>
                </a:ext>
              </a:extLst>
            </p:cNvPr>
            <p:cNvSpPr/>
            <p:nvPr/>
          </p:nvSpPr>
          <p:spPr>
            <a:xfrm>
              <a:off x="950853" y="3393417"/>
              <a:ext cx="5054103" cy="59826"/>
            </a:xfrm>
            <a:prstGeom prst="roundRect">
              <a:avLst>
                <a:gd name="adj" fmla="val 2736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23E12007-B47A-4134-B04F-89941C89EB30}"/>
                </a:ext>
              </a:extLst>
            </p:cNvPr>
            <p:cNvSpPr/>
            <p:nvPr/>
          </p:nvSpPr>
          <p:spPr>
            <a:xfrm>
              <a:off x="950853" y="3392327"/>
              <a:ext cx="1463040" cy="59826"/>
            </a:xfrm>
            <a:prstGeom prst="roundRect">
              <a:avLst>
                <a:gd name="adj" fmla="val 27369"/>
              </a:avLst>
            </a:prstGeom>
            <a:solidFill>
              <a:srgbClr val="FF9B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8E2B7872-9728-42CD-A068-00AFA6701F1D}"/>
                </a:ext>
              </a:extLst>
            </p:cNvPr>
            <p:cNvSpPr/>
            <p:nvPr/>
          </p:nvSpPr>
          <p:spPr>
            <a:xfrm>
              <a:off x="2391033" y="3369743"/>
              <a:ext cx="45719" cy="104993"/>
            </a:xfrm>
            <a:prstGeom prst="roundRect">
              <a:avLst>
                <a:gd name="adj" fmla="val 2736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pic>
        <p:nvPicPr>
          <p:cNvPr id="82" name="Graphic 81" descr="Thumbs up sign">
            <a:extLst>
              <a:ext uri="{FF2B5EF4-FFF2-40B4-BE49-F238E27FC236}">
                <a16:creationId xmlns:a16="http://schemas.microsoft.com/office/drawing/2014/main" id="{C964B1C1-8BDE-4821-B01E-577568016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25841" y="7903906"/>
            <a:ext cx="914400" cy="914400"/>
          </a:xfrm>
          <a:prstGeom prst="rect">
            <a:avLst/>
          </a:prstGeom>
        </p:spPr>
      </p:pic>
      <p:pic>
        <p:nvPicPr>
          <p:cNvPr id="88" name="Graphic 87" descr="Thumbs up sign">
            <a:extLst>
              <a:ext uri="{FF2B5EF4-FFF2-40B4-BE49-F238E27FC236}">
                <a16:creationId xmlns:a16="http://schemas.microsoft.com/office/drawing/2014/main" id="{8403207D-E377-4C05-B6D2-0CE57B9C8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01833" y="9155499"/>
            <a:ext cx="914400" cy="914400"/>
          </a:xfrm>
          <a:prstGeom prst="rect">
            <a:avLst/>
          </a:prstGeom>
        </p:spPr>
      </p:pic>
      <p:pic>
        <p:nvPicPr>
          <p:cNvPr id="89" name="Graphic 88" descr="Thumbs up sign">
            <a:extLst>
              <a:ext uri="{FF2B5EF4-FFF2-40B4-BE49-F238E27FC236}">
                <a16:creationId xmlns:a16="http://schemas.microsoft.com/office/drawing/2014/main" id="{97DCABCC-E47B-4B44-B92F-92C2385FB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71499" y="10547956"/>
            <a:ext cx="914400" cy="914400"/>
          </a:xfrm>
          <a:prstGeom prst="rect">
            <a:avLst/>
          </a:prstGeom>
        </p:spPr>
      </p:pic>
      <p:pic>
        <p:nvPicPr>
          <p:cNvPr id="90" name="Graphic 89" descr="Heart">
            <a:extLst>
              <a:ext uri="{FF2B5EF4-FFF2-40B4-BE49-F238E27FC236}">
                <a16:creationId xmlns:a16="http://schemas.microsoft.com/office/drawing/2014/main" id="{7C8CC7FC-1AE2-4D06-BD0B-A366334D1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25841" y="8743702"/>
            <a:ext cx="914400" cy="914400"/>
          </a:xfrm>
          <a:prstGeom prst="rect">
            <a:avLst/>
          </a:prstGeom>
        </p:spPr>
      </p:pic>
      <p:pic>
        <p:nvPicPr>
          <p:cNvPr id="91" name="Graphic 90" descr="Heart">
            <a:extLst>
              <a:ext uri="{FF2B5EF4-FFF2-40B4-BE49-F238E27FC236}">
                <a16:creationId xmlns:a16="http://schemas.microsoft.com/office/drawing/2014/main" id="{891D31DB-717B-40B0-B7DA-2D0FA846F8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99381" y="100907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130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281F9539-B05C-4273-9385-4BBF84E61847}"/>
              </a:ext>
            </a:extLst>
          </p:cNvPr>
          <p:cNvGrpSpPr/>
          <p:nvPr/>
        </p:nvGrpSpPr>
        <p:grpSpPr>
          <a:xfrm>
            <a:off x="873742" y="2415856"/>
            <a:ext cx="9954474" cy="3581797"/>
            <a:chOff x="524692" y="4892277"/>
            <a:chExt cx="5124268" cy="184380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7B84A59-F8C9-44D3-AC45-340F5AC3FE4C}"/>
                </a:ext>
              </a:extLst>
            </p:cNvPr>
            <p:cNvSpPr/>
            <p:nvPr/>
          </p:nvSpPr>
          <p:spPr>
            <a:xfrm>
              <a:off x="524692" y="4892277"/>
              <a:ext cx="5124268" cy="1843803"/>
            </a:xfrm>
            <a:prstGeom prst="roundRect">
              <a:avLst>
                <a:gd name="adj" fmla="val 403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818C8FD-3F50-411E-8753-B65A69A8B0EB}"/>
                </a:ext>
              </a:extLst>
            </p:cNvPr>
            <p:cNvSpPr/>
            <p:nvPr/>
          </p:nvSpPr>
          <p:spPr>
            <a:xfrm>
              <a:off x="668928" y="5094208"/>
              <a:ext cx="386497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3D85A0-6BD0-452D-9984-6D62EDA961BE}"/>
                </a:ext>
              </a:extLst>
            </p:cNvPr>
            <p:cNvSpPr/>
            <p:nvPr/>
          </p:nvSpPr>
          <p:spPr>
            <a:xfrm>
              <a:off x="668928" y="5425206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DFBDB6E-2552-42C9-BA18-E1A893D3AD3D}"/>
                </a:ext>
              </a:extLst>
            </p:cNvPr>
            <p:cNvSpPr/>
            <p:nvPr/>
          </p:nvSpPr>
          <p:spPr>
            <a:xfrm>
              <a:off x="668928" y="5772932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4F8DEC-BE87-4F37-8363-170D1F3D4391}"/>
                </a:ext>
              </a:extLst>
            </p:cNvPr>
            <p:cNvSpPr/>
            <p:nvPr/>
          </p:nvSpPr>
          <p:spPr>
            <a:xfrm>
              <a:off x="668928" y="6417711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FACE942-3176-41C7-80FB-92526181899C}"/>
                </a:ext>
              </a:extLst>
            </p:cNvPr>
            <p:cNvSpPr/>
            <p:nvPr/>
          </p:nvSpPr>
          <p:spPr>
            <a:xfrm>
              <a:off x="668928" y="6090867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0148A96-AF51-41A2-ABAE-3277258A00D7}"/>
              </a:ext>
            </a:extLst>
          </p:cNvPr>
          <p:cNvGrpSpPr/>
          <p:nvPr/>
        </p:nvGrpSpPr>
        <p:grpSpPr>
          <a:xfrm>
            <a:off x="12953737" y="-6581737"/>
            <a:ext cx="4206419" cy="1151818"/>
            <a:chOff x="7514229" y="1788540"/>
            <a:chExt cx="4206419" cy="1151818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BAC6EFD-5D7C-424B-883F-EE5A8A90ECA0}"/>
                </a:ext>
              </a:extLst>
            </p:cNvPr>
            <p:cNvGrpSpPr/>
            <p:nvPr/>
          </p:nvGrpSpPr>
          <p:grpSpPr>
            <a:xfrm>
              <a:off x="7514229" y="1788540"/>
              <a:ext cx="4206419" cy="1151818"/>
              <a:chOff x="7514229" y="1788540"/>
              <a:chExt cx="4206419" cy="115181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9D4C31DF-CA71-4D37-9DB9-496D6B28F300}"/>
                  </a:ext>
                </a:extLst>
              </p:cNvPr>
              <p:cNvSpPr/>
              <p:nvPr/>
            </p:nvSpPr>
            <p:spPr>
              <a:xfrm>
                <a:off x="7514229" y="178854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7599530-1649-4E11-9D5A-13B0C17CB1E0}"/>
                  </a:ext>
                </a:extLst>
              </p:cNvPr>
              <p:cNvSpPr/>
              <p:nvPr/>
            </p:nvSpPr>
            <p:spPr>
              <a:xfrm>
                <a:off x="9698903" y="1833815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712651A8-4B66-4344-9B41-F95BF21E7EDE}"/>
                  </a:ext>
                </a:extLst>
              </p:cNvPr>
              <p:cNvSpPr/>
              <p:nvPr/>
            </p:nvSpPr>
            <p:spPr>
              <a:xfrm>
                <a:off x="9698903" y="2014578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37013D59-2093-4A9F-9D05-082D0E360089}"/>
                  </a:ext>
                </a:extLst>
              </p:cNvPr>
              <p:cNvSpPr/>
              <p:nvPr/>
            </p:nvSpPr>
            <p:spPr>
              <a:xfrm>
                <a:off x="9698903" y="2187721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FED07C9F-DC64-4B85-8FB5-6A49212C831A}"/>
                  </a:ext>
                </a:extLst>
              </p:cNvPr>
              <p:cNvSpPr/>
              <p:nvPr/>
            </p:nvSpPr>
            <p:spPr>
              <a:xfrm>
                <a:off x="9698903" y="2378221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2CDA331-6207-4EB4-B7C6-991FFB3C5E36}"/>
                </a:ext>
              </a:extLst>
            </p:cNvPr>
            <p:cNvGrpSpPr/>
            <p:nvPr/>
          </p:nvGrpSpPr>
          <p:grpSpPr>
            <a:xfrm>
              <a:off x="8269626" y="2091181"/>
              <a:ext cx="574079" cy="574079"/>
              <a:chOff x="7279740" y="-1777228"/>
              <a:chExt cx="1546860" cy="1546860"/>
            </a:xfrm>
          </p:grpSpPr>
          <p:sp>
            <p:nvSpPr>
              <p:cNvPr id="62" name="Circle: Hollow 61">
                <a:extLst>
                  <a:ext uri="{FF2B5EF4-FFF2-40B4-BE49-F238E27FC236}">
                    <a16:creationId xmlns:a16="http://schemas.microsoft.com/office/drawing/2014/main" id="{08966C26-1B41-4986-BA4B-428F1DD65E97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069B3364-D4A2-45C2-9160-AB3A20DC2AA8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3AD50B-EC93-4271-A1DF-837BC028C9B9}"/>
              </a:ext>
            </a:extLst>
          </p:cNvPr>
          <p:cNvGrpSpPr/>
          <p:nvPr/>
        </p:nvGrpSpPr>
        <p:grpSpPr>
          <a:xfrm>
            <a:off x="12953736" y="-5349154"/>
            <a:ext cx="4206420" cy="1151818"/>
            <a:chOff x="7514228" y="3021123"/>
            <a:chExt cx="4206420" cy="1151818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2105C9D-1445-4EA7-9AB0-823E1A4FD79D}"/>
                </a:ext>
              </a:extLst>
            </p:cNvPr>
            <p:cNvGrpSpPr/>
            <p:nvPr/>
          </p:nvGrpSpPr>
          <p:grpSpPr>
            <a:xfrm>
              <a:off x="7514228" y="3021123"/>
              <a:ext cx="4206420" cy="1151818"/>
              <a:chOff x="7514228" y="3021123"/>
              <a:chExt cx="4206420" cy="1151818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57AE2E6-23CB-4FEC-86D5-88D528DF7769}"/>
                  </a:ext>
                </a:extLst>
              </p:cNvPr>
              <p:cNvSpPr/>
              <p:nvPr/>
            </p:nvSpPr>
            <p:spPr>
              <a:xfrm>
                <a:off x="7514228" y="3021123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5940249A-BA16-4E6C-A980-E650F808CB4E}"/>
                  </a:ext>
                </a:extLst>
              </p:cNvPr>
              <p:cNvSpPr/>
              <p:nvPr/>
            </p:nvSpPr>
            <p:spPr>
              <a:xfrm>
                <a:off x="9698903" y="3038404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4CFCC298-5444-4331-90CC-CBAA44A726BC}"/>
                  </a:ext>
                </a:extLst>
              </p:cNvPr>
              <p:cNvSpPr/>
              <p:nvPr/>
            </p:nvSpPr>
            <p:spPr>
              <a:xfrm>
                <a:off x="9698903" y="3219167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5AF8EED2-6DAA-4E72-8D4E-1B0100B196FA}"/>
                  </a:ext>
                </a:extLst>
              </p:cNvPr>
              <p:cNvSpPr/>
              <p:nvPr/>
            </p:nvSpPr>
            <p:spPr>
              <a:xfrm>
                <a:off x="9698903" y="3392310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3917D557-AFCA-428E-9A1A-2E3354235B45}"/>
                  </a:ext>
                </a:extLst>
              </p:cNvPr>
              <p:cNvSpPr/>
              <p:nvPr/>
            </p:nvSpPr>
            <p:spPr>
              <a:xfrm>
                <a:off x="9698903" y="3582810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F821381-92BA-4E14-BF7C-0C7A45BCEB47}"/>
                </a:ext>
              </a:extLst>
            </p:cNvPr>
            <p:cNvGrpSpPr/>
            <p:nvPr/>
          </p:nvGrpSpPr>
          <p:grpSpPr>
            <a:xfrm>
              <a:off x="8300733" y="3309992"/>
              <a:ext cx="574079" cy="574079"/>
              <a:chOff x="7279740" y="-1777228"/>
              <a:chExt cx="1546860" cy="1546860"/>
            </a:xfrm>
          </p:grpSpPr>
          <p:sp>
            <p:nvSpPr>
              <p:cNvPr id="66" name="Circle: Hollow 65">
                <a:extLst>
                  <a:ext uri="{FF2B5EF4-FFF2-40B4-BE49-F238E27FC236}">
                    <a16:creationId xmlns:a16="http://schemas.microsoft.com/office/drawing/2014/main" id="{85AE7221-C2B8-4F29-9C53-E4F1DAC88F4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3E45EB5C-0504-4EEE-BC07-0A44A25181A6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E77133E-3519-4F83-9C1E-3DC43460A652}"/>
              </a:ext>
            </a:extLst>
          </p:cNvPr>
          <p:cNvGrpSpPr/>
          <p:nvPr/>
        </p:nvGrpSpPr>
        <p:grpSpPr>
          <a:xfrm>
            <a:off x="12953736" y="-4116570"/>
            <a:ext cx="4206420" cy="1151818"/>
            <a:chOff x="7514228" y="4253707"/>
            <a:chExt cx="4206420" cy="115181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3A8E35D-061D-4AD3-894A-0A7CE1E3D276}"/>
                </a:ext>
              </a:extLst>
            </p:cNvPr>
            <p:cNvGrpSpPr/>
            <p:nvPr/>
          </p:nvGrpSpPr>
          <p:grpSpPr>
            <a:xfrm>
              <a:off x="7514228" y="4253707"/>
              <a:ext cx="4206420" cy="1151818"/>
              <a:chOff x="7514228" y="4253707"/>
              <a:chExt cx="4206420" cy="1151818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E1F442A-1A89-4CF4-A09B-BE602D58111E}"/>
                  </a:ext>
                </a:extLst>
              </p:cNvPr>
              <p:cNvSpPr/>
              <p:nvPr/>
            </p:nvSpPr>
            <p:spPr>
              <a:xfrm>
                <a:off x="7514228" y="4253707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AA63ED26-D8AA-4E4C-A824-39DC28D8CBFD}"/>
                  </a:ext>
                </a:extLst>
              </p:cNvPr>
              <p:cNvSpPr/>
              <p:nvPr/>
            </p:nvSpPr>
            <p:spPr>
              <a:xfrm>
                <a:off x="9698903" y="4273473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A37DAE57-66CF-4AAB-8D11-AD69B367B10D}"/>
                  </a:ext>
                </a:extLst>
              </p:cNvPr>
              <p:cNvSpPr/>
              <p:nvPr/>
            </p:nvSpPr>
            <p:spPr>
              <a:xfrm>
                <a:off x="9698903" y="4454236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1B3642BA-A216-420D-8F92-C3BA0803985F}"/>
                  </a:ext>
                </a:extLst>
              </p:cNvPr>
              <p:cNvSpPr/>
              <p:nvPr/>
            </p:nvSpPr>
            <p:spPr>
              <a:xfrm>
                <a:off x="9698903" y="4627379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C3862436-6B7F-4F1C-AA08-B991A9A7B081}"/>
                  </a:ext>
                </a:extLst>
              </p:cNvPr>
              <p:cNvSpPr/>
              <p:nvPr/>
            </p:nvSpPr>
            <p:spPr>
              <a:xfrm>
                <a:off x="9698903" y="4817879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49D6076-C319-4369-B1B1-F38E10B5ABA6}"/>
                </a:ext>
              </a:extLst>
            </p:cNvPr>
            <p:cNvGrpSpPr/>
            <p:nvPr/>
          </p:nvGrpSpPr>
          <p:grpSpPr>
            <a:xfrm>
              <a:off x="8300733" y="4542576"/>
              <a:ext cx="574079" cy="574079"/>
              <a:chOff x="7279740" y="-1777228"/>
              <a:chExt cx="1546860" cy="1546860"/>
            </a:xfrm>
          </p:grpSpPr>
          <p:sp>
            <p:nvSpPr>
              <p:cNvPr id="69" name="Circle: Hollow 68">
                <a:extLst>
                  <a:ext uri="{FF2B5EF4-FFF2-40B4-BE49-F238E27FC236}">
                    <a16:creationId xmlns:a16="http://schemas.microsoft.com/office/drawing/2014/main" id="{7A4BF07E-261D-454E-9BB5-B32E94A4C25B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89B88939-94D6-4F85-A897-E53040F86BE9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6729689-ED7C-4EEE-B158-ADC9455CB76A}"/>
              </a:ext>
            </a:extLst>
          </p:cNvPr>
          <p:cNvGrpSpPr/>
          <p:nvPr/>
        </p:nvGrpSpPr>
        <p:grpSpPr>
          <a:xfrm>
            <a:off x="12953735" y="-2883987"/>
            <a:ext cx="4206421" cy="1151818"/>
            <a:chOff x="7514227" y="5486290"/>
            <a:chExt cx="4206421" cy="1151818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D73A08A-2356-4AB9-BFD3-4CE52AFCAEC2}"/>
                </a:ext>
              </a:extLst>
            </p:cNvPr>
            <p:cNvGrpSpPr/>
            <p:nvPr/>
          </p:nvGrpSpPr>
          <p:grpSpPr>
            <a:xfrm>
              <a:off x="7514227" y="5486290"/>
              <a:ext cx="4206421" cy="1151818"/>
              <a:chOff x="7514227" y="5486290"/>
              <a:chExt cx="4206421" cy="1151818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0761C327-AF5A-48E0-BFE6-007108820519}"/>
                  </a:ext>
                </a:extLst>
              </p:cNvPr>
              <p:cNvSpPr/>
              <p:nvPr/>
            </p:nvSpPr>
            <p:spPr>
              <a:xfrm>
                <a:off x="7514227" y="548629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0F3CB6B2-D730-407E-A618-E70BC9923910}"/>
                  </a:ext>
                </a:extLst>
              </p:cNvPr>
              <p:cNvSpPr/>
              <p:nvPr/>
            </p:nvSpPr>
            <p:spPr>
              <a:xfrm>
                <a:off x="9698903" y="5516162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B4AA050C-BFB1-4549-B6A8-8B7F284449B9}"/>
                  </a:ext>
                </a:extLst>
              </p:cNvPr>
              <p:cNvSpPr/>
              <p:nvPr/>
            </p:nvSpPr>
            <p:spPr>
              <a:xfrm>
                <a:off x="9698903" y="5696925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29DA8A7A-4B1D-44C2-AEB1-4B73C56616E2}"/>
                  </a:ext>
                </a:extLst>
              </p:cNvPr>
              <p:cNvSpPr/>
              <p:nvPr/>
            </p:nvSpPr>
            <p:spPr>
              <a:xfrm>
                <a:off x="9698903" y="5870068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FB3ED01D-E9EE-40AA-88C9-A910880C7FBF}"/>
                  </a:ext>
                </a:extLst>
              </p:cNvPr>
              <p:cNvSpPr/>
              <p:nvPr/>
            </p:nvSpPr>
            <p:spPr>
              <a:xfrm>
                <a:off x="9698903" y="6060568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0D3EC1E-5610-4440-934F-1A82D2870721}"/>
                </a:ext>
              </a:extLst>
            </p:cNvPr>
            <p:cNvGrpSpPr/>
            <p:nvPr/>
          </p:nvGrpSpPr>
          <p:grpSpPr>
            <a:xfrm>
              <a:off x="8300733" y="5775160"/>
              <a:ext cx="574079" cy="574079"/>
              <a:chOff x="7279740" y="-1777228"/>
              <a:chExt cx="1546860" cy="1546860"/>
            </a:xfrm>
          </p:grpSpPr>
          <p:sp>
            <p:nvSpPr>
              <p:cNvPr id="72" name="Circle: Hollow 71">
                <a:extLst>
                  <a:ext uri="{FF2B5EF4-FFF2-40B4-BE49-F238E27FC236}">
                    <a16:creationId xmlns:a16="http://schemas.microsoft.com/office/drawing/2014/main" id="{D1FA47CE-1E2B-452C-9050-3E9444071D40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1D8B5F3E-9963-42EE-8A31-27B3523A29AE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1EAB601-E10A-48AF-A388-537B48062BED}"/>
              </a:ext>
            </a:extLst>
          </p:cNvPr>
          <p:cNvGrpSpPr/>
          <p:nvPr/>
        </p:nvGrpSpPr>
        <p:grpSpPr>
          <a:xfrm>
            <a:off x="12953738" y="-8073622"/>
            <a:ext cx="4206418" cy="1151818"/>
            <a:chOff x="7514230" y="296655"/>
            <a:chExt cx="4206418" cy="115181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6EEEC70-29D8-4699-8888-F8D07249BBCA}"/>
                </a:ext>
              </a:extLst>
            </p:cNvPr>
            <p:cNvGrpSpPr/>
            <p:nvPr/>
          </p:nvGrpSpPr>
          <p:grpSpPr>
            <a:xfrm>
              <a:off x="7514230" y="296655"/>
              <a:ext cx="4206418" cy="1151818"/>
              <a:chOff x="7514230" y="296655"/>
              <a:chExt cx="4206418" cy="1151818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6235F989-3B04-4CAD-A4BD-160C805458DA}"/>
                  </a:ext>
                </a:extLst>
              </p:cNvPr>
              <p:cNvSpPr/>
              <p:nvPr/>
            </p:nvSpPr>
            <p:spPr>
              <a:xfrm>
                <a:off x="7514230" y="296655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rgbClr val="FF9B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9940F241-2CC5-4B0F-A925-E944BA0825A5}"/>
                  </a:ext>
                </a:extLst>
              </p:cNvPr>
              <p:cNvSpPr/>
              <p:nvPr/>
            </p:nvSpPr>
            <p:spPr>
              <a:xfrm>
                <a:off x="9698903" y="355111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4FCDA230-5D35-4156-96A9-7558020F8736}"/>
                  </a:ext>
                </a:extLst>
              </p:cNvPr>
              <p:cNvSpPr/>
              <p:nvPr/>
            </p:nvSpPr>
            <p:spPr>
              <a:xfrm>
                <a:off x="9698903" y="535874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5E4B4F4-154A-4368-A5E3-07172F03F07D}"/>
                  </a:ext>
                </a:extLst>
              </p:cNvPr>
              <p:cNvSpPr/>
              <p:nvPr/>
            </p:nvSpPr>
            <p:spPr>
              <a:xfrm>
                <a:off x="9698903" y="709017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78E6E329-0685-4EA3-9796-599377DF2739}"/>
                  </a:ext>
                </a:extLst>
              </p:cNvPr>
              <p:cNvSpPr/>
              <p:nvPr/>
            </p:nvSpPr>
            <p:spPr>
              <a:xfrm>
                <a:off x="9698903" y="899517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3185280-BE36-4FC5-9052-B36092744893}"/>
                </a:ext>
              </a:extLst>
            </p:cNvPr>
            <p:cNvGrpSpPr/>
            <p:nvPr/>
          </p:nvGrpSpPr>
          <p:grpSpPr>
            <a:xfrm>
              <a:off x="8269625" y="587834"/>
              <a:ext cx="574079" cy="574079"/>
              <a:chOff x="7279740" y="-1777228"/>
              <a:chExt cx="1546860" cy="1546860"/>
            </a:xfrm>
          </p:grpSpPr>
          <p:sp>
            <p:nvSpPr>
              <p:cNvPr id="75" name="Circle: Hollow 74">
                <a:extLst>
                  <a:ext uri="{FF2B5EF4-FFF2-40B4-BE49-F238E27FC236}">
                    <a16:creationId xmlns:a16="http://schemas.microsoft.com/office/drawing/2014/main" id="{73FEC028-F545-4B2C-A4D4-41E02AA264F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6E80D281-0962-423F-A130-73F3AD9EA62F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C70EE74-99EF-4E94-ABF3-A44E6005495D}"/>
              </a:ext>
            </a:extLst>
          </p:cNvPr>
          <p:cNvGrpSpPr/>
          <p:nvPr/>
        </p:nvGrpSpPr>
        <p:grpSpPr>
          <a:xfrm>
            <a:off x="1286492" y="-4773246"/>
            <a:ext cx="9128973" cy="6538544"/>
            <a:chOff x="601181" y="355111"/>
            <a:chExt cx="5649256" cy="40462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CD47156-15E5-4818-A710-2B6D044E79A0}"/>
                </a:ext>
              </a:extLst>
            </p:cNvPr>
            <p:cNvGrpSpPr/>
            <p:nvPr/>
          </p:nvGrpSpPr>
          <p:grpSpPr>
            <a:xfrm>
              <a:off x="601181" y="355111"/>
              <a:ext cx="5649256" cy="4046228"/>
              <a:chOff x="471352" y="355111"/>
              <a:chExt cx="5990408" cy="4290576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CCE9D81-FF03-41D6-9B62-F662C93F0265}"/>
                  </a:ext>
                </a:extLst>
              </p:cNvPr>
              <p:cNvSpPr/>
              <p:nvPr/>
            </p:nvSpPr>
            <p:spPr>
              <a:xfrm>
                <a:off x="471352" y="355111"/>
                <a:ext cx="5990408" cy="3509554"/>
              </a:xfrm>
              <a:prstGeom prst="roundRect">
                <a:avLst>
                  <a:gd name="adj" fmla="val 4036"/>
                </a:avLst>
              </a:prstGeom>
              <a:solidFill>
                <a:srgbClr val="A2E2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9913B52-D5E7-4B07-AEE4-F99FE91FEF82}"/>
                  </a:ext>
                </a:extLst>
              </p:cNvPr>
              <p:cNvGrpSpPr/>
              <p:nvPr/>
            </p:nvGrpSpPr>
            <p:grpSpPr>
              <a:xfrm>
                <a:off x="2612326" y="1290271"/>
                <a:ext cx="1546860" cy="1546860"/>
                <a:chOff x="4201640" y="2101020"/>
                <a:chExt cx="1546860" cy="1546860"/>
              </a:xfrm>
            </p:grpSpPr>
            <p:sp>
              <p:nvSpPr>
                <p:cNvPr id="5" name="Circle: Hollow 4">
                  <a:extLst>
                    <a:ext uri="{FF2B5EF4-FFF2-40B4-BE49-F238E27FC236}">
                      <a16:creationId xmlns:a16="http://schemas.microsoft.com/office/drawing/2014/main" id="{B0426788-752A-4BCB-987D-B2B8CEFF879B}"/>
                    </a:ext>
                  </a:extLst>
                </p:cNvPr>
                <p:cNvSpPr/>
                <p:nvPr/>
              </p:nvSpPr>
              <p:spPr>
                <a:xfrm>
                  <a:off x="4201640" y="2101020"/>
                  <a:ext cx="1546860" cy="1546860"/>
                </a:xfrm>
                <a:prstGeom prst="donut">
                  <a:avLst>
                    <a:gd name="adj" fmla="val 337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Isosceles Triangle 5">
                  <a:extLst>
                    <a:ext uri="{FF2B5EF4-FFF2-40B4-BE49-F238E27FC236}">
                      <a16:creationId xmlns:a16="http://schemas.microsoft.com/office/drawing/2014/main" id="{B91E2C86-8F62-4E59-A26F-B2198A7D4B0A}"/>
                    </a:ext>
                  </a:extLst>
                </p:cNvPr>
                <p:cNvSpPr/>
                <p:nvPr/>
              </p:nvSpPr>
              <p:spPr>
                <a:xfrm rot="5400000">
                  <a:off x="4632171" y="2451540"/>
                  <a:ext cx="853440" cy="84582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03897BBD-9217-4DA0-AA72-B1738CB9FFFF}"/>
                  </a:ext>
                </a:extLst>
              </p:cNvPr>
              <p:cNvSpPr/>
              <p:nvPr/>
            </p:nvSpPr>
            <p:spPr>
              <a:xfrm>
                <a:off x="1271452" y="4068437"/>
                <a:ext cx="2843348" cy="179614"/>
              </a:xfrm>
              <a:prstGeom prst="roundRect">
                <a:avLst>
                  <a:gd name="adj" fmla="val 2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AA4B46A-1067-4EC5-909D-C084A1F237AD}"/>
                  </a:ext>
                </a:extLst>
              </p:cNvPr>
              <p:cNvSpPr/>
              <p:nvPr/>
            </p:nvSpPr>
            <p:spPr>
              <a:xfrm>
                <a:off x="1271452" y="4325342"/>
                <a:ext cx="2584268" cy="68580"/>
              </a:xfrm>
              <a:prstGeom prst="roundRect">
                <a:avLst>
                  <a:gd name="adj" fmla="val 3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67C3DAD-CB67-489A-BE74-BB908EE1F830}"/>
                  </a:ext>
                </a:extLst>
              </p:cNvPr>
              <p:cNvSpPr/>
              <p:nvPr/>
            </p:nvSpPr>
            <p:spPr>
              <a:xfrm>
                <a:off x="5035065" y="3994921"/>
                <a:ext cx="1379256" cy="382227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74CC799-821E-43AC-8155-A715D76ADB96}"/>
                  </a:ext>
                </a:extLst>
              </p:cNvPr>
              <p:cNvSpPr/>
              <p:nvPr/>
            </p:nvSpPr>
            <p:spPr>
              <a:xfrm>
                <a:off x="5210087" y="4116601"/>
                <a:ext cx="998734" cy="133806"/>
              </a:xfrm>
              <a:prstGeom prst="roundRect">
                <a:avLst>
                  <a:gd name="adj" fmla="val 25132"/>
                </a:avLst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4E3C87B3-4301-43CF-82BA-F328F788EF88}"/>
                  </a:ext>
                </a:extLst>
              </p:cNvPr>
              <p:cNvSpPr/>
              <p:nvPr/>
            </p:nvSpPr>
            <p:spPr>
              <a:xfrm>
                <a:off x="503417" y="4025875"/>
                <a:ext cx="662213" cy="619812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640251BE-3387-4C3C-9EE4-26BA1BD09217}"/>
                </a:ext>
              </a:extLst>
            </p:cNvPr>
            <p:cNvSpPr/>
            <p:nvPr/>
          </p:nvSpPr>
          <p:spPr>
            <a:xfrm>
              <a:off x="950853" y="3393417"/>
              <a:ext cx="5054103" cy="59826"/>
            </a:xfrm>
            <a:prstGeom prst="roundRect">
              <a:avLst>
                <a:gd name="adj" fmla="val 2736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23E12007-B47A-4134-B04F-89941C89EB30}"/>
                </a:ext>
              </a:extLst>
            </p:cNvPr>
            <p:cNvSpPr/>
            <p:nvPr/>
          </p:nvSpPr>
          <p:spPr>
            <a:xfrm>
              <a:off x="950853" y="3392327"/>
              <a:ext cx="1463040" cy="59826"/>
            </a:xfrm>
            <a:prstGeom prst="roundRect">
              <a:avLst>
                <a:gd name="adj" fmla="val 27369"/>
              </a:avLst>
            </a:prstGeom>
            <a:solidFill>
              <a:srgbClr val="FF9B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8E2B7872-9728-42CD-A068-00AFA6701F1D}"/>
                </a:ext>
              </a:extLst>
            </p:cNvPr>
            <p:cNvSpPr/>
            <p:nvPr/>
          </p:nvSpPr>
          <p:spPr>
            <a:xfrm>
              <a:off x="2391033" y="3369743"/>
              <a:ext cx="45719" cy="104993"/>
            </a:xfrm>
            <a:prstGeom prst="roundRect">
              <a:avLst>
                <a:gd name="adj" fmla="val 2736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4CC475-A9A4-4831-B255-6AA21DD6A22D}"/>
              </a:ext>
            </a:extLst>
          </p:cNvPr>
          <p:cNvGrpSpPr/>
          <p:nvPr/>
        </p:nvGrpSpPr>
        <p:grpSpPr>
          <a:xfrm>
            <a:off x="12471499" y="1444638"/>
            <a:ext cx="3042282" cy="3558450"/>
            <a:chOff x="12471499" y="1444638"/>
            <a:chExt cx="3042282" cy="3558450"/>
          </a:xfrm>
        </p:grpSpPr>
        <p:pic>
          <p:nvPicPr>
            <p:cNvPr id="92" name="Graphic 91" descr="Thumbs up sign">
              <a:extLst>
                <a:ext uri="{FF2B5EF4-FFF2-40B4-BE49-F238E27FC236}">
                  <a16:creationId xmlns:a16="http://schemas.microsoft.com/office/drawing/2014/main" id="{2A9E204B-7607-4FED-BAEE-C25710AA9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825841" y="1444638"/>
              <a:ext cx="914400" cy="914400"/>
            </a:xfrm>
            <a:prstGeom prst="rect">
              <a:avLst/>
            </a:prstGeom>
          </p:spPr>
        </p:pic>
        <p:pic>
          <p:nvPicPr>
            <p:cNvPr id="93" name="Graphic 92" descr="Thumbs up sign">
              <a:extLst>
                <a:ext uri="{FF2B5EF4-FFF2-40B4-BE49-F238E27FC236}">
                  <a16:creationId xmlns:a16="http://schemas.microsoft.com/office/drawing/2014/main" id="{9DE77D8A-6B97-429D-B7FE-174955220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01833" y="2696231"/>
              <a:ext cx="914400" cy="914400"/>
            </a:xfrm>
            <a:prstGeom prst="rect">
              <a:avLst/>
            </a:prstGeom>
          </p:spPr>
        </p:pic>
        <p:pic>
          <p:nvPicPr>
            <p:cNvPr id="94" name="Graphic 93" descr="Thumbs up sign">
              <a:extLst>
                <a:ext uri="{FF2B5EF4-FFF2-40B4-BE49-F238E27FC236}">
                  <a16:creationId xmlns:a16="http://schemas.microsoft.com/office/drawing/2014/main" id="{C9B870A1-F8BE-4583-B7C1-DEE6ECC19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471499" y="4088688"/>
              <a:ext cx="914400" cy="914400"/>
            </a:xfrm>
            <a:prstGeom prst="rect">
              <a:avLst/>
            </a:prstGeom>
          </p:spPr>
        </p:pic>
        <p:pic>
          <p:nvPicPr>
            <p:cNvPr id="95" name="Graphic 94" descr="Heart">
              <a:extLst>
                <a:ext uri="{FF2B5EF4-FFF2-40B4-BE49-F238E27FC236}">
                  <a16:creationId xmlns:a16="http://schemas.microsoft.com/office/drawing/2014/main" id="{24E8A1B8-11C6-464C-A4A6-FB6185332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825841" y="2284434"/>
              <a:ext cx="914400" cy="914400"/>
            </a:xfrm>
            <a:prstGeom prst="rect">
              <a:avLst/>
            </a:prstGeom>
          </p:spPr>
        </p:pic>
        <p:pic>
          <p:nvPicPr>
            <p:cNvPr id="96" name="Graphic 95" descr="Heart">
              <a:extLst>
                <a:ext uri="{FF2B5EF4-FFF2-40B4-BE49-F238E27FC236}">
                  <a16:creationId xmlns:a16="http://schemas.microsoft.com/office/drawing/2014/main" id="{8B17ABE2-DBA2-4C00-A760-4F40782C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599381" y="363148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6627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281F9539-B05C-4273-9385-4BBF84E61847}"/>
              </a:ext>
            </a:extLst>
          </p:cNvPr>
          <p:cNvGrpSpPr/>
          <p:nvPr/>
        </p:nvGrpSpPr>
        <p:grpSpPr>
          <a:xfrm>
            <a:off x="873742" y="2396849"/>
            <a:ext cx="9954474" cy="3581797"/>
            <a:chOff x="524692" y="4892277"/>
            <a:chExt cx="5124268" cy="184380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7B84A59-F8C9-44D3-AC45-340F5AC3FE4C}"/>
                </a:ext>
              </a:extLst>
            </p:cNvPr>
            <p:cNvSpPr/>
            <p:nvPr/>
          </p:nvSpPr>
          <p:spPr>
            <a:xfrm>
              <a:off x="524692" y="4892277"/>
              <a:ext cx="5124268" cy="1843803"/>
            </a:xfrm>
            <a:prstGeom prst="roundRect">
              <a:avLst>
                <a:gd name="adj" fmla="val 403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818C8FD-3F50-411E-8753-B65A69A8B0EB}"/>
                </a:ext>
              </a:extLst>
            </p:cNvPr>
            <p:cNvSpPr/>
            <p:nvPr/>
          </p:nvSpPr>
          <p:spPr>
            <a:xfrm>
              <a:off x="668928" y="5094208"/>
              <a:ext cx="386497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3D85A0-6BD0-452D-9984-6D62EDA961BE}"/>
                </a:ext>
              </a:extLst>
            </p:cNvPr>
            <p:cNvSpPr/>
            <p:nvPr/>
          </p:nvSpPr>
          <p:spPr>
            <a:xfrm>
              <a:off x="668928" y="5425206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DFBDB6E-2552-42C9-BA18-E1A893D3AD3D}"/>
                </a:ext>
              </a:extLst>
            </p:cNvPr>
            <p:cNvSpPr/>
            <p:nvPr/>
          </p:nvSpPr>
          <p:spPr>
            <a:xfrm>
              <a:off x="668928" y="5772932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4F8DEC-BE87-4F37-8363-170D1F3D4391}"/>
                </a:ext>
              </a:extLst>
            </p:cNvPr>
            <p:cNvSpPr/>
            <p:nvPr/>
          </p:nvSpPr>
          <p:spPr>
            <a:xfrm>
              <a:off x="668928" y="6417711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FACE942-3176-41C7-80FB-92526181899C}"/>
                </a:ext>
              </a:extLst>
            </p:cNvPr>
            <p:cNvSpPr/>
            <p:nvPr/>
          </p:nvSpPr>
          <p:spPr>
            <a:xfrm>
              <a:off x="668928" y="6090867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0148A96-AF51-41A2-ABAE-3277258A00D7}"/>
              </a:ext>
            </a:extLst>
          </p:cNvPr>
          <p:cNvGrpSpPr/>
          <p:nvPr/>
        </p:nvGrpSpPr>
        <p:grpSpPr>
          <a:xfrm>
            <a:off x="12953737" y="-6581737"/>
            <a:ext cx="4206419" cy="1151818"/>
            <a:chOff x="7514229" y="1788540"/>
            <a:chExt cx="4206419" cy="1151818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BAC6EFD-5D7C-424B-883F-EE5A8A90ECA0}"/>
                </a:ext>
              </a:extLst>
            </p:cNvPr>
            <p:cNvGrpSpPr/>
            <p:nvPr/>
          </p:nvGrpSpPr>
          <p:grpSpPr>
            <a:xfrm>
              <a:off x="7514229" y="1788540"/>
              <a:ext cx="4206419" cy="1151818"/>
              <a:chOff x="7514229" y="1788540"/>
              <a:chExt cx="4206419" cy="115181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9D4C31DF-CA71-4D37-9DB9-496D6B28F300}"/>
                  </a:ext>
                </a:extLst>
              </p:cNvPr>
              <p:cNvSpPr/>
              <p:nvPr/>
            </p:nvSpPr>
            <p:spPr>
              <a:xfrm>
                <a:off x="7514229" y="178854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7599530-1649-4E11-9D5A-13B0C17CB1E0}"/>
                  </a:ext>
                </a:extLst>
              </p:cNvPr>
              <p:cNvSpPr/>
              <p:nvPr/>
            </p:nvSpPr>
            <p:spPr>
              <a:xfrm>
                <a:off x="9698903" y="1833815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712651A8-4B66-4344-9B41-F95BF21E7EDE}"/>
                  </a:ext>
                </a:extLst>
              </p:cNvPr>
              <p:cNvSpPr/>
              <p:nvPr/>
            </p:nvSpPr>
            <p:spPr>
              <a:xfrm>
                <a:off x="9698903" y="2014578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37013D59-2093-4A9F-9D05-082D0E360089}"/>
                  </a:ext>
                </a:extLst>
              </p:cNvPr>
              <p:cNvSpPr/>
              <p:nvPr/>
            </p:nvSpPr>
            <p:spPr>
              <a:xfrm>
                <a:off x="9698903" y="2187721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FED07C9F-DC64-4B85-8FB5-6A49212C831A}"/>
                  </a:ext>
                </a:extLst>
              </p:cNvPr>
              <p:cNvSpPr/>
              <p:nvPr/>
            </p:nvSpPr>
            <p:spPr>
              <a:xfrm>
                <a:off x="9698903" y="2378221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2CDA331-6207-4EB4-B7C6-991FFB3C5E36}"/>
                </a:ext>
              </a:extLst>
            </p:cNvPr>
            <p:cNvGrpSpPr/>
            <p:nvPr/>
          </p:nvGrpSpPr>
          <p:grpSpPr>
            <a:xfrm>
              <a:off x="8269626" y="2091181"/>
              <a:ext cx="574079" cy="574079"/>
              <a:chOff x="7279740" y="-1777228"/>
              <a:chExt cx="1546860" cy="1546860"/>
            </a:xfrm>
          </p:grpSpPr>
          <p:sp>
            <p:nvSpPr>
              <p:cNvPr id="62" name="Circle: Hollow 61">
                <a:extLst>
                  <a:ext uri="{FF2B5EF4-FFF2-40B4-BE49-F238E27FC236}">
                    <a16:creationId xmlns:a16="http://schemas.microsoft.com/office/drawing/2014/main" id="{08966C26-1B41-4986-BA4B-428F1DD65E97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069B3364-D4A2-45C2-9160-AB3A20DC2AA8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3AD50B-EC93-4271-A1DF-837BC028C9B9}"/>
              </a:ext>
            </a:extLst>
          </p:cNvPr>
          <p:cNvGrpSpPr/>
          <p:nvPr/>
        </p:nvGrpSpPr>
        <p:grpSpPr>
          <a:xfrm>
            <a:off x="12953736" y="-5349154"/>
            <a:ext cx="4206420" cy="1151818"/>
            <a:chOff x="7514228" y="3021123"/>
            <a:chExt cx="4206420" cy="1151818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2105C9D-1445-4EA7-9AB0-823E1A4FD79D}"/>
                </a:ext>
              </a:extLst>
            </p:cNvPr>
            <p:cNvGrpSpPr/>
            <p:nvPr/>
          </p:nvGrpSpPr>
          <p:grpSpPr>
            <a:xfrm>
              <a:off x="7514228" y="3021123"/>
              <a:ext cx="4206420" cy="1151818"/>
              <a:chOff x="7514228" y="3021123"/>
              <a:chExt cx="4206420" cy="1151818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57AE2E6-23CB-4FEC-86D5-88D528DF7769}"/>
                  </a:ext>
                </a:extLst>
              </p:cNvPr>
              <p:cNvSpPr/>
              <p:nvPr/>
            </p:nvSpPr>
            <p:spPr>
              <a:xfrm>
                <a:off x="7514228" y="3021123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5940249A-BA16-4E6C-A980-E650F808CB4E}"/>
                  </a:ext>
                </a:extLst>
              </p:cNvPr>
              <p:cNvSpPr/>
              <p:nvPr/>
            </p:nvSpPr>
            <p:spPr>
              <a:xfrm>
                <a:off x="9698903" y="3038404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4CFCC298-5444-4331-90CC-CBAA44A726BC}"/>
                  </a:ext>
                </a:extLst>
              </p:cNvPr>
              <p:cNvSpPr/>
              <p:nvPr/>
            </p:nvSpPr>
            <p:spPr>
              <a:xfrm>
                <a:off x="9698903" y="3219167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5AF8EED2-6DAA-4E72-8D4E-1B0100B196FA}"/>
                  </a:ext>
                </a:extLst>
              </p:cNvPr>
              <p:cNvSpPr/>
              <p:nvPr/>
            </p:nvSpPr>
            <p:spPr>
              <a:xfrm>
                <a:off x="9698903" y="3392310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3917D557-AFCA-428E-9A1A-2E3354235B45}"/>
                  </a:ext>
                </a:extLst>
              </p:cNvPr>
              <p:cNvSpPr/>
              <p:nvPr/>
            </p:nvSpPr>
            <p:spPr>
              <a:xfrm>
                <a:off x="9698903" y="3582810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F821381-92BA-4E14-BF7C-0C7A45BCEB47}"/>
                </a:ext>
              </a:extLst>
            </p:cNvPr>
            <p:cNvGrpSpPr/>
            <p:nvPr/>
          </p:nvGrpSpPr>
          <p:grpSpPr>
            <a:xfrm>
              <a:off x="8300733" y="3309992"/>
              <a:ext cx="574079" cy="574079"/>
              <a:chOff x="7279740" y="-1777228"/>
              <a:chExt cx="1546860" cy="1546860"/>
            </a:xfrm>
          </p:grpSpPr>
          <p:sp>
            <p:nvSpPr>
              <p:cNvPr id="66" name="Circle: Hollow 65">
                <a:extLst>
                  <a:ext uri="{FF2B5EF4-FFF2-40B4-BE49-F238E27FC236}">
                    <a16:creationId xmlns:a16="http://schemas.microsoft.com/office/drawing/2014/main" id="{85AE7221-C2B8-4F29-9C53-E4F1DAC88F4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3E45EB5C-0504-4EEE-BC07-0A44A25181A6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E77133E-3519-4F83-9C1E-3DC43460A652}"/>
              </a:ext>
            </a:extLst>
          </p:cNvPr>
          <p:cNvGrpSpPr/>
          <p:nvPr/>
        </p:nvGrpSpPr>
        <p:grpSpPr>
          <a:xfrm>
            <a:off x="12953736" y="-4116570"/>
            <a:ext cx="4206420" cy="1151818"/>
            <a:chOff x="7514228" y="4253707"/>
            <a:chExt cx="4206420" cy="115181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3A8E35D-061D-4AD3-894A-0A7CE1E3D276}"/>
                </a:ext>
              </a:extLst>
            </p:cNvPr>
            <p:cNvGrpSpPr/>
            <p:nvPr/>
          </p:nvGrpSpPr>
          <p:grpSpPr>
            <a:xfrm>
              <a:off x="7514228" y="4253707"/>
              <a:ext cx="4206420" cy="1151818"/>
              <a:chOff x="7514228" y="4253707"/>
              <a:chExt cx="4206420" cy="1151818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E1F442A-1A89-4CF4-A09B-BE602D58111E}"/>
                  </a:ext>
                </a:extLst>
              </p:cNvPr>
              <p:cNvSpPr/>
              <p:nvPr/>
            </p:nvSpPr>
            <p:spPr>
              <a:xfrm>
                <a:off x="7514228" y="4253707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AA63ED26-D8AA-4E4C-A824-39DC28D8CBFD}"/>
                  </a:ext>
                </a:extLst>
              </p:cNvPr>
              <p:cNvSpPr/>
              <p:nvPr/>
            </p:nvSpPr>
            <p:spPr>
              <a:xfrm>
                <a:off x="9698903" y="4273473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A37DAE57-66CF-4AAB-8D11-AD69B367B10D}"/>
                  </a:ext>
                </a:extLst>
              </p:cNvPr>
              <p:cNvSpPr/>
              <p:nvPr/>
            </p:nvSpPr>
            <p:spPr>
              <a:xfrm>
                <a:off x="9698903" y="4454236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1B3642BA-A216-420D-8F92-C3BA0803985F}"/>
                  </a:ext>
                </a:extLst>
              </p:cNvPr>
              <p:cNvSpPr/>
              <p:nvPr/>
            </p:nvSpPr>
            <p:spPr>
              <a:xfrm>
                <a:off x="9698903" y="4627379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C3862436-6B7F-4F1C-AA08-B991A9A7B081}"/>
                  </a:ext>
                </a:extLst>
              </p:cNvPr>
              <p:cNvSpPr/>
              <p:nvPr/>
            </p:nvSpPr>
            <p:spPr>
              <a:xfrm>
                <a:off x="9698903" y="4817879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49D6076-C319-4369-B1B1-F38E10B5ABA6}"/>
                </a:ext>
              </a:extLst>
            </p:cNvPr>
            <p:cNvGrpSpPr/>
            <p:nvPr/>
          </p:nvGrpSpPr>
          <p:grpSpPr>
            <a:xfrm>
              <a:off x="8300733" y="4542576"/>
              <a:ext cx="574079" cy="574079"/>
              <a:chOff x="7279740" y="-1777228"/>
              <a:chExt cx="1546860" cy="1546860"/>
            </a:xfrm>
          </p:grpSpPr>
          <p:sp>
            <p:nvSpPr>
              <p:cNvPr id="69" name="Circle: Hollow 68">
                <a:extLst>
                  <a:ext uri="{FF2B5EF4-FFF2-40B4-BE49-F238E27FC236}">
                    <a16:creationId xmlns:a16="http://schemas.microsoft.com/office/drawing/2014/main" id="{7A4BF07E-261D-454E-9BB5-B32E94A4C25B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89B88939-94D6-4F85-A897-E53040F86BE9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6729689-ED7C-4EEE-B158-ADC9455CB76A}"/>
              </a:ext>
            </a:extLst>
          </p:cNvPr>
          <p:cNvGrpSpPr/>
          <p:nvPr/>
        </p:nvGrpSpPr>
        <p:grpSpPr>
          <a:xfrm>
            <a:off x="12953735" y="-2883987"/>
            <a:ext cx="4206421" cy="1151818"/>
            <a:chOff x="7514227" y="5486290"/>
            <a:chExt cx="4206421" cy="1151818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D73A08A-2356-4AB9-BFD3-4CE52AFCAEC2}"/>
                </a:ext>
              </a:extLst>
            </p:cNvPr>
            <p:cNvGrpSpPr/>
            <p:nvPr/>
          </p:nvGrpSpPr>
          <p:grpSpPr>
            <a:xfrm>
              <a:off x="7514227" y="5486290"/>
              <a:ext cx="4206421" cy="1151818"/>
              <a:chOff x="7514227" y="5486290"/>
              <a:chExt cx="4206421" cy="1151818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0761C327-AF5A-48E0-BFE6-007108820519}"/>
                  </a:ext>
                </a:extLst>
              </p:cNvPr>
              <p:cNvSpPr/>
              <p:nvPr/>
            </p:nvSpPr>
            <p:spPr>
              <a:xfrm>
                <a:off x="7514227" y="548629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0F3CB6B2-D730-407E-A618-E70BC9923910}"/>
                  </a:ext>
                </a:extLst>
              </p:cNvPr>
              <p:cNvSpPr/>
              <p:nvPr/>
            </p:nvSpPr>
            <p:spPr>
              <a:xfrm>
                <a:off x="9698903" y="5516162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B4AA050C-BFB1-4549-B6A8-8B7F284449B9}"/>
                  </a:ext>
                </a:extLst>
              </p:cNvPr>
              <p:cNvSpPr/>
              <p:nvPr/>
            </p:nvSpPr>
            <p:spPr>
              <a:xfrm>
                <a:off x="9698903" y="5696925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29DA8A7A-4B1D-44C2-AEB1-4B73C56616E2}"/>
                  </a:ext>
                </a:extLst>
              </p:cNvPr>
              <p:cNvSpPr/>
              <p:nvPr/>
            </p:nvSpPr>
            <p:spPr>
              <a:xfrm>
                <a:off x="9698903" y="5870068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FB3ED01D-E9EE-40AA-88C9-A910880C7FBF}"/>
                  </a:ext>
                </a:extLst>
              </p:cNvPr>
              <p:cNvSpPr/>
              <p:nvPr/>
            </p:nvSpPr>
            <p:spPr>
              <a:xfrm>
                <a:off x="9698903" y="6060568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0D3EC1E-5610-4440-934F-1A82D2870721}"/>
                </a:ext>
              </a:extLst>
            </p:cNvPr>
            <p:cNvGrpSpPr/>
            <p:nvPr/>
          </p:nvGrpSpPr>
          <p:grpSpPr>
            <a:xfrm>
              <a:off x="8300733" y="5775160"/>
              <a:ext cx="574079" cy="574079"/>
              <a:chOff x="7279740" y="-1777228"/>
              <a:chExt cx="1546860" cy="1546860"/>
            </a:xfrm>
          </p:grpSpPr>
          <p:sp>
            <p:nvSpPr>
              <p:cNvPr id="72" name="Circle: Hollow 71">
                <a:extLst>
                  <a:ext uri="{FF2B5EF4-FFF2-40B4-BE49-F238E27FC236}">
                    <a16:creationId xmlns:a16="http://schemas.microsoft.com/office/drawing/2014/main" id="{D1FA47CE-1E2B-452C-9050-3E9444071D40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1D8B5F3E-9963-42EE-8A31-27B3523A29AE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1EAB601-E10A-48AF-A388-537B48062BED}"/>
              </a:ext>
            </a:extLst>
          </p:cNvPr>
          <p:cNvGrpSpPr/>
          <p:nvPr/>
        </p:nvGrpSpPr>
        <p:grpSpPr>
          <a:xfrm>
            <a:off x="12953738" y="-8073622"/>
            <a:ext cx="4206418" cy="1151818"/>
            <a:chOff x="7514230" y="296655"/>
            <a:chExt cx="4206418" cy="115181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6EEEC70-29D8-4699-8888-F8D07249BBCA}"/>
                </a:ext>
              </a:extLst>
            </p:cNvPr>
            <p:cNvGrpSpPr/>
            <p:nvPr/>
          </p:nvGrpSpPr>
          <p:grpSpPr>
            <a:xfrm>
              <a:off x="7514230" y="296655"/>
              <a:ext cx="4206418" cy="1151818"/>
              <a:chOff x="7514230" y="296655"/>
              <a:chExt cx="4206418" cy="1151818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6235F989-3B04-4CAD-A4BD-160C805458DA}"/>
                  </a:ext>
                </a:extLst>
              </p:cNvPr>
              <p:cNvSpPr/>
              <p:nvPr/>
            </p:nvSpPr>
            <p:spPr>
              <a:xfrm>
                <a:off x="7514230" y="296655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rgbClr val="FF9B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9940F241-2CC5-4B0F-A925-E944BA0825A5}"/>
                  </a:ext>
                </a:extLst>
              </p:cNvPr>
              <p:cNvSpPr/>
              <p:nvPr/>
            </p:nvSpPr>
            <p:spPr>
              <a:xfrm>
                <a:off x="9698903" y="355111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4FCDA230-5D35-4156-96A9-7558020F8736}"/>
                  </a:ext>
                </a:extLst>
              </p:cNvPr>
              <p:cNvSpPr/>
              <p:nvPr/>
            </p:nvSpPr>
            <p:spPr>
              <a:xfrm>
                <a:off x="9698903" y="535874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5E4B4F4-154A-4368-A5E3-07172F03F07D}"/>
                  </a:ext>
                </a:extLst>
              </p:cNvPr>
              <p:cNvSpPr/>
              <p:nvPr/>
            </p:nvSpPr>
            <p:spPr>
              <a:xfrm>
                <a:off x="9698903" y="709017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78E6E329-0685-4EA3-9796-599377DF2739}"/>
                  </a:ext>
                </a:extLst>
              </p:cNvPr>
              <p:cNvSpPr/>
              <p:nvPr/>
            </p:nvSpPr>
            <p:spPr>
              <a:xfrm>
                <a:off x="9698903" y="899517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3185280-BE36-4FC5-9052-B36092744893}"/>
                </a:ext>
              </a:extLst>
            </p:cNvPr>
            <p:cNvGrpSpPr/>
            <p:nvPr/>
          </p:nvGrpSpPr>
          <p:grpSpPr>
            <a:xfrm>
              <a:off x="8269625" y="587834"/>
              <a:ext cx="574079" cy="574079"/>
              <a:chOff x="7279740" y="-1777228"/>
              <a:chExt cx="1546860" cy="1546860"/>
            </a:xfrm>
          </p:grpSpPr>
          <p:sp>
            <p:nvSpPr>
              <p:cNvPr id="75" name="Circle: Hollow 74">
                <a:extLst>
                  <a:ext uri="{FF2B5EF4-FFF2-40B4-BE49-F238E27FC236}">
                    <a16:creationId xmlns:a16="http://schemas.microsoft.com/office/drawing/2014/main" id="{73FEC028-F545-4B2C-A4D4-41E02AA264F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6E80D281-0962-423F-A130-73F3AD9EA62F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C70EE74-99EF-4E94-ABF3-A44E6005495D}"/>
              </a:ext>
            </a:extLst>
          </p:cNvPr>
          <p:cNvGrpSpPr/>
          <p:nvPr/>
        </p:nvGrpSpPr>
        <p:grpSpPr>
          <a:xfrm>
            <a:off x="1297531" y="-4782853"/>
            <a:ext cx="9128973" cy="6538544"/>
            <a:chOff x="601181" y="355111"/>
            <a:chExt cx="5649256" cy="40462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CD47156-15E5-4818-A710-2B6D044E79A0}"/>
                </a:ext>
              </a:extLst>
            </p:cNvPr>
            <p:cNvGrpSpPr/>
            <p:nvPr/>
          </p:nvGrpSpPr>
          <p:grpSpPr>
            <a:xfrm>
              <a:off x="601181" y="355111"/>
              <a:ext cx="5649256" cy="4046228"/>
              <a:chOff x="471352" y="355111"/>
              <a:chExt cx="5990408" cy="4290576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CCE9D81-FF03-41D6-9B62-F662C93F0265}"/>
                  </a:ext>
                </a:extLst>
              </p:cNvPr>
              <p:cNvSpPr/>
              <p:nvPr/>
            </p:nvSpPr>
            <p:spPr>
              <a:xfrm>
                <a:off x="471352" y="355111"/>
                <a:ext cx="5990408" cy="3509554"/>
              </a:xfrm>
              <a:prstGeom prst="roundRect">
                <a:avLst>
                  <a:gd name="adj" fmla="val 4036"/>
                </a:avLst>
              </a:prstGeom>
              <a:solidFill>
                <a:srgbClr val="A2E2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9913B52-D5E7-4B07-AEE4-F99FE91FEF82}"/>
                  </a:ext>
                </a:extLst>
              </p:cNvPr>
              <p:cNvGrpSpPr/>
              <p:nvPr/>
            </p:nvGrpSpPr>
            <p:grpSpPr>
              <a:xfrm>
                <a:off x="2612326" y="1290271"/>
                <a:ext cx="1546860" cy="1546860"/>
                <a:chOff x="4201640" y="2101020"/>
                <a:chExt cx="1546860" cy="1546860"/>
              </a:xfrm>
            </p:grpSpPr>
            <p:sp>
              <p:nvSpPr>
                <p:cNvPr id="5" name="Circle: Hollow 4">
                  <a:extLst>
                    <a:ext uri="{FF2B5EF4-FFF2-40B4-BE49-F238E27FC236}">
                      <a16:creationId xmlns:a16="http://schemas.microsoft.com/office/drawing/2014/main" id="{B0426788-752A-4BCB-987D-B2B8CEFF879B}"/>
                    </a:ext>
                  </a:extLst>
                </p:cNvPr>
                <p:cNvSpPr/>
                <p:nvPr/>
              </p:nvSpPr>
              <p:spPr>
                <a:xfrm>
                  <a:off x="4201640" y="2101020"/>
                  <a:ext cx="1546860" cy="1546860"/>
                </a:xfrm>
                <a:prstGeom prst="donut">
                  <a:avLst>
                    <a:gd name="adj" fmla="val 337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Isosceles Triangle 5">
                  <a:extLst>
                    <a:ext uri="{FF2B5EF4-FFF2-40B4-BE49-F238E27FC236}">
                      <a16:creationId xmlns:a16="http://schemas.microsoft.com/office/drawing/2014/main" id="{B91E2C86-8F62-4E59-A26F-B2198A7D4B0A}"/>
                    </a:ext>
                  </a:extLst>
                </p:cNvPr>
                <p:cNvSpPr/>
                <p:nvPr/>
              </p:nvSpPr>
              <p:spPr>
                <a:xfrm rot="5400000">
                  <a:off x="4632171" y="2451540"/>
                  <a:ext cx="853440" cy="84582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03897BBD-9217-4DA0-AA72-B1738CB9FFFF}"/>
                  </a:ext>
                </a:extLst>
              </p:cNvPr>
              <p:cNvSpPr/>
              <p:nvPr/>
            </p:nvSpPr>
            <p:spPr>
              <a:xfrm>
                <a:off x="1271452" y="4068437"/>
                <a:ext cx="2843348" cy="179614"/>
              </a:xfrm>
              <a:prstGeom prst="roundRect">
                <a:avLst>
                  <a:gd name="adj" fmla="val 2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AA4B46A-1067-4EC5-909D-C084A1F237AD}"/>
                  </a:ext>
                </a:extLst>
              </p:cNvPr>
              <p:cNvSpPr/>
              <p:nvPr/>
            </p:nvSpPr>
            <p:spPr>
              <a:xfrm>
                <a:off x="1271452" y="4325342"/>
                <a:ext cx="2584268" cy="68580"/>
              </a:xfrm>
              <a:prstGeom prst="roundRect">
                <a:avLst>
                  <a:gd name="adj" fmla="val 3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67C3DAD-CB67-489A-BE74-BB908EE1F830}"/>
                  </a:ext>
                </a:extLst>
              </p:cNvPr>
              <p:cNvSpPr/>
              <p:nvPr/>
            </p:nvSpPr>
            <p:spPr>
              <a:xfrm>
                <a:off x="5035065" y="3994921"/>
                <a:ext cx="1379256" cy="382227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74CC799-821E-43AC-8155-A715D76ADB96}"/>
                  </a:ext>
                </a:extLst>
              </p:cNvPr>
              <p:cNvSpPr/>
              <p:nvPr/>
            </p:nvSpPr>
            <p:spPr>
              <a:xfrm>
                <a:off x="5210087" y="4116601"/>
                <a:ext cx="998734" cy="133806"/>
              </a:xfrm>
              <a:prstGeom prst="roundRect">
                <a:avLst>
                  <a:gd name="adj" fmla="val 25132"/>
                </a:avLst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4E3C87B3-4301-43CF-82BA-F328F788EF88}"/>
                  </a:ext>
                </a:extLst>
              </p:cNvPr>
              <p:cNvSpPr/>
              <p:nvPr/>
            </p:nvSpPr>
            <p:spPr>
              <a:xfrm>
                <a:off x="503417" y="4025875"/>
                <a:ext cx="662213" cy="619812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640251BE-3387-4C3C-9EE4-26BA1BD09217}"/>
                </a:ext>
              </a:extLst>
            </p:cNvPr>
            <p:cNvSpPr/>
            <p:nvPr/>
          </p:nvSpPr>
          <p:spPr>
            <a:xfrm>
              <a:off x="950853" y="3393417"/>
              <a:ext cx="5054103" cy="59826"/>
            </a:xfrm>
            <a:prstGeom prst="roundRect">
              <a:avLst>
                <a:gd name="adj" fmla="val 2736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23E12007-B47A-4134-B04F-89941C89EB30}"/>
                </a:ext>
              </a:extLst>
            </p:cNvPr>
            <p:cNvSpPr/>
            <p:nvPr/>
          </p:nvSpPr>
          <p:spPr>
            <a:xfrm>
              <a:off x="950853" y="3392327"/>
              <a:ext cx="1463040" cy="59826"/>
            </a:xfrm>
            <a:prstGeom prst="roundRect">
              <a:avLst>
                <a:gd name="adj" fmla="val 27369"/>
              </a:avLst>
            </a:prstGeom>
            <a:solidFill>
              <a:srgbClr val="FF9B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8E2B7872-9728-42CD-A068-00AFA6701F1D}"/>
                </a:ext>
              </a:extLst>
            </p:cNvPr>
            <p:cNvSpPr/>
            <p:nvPr/>
          </p:nvSpPr>
          <p:spPr>
            <a:xfrm>
              <a:off x="2391033" y="3369743"/>
              <a:ext cx="45719" cy="104993"/>
            </a:xfrm>
            <a:prstGeom prst="roundRect">
              <a:avLst>
                <a:gd name="adj" fmla="val 2736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8CF770-E1FF-4764-B7C2-80E8593B617A}"/>
              </a:ext>
            </a:extLst>
          </p:cNvPr>
          <p:cNvGrpSpPr/>
          <p:nvPr/>
        </p:nvGrpSpPr>
        <p:grpSpPr>
          <a:xfrm>
            <a:off x="7368398" y="2355786"/>
            <a:ext cx="3042282" cy="3558450"/>
            <a:chOff x="7368398" y="1444638"/>
            <a:chExt cx="3042282" cy="3558450"/>
          </a:xfrm>
        </p:grpSpPr>
        <p:pic>
          <p:nvPicPr>
            <p:cNvPr id="3" name="Graphic 2" descr="Thumbs up sign">
              <a:extLst>
                <a:ext uri="{FF2B5EF4-FFF2-40B4-BE49-F238E27FC236}">
                  <a16:creationId xmlns:a16="http://schemas.microsoft.com/office/drawing/2014/main" id="{33F3969A-D6C2-4DCD-A459-887B33695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22740" y="1444638"/>
              <a:ext cx="914400" cy="914400"/>
            </a:xfrm>
            <a:prstGeom prst="rect">
              <a:avLst/>
            </a:prstGeom>
          </p:spPr>
        </p:pic>
        <p:pic>
          <p:nvPicPr>
            <p:cNvPr id="91" name="Graphic 90" descr="Thumbs up sign">
              <a:extLst>
                <a:ext uri="{FF2B5EF4-FFF2-40B4-BE49-F238E27FC236}">
                  <a16:creationId xmlns:a16="http://schemas.microsoft.com/office/drawing/2014/main" id="{9E537C2F-0BCE-4633-BD09-C3373FBEB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98732" y="2787671"/>
              <a:ext cx="914400" cy="914400"/>
            </a:xfrm>
            <a:prstGeom prst="rect">
              <a:avLst/>
            </a:prstGeom>
          </p:spPr>
        </p:pic>
        <p:pic>
          <p:nvPicPr>
            <p:cNvPr id="92" name="Graphic 91" descr="Thumbs up sign">
              <a:extLst>
                <a:ext uri="{FF2B5EF4-FFF2-40B4-BE49-F238E27FC236}">
                  <a16:creationId xmlns:a16="http://schemas.microsoft.com/office/drawing/2014/main" id="{0AF887EA-3E56-44A1-9CE0-68BD8569E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68398" y="4088688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Heart">
              <a:extLst>
                <a:ext uri="{FF2B5EF4-FFF2-40B4-BE49-F238E27FC236}">
                  <a16:creationId xmlns:a16="http://schemas.microsoft.com/office/drawing/2014/main" id="{52F85915-8830-4DC7-BE6B-BE11F7E1C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22740" y="2284434"/>
              <a:ext cx="914400" cy="914400"/>
            </a:xfrm>
            <a:prstGeom prst="rect">
              <a:avLst/>
            </a:prstGeom>
          </p:spPr>
        </p:pic>
        <p:pic>
          <p:nvPicPr>
            <p:cNvPr id="93" name="Graphic 92" descr="Heart">
              <a:extLst>
                <a:ext uri="{FF2B5EF4-FFF2-40B4-BE49-F238E27FC236}">
                  <a16:creationId xmlns:a16="http://schemas.microsoft.com/office/drawing/2014/main" id="{2B723E9C-1FB2-4DA2-9B22-8D31FA309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496280" y="360100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270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281F9539-B05C-4273-9385-4BBF84E61847}"/>
              </a:ext>
            </a:extLst>
          </p:cNvPr>
          <p:cNvGrpSpPr/>
          <p:nvPr/>
        </p:nvGrpSpPr>
        <p:grpSpPr>
          <a:xfrm>
            <a:off x="-6557408" y="4773440"/>
            <a:ext cx="9954474" cy="3581797"/>
            <a:chOff x="524692" y="4892277"/>
            <a:chExt cx="5124268" cy="184380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7B84A59-F8C9-44D3-AC45-340F5AC3FE4C}"/>
                </a:ext>
              </a:extLst>
            </p:cNvPr>
            <p:cNvSpPr/>
            <p:nvPr/>
          </p:nvSpPr>
          <p:spPr>
            <a:xfrm>
              <a:off x="524692" y="4892277"/>
              <a:ext cx="5124268" cy="1843803"/>
            </a:xfrm>
            <a:prstGeom prst="roundRect">
              <a:avLst>
                <a:gd name="adj" fmla="val 403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818C8FD-3F50-411E-8753-B65A69A8B0EB}"/>
                </a:ext>
              </a:extLst>
            </p:cNvPr>
            <p:cNvSpPr/>
            <p:nvPr/>
          </p:nvSpPr>
          <p:spPr>
            <a:xfrm>
              <a:off x="668928" y="5094208"/>
              <a:ext cx="386497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3D85A0-6BD0-452D-9984-6D62EDA961BE}"/>
                </a:ext>
              </a:extLst>
            </p:cNvPr>
            <p:cNvSpPr/>
            <p:nvPr/>
          </p:nvSpPr>
          <p:spPr>
            <a:xfrm>
              <a:off x="668928" y="5425206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DFBDB6E-2552-42C9-BA18-E1A893D3AD3D}"/>
                </a:ext>
              </a:extLst>
            </p:cNvPr>
            <p:cNvSpPr/>
            <p:nvPr/>
          </p:nvSpPr>
          <p:spPr>
            <a:xfrm>
              <a:off x="668928" y="5772932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4F8DEC-BE87-4F37-8363-170D1F3D4391}"/>
                </a:ext>
              </a:extLst>
            </p:cNvPr>
            <p:cNvSpPr/>
            <p:nvPr/>
          </p:nvSpPr>
          <p:spPr>
            <a:xfrm>
              <a:off x="668928" y="6417711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FACE942-3176-41C7-80FB-92526181899C}"/>
                </a:ext>
              </a:extLst>
            </p:cNvPr>
            <p:cNvSpPr/>
            <p:nvPr/>
          </p:nvSpPr>
          <p:spPr>
            <a:xfrm>
              <a:off x="668928" y="6090867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0148A96-AF51-41A2-ABAE-3277258A00D7}"/>
              </a:ext>
            </a:extLst>
          </p:cNvPr>
          <p:cNvGrpSpPr/>
          <p:nvPr/>
        </p:nvGrpSpPr>
        <p:grpSpPr>
          <a:xfrm>
            <a:off x="7063209" y="1708525"/>
            <a:ext cx="4206419" cy="1151818"/>
            <a:chOff x="7514229" y="1788540"/>
            <a:chExt cx="4206419" cy="1151818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BAC6EFD-5D7C-424B-883F-EE5A8A90ECA0}"/>
                </a:ext>
              </a:extLst>
            </p:cNvPr>
            <p:cNvGrpSpPr/>
            <p:nvPr/>
          </p:nvGrpSpPr>
          <p:grpSpPr>
            <a:xfrm>
              <a:off x="7514229" y="1788540"/>
              <a:ext cx="4206419" cy="1151818"/>
              <a:chOff x="7514229" y="1788540"/>
              <a:chExt cx="4206419" cy="115181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9D4C31DF-CA71-4D37-9DB9-496D6B28F300}"/>
                  </a:ext>
                </a:extLst>
              </p:cNvPr>
              <p:cNvSpPr/>
              <p:nvPr/>
            </p:nvSpPr>
            <p:spPr>
              <a:xfrm>
                <a:off x="7514229" y="178854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7599530-1649-4E11-9D5A-13B0C17CB1E0}"/>
                  </a:ext>
                </a:extLst>
              </p:cNvPr>
              <p:cNvSpPr/>
              <p:nvPr/>
            </p:nvSpPr>
            <p:spPr>
              <a:xfrm>
                <a:off x="9698903" y="1833815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712651A8-4B66-4344-9B41-F95BF21E7EDE}"/>
                  </a:ext>
                </a:extLst>
              </p:cNvPr>
              <p:cNvSpPr/>
              <p:nvPr/>
            </p:nvSpPr>
            <p:spPr>
              <a:xfrm>
                <a:off x="9698903" y="2014578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37013D59-2093-4A9F-9D05-082D0E360089}"/>
                  </a:ext>
                </a:extLst>
              </p:cNvPr>
              <p:cNvSpPr/>
              <p:nvPr/>
            </p:nvSpPr>
            <p:spPr>
              <a:xfrm>
                <a:off x="9698903" y="2187721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FED07C9F-DC64-4B85-8FB5-6A49212C831A}"/>
                  </a:ext>
                </a:extLst>
              </p:cNvPr>
              <p:cNvSpPr/>
              <p:nvPr/>
            </p:nvSpPr>
            <p:spPr>
              <a:xfrm>
                <a:off x="9698903" y="2378221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2CDA331-6207-4EB4-B7C6-991FFB3C5E36}"/>
                </a:ext>
              </a:extLst>
            </p:cNvPr>
            <p:cNvGrpSpPr/>
            <p:nvPr/>
          </p:nvGrpSpPr>
          <p:grpSpPr>
            <a:xfrm>
              <a:off x="8269626" y="2091181"/>
              <a:ext cx="574079" cy="574079"/>
              <a:chOff x="7279740" y="-1777228"/>
              <a:chExt cx="1546860" cy="1546860"/>
            </a:xfrm>
          </p:grpSpPr>
          <p:sp>
            <p:nvSpPr>
              <p:cNvPr id="62" name="Circle: Hollow 61">
                <a:extLst>
                  <a:ext uri="{FF2B5EF4-FFF2-40B4-BE49-F238E27FC236}">
                    <a16:creationId xmlns:a16="http://schemas.microsoft.com/office/drawing/2014/main" id="{08966C26-1B41-4986-BA4B-428F1DD65E97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069B3364-D4A2-45C2-9160-AB3A20DC2AA8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3AD50B-EC93-4271-A1DF-837BC028C9B9}"/>
              </a:ext>
            </a:extLst>
          </p:cNvPr>
          <p:cNvGrpSpPr/>
          <p:nvPr/>
        </p:nvGrpSpPr>
        <p:grpSpPr>
          <a:xfrm>
            <a:off x="7063208" y="2941108"/>
            <a:ext cx="4206420" cy="1151818"/>
            <a:chOff x="7514228" y="3021123"/>
            <a:chExt cx="4206420" cy="1151818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2105C9D-1445-4EA7-9AB0-823E1A4FD79D}"/>
                </a:ext>
              </a:extLst>
            </p:cNvPr>
            <p:cNvGrpSpPr/>
            <p:nvPr/>
          </p:nvGrpSpPr>
          <p:grpSpPr>
            <a:xfrm>
              <a:off x="7514228" y="3021123"/>
              <a:ext cx="4206420" cy="1151818"/>
              <a:chOff x="7514228" y="3021123"/>
              <a:chExt cx="4206420" cy="1151818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57AE2E6-23CB-4FEC-86D5-88D528DF7769}"/>
                  </a:ext>
                </a:extLst>
              </p:cNvPr>
              <p:cNvSpPr/>
              <p:nvPr/>
            </p:nvSpPr>
            <p:spPr>
              <a:xfrm>
                <a:off x="7514228" y="3021123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5940249A-BA16-4E6C-A980-E650F808CB4E}"/>
                  </a:ext>
                </a:extLst>
              </p:cNvPr>
              <p:cNvSpPr/>
              <p:nvPr/>
            </p:nvSpPr>
            <p:spPr>
              <a:xfrm>
                <a:off x="9698903" y="3038404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4CFCC298-5444-4331-90CC-CBAA44A726BC}"/>
                  </a:ext>
                </a:extLst>
              </p:cNvPr>
              <p:cNvSpPr/>
              <p:nvPr/>
            </p:nvSpPr>
            <p:spPr>
              <a:xfrm>
                <a:off x="9698903" y="3219167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5AF8EED2-6DAA-4E72-8D4E-1B0100B196FA}"/>
                  </a:ext>
                </a:extLst>
              </p:cNvPr>
              <p:cNvSpPr/>
              <p:nvPr/>
            </p:nvSpPr>
            <p:spPr>
              <a:xfrm>
                <a:off x="9698903" y="3392310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3917D557-AFCA-428E-9A1A-2E3354235B45}"/>
                  </a:ext>
                </a:extLst>
              </p:cNvPr>
              <p:cNvSpPr/>
              <p:nvPr/>
            </p:nvSpPr>
            <p:spPr>
              <a:xfrm>
                <a:off x="9698903" y="3582810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F821381-92BA-4E14-BF7C-0C7A45BCEB47}"/>
                </a:ext>
              </a:extLst>
            </p:cNvPr>
            <p:cNvGrpSpPr/>
            <p:nvPr/>
          </p:nvGrpSpPr>
          <p:grpSpPr>
            <a:xfrm>
              <a:off x="8300733" y="3309992"/>
              <a:ext cx="574079" cy="574079"/>
              <a:chOff x="7279740" y="-1777228"/>
              <a:chExt cx="1546860" cy="1546860"/>
            </a:xfrm>
          </p:grpSpPr>
          <p:sp>
            <p:nvSpPr>
              <p:cNvPr id="66" name="Circle: Hollow 65">
                <a:extLst>
                  <a:ext uri="{FF2B5EF4-FFF2-40B4-BE49-F238E27FC236}">
                    <a16:creationId xmlns:a16="http://schemas.microsoft.com/office/drawing/2014/main" id="{85AE7221-C2B8-4F29-9C53-E4F1DAC88F4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3E45EB5C-0504-4EEE-BC07-0A44A25181A6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E77133E-3519-4F83-9C1E-3DC43460A652}"/>
              </a:ext>
            </a:extLst>
          </p:cNvPr>
          <p:cNvGrpSpPr/>
          <p:nvPr/>
        </p:nvGrpSpPr>
        <p:grpSpPr>
          <a:xfrm>
            <a:off x="7063208" y="4173692"/>
            <a:ext cx="4206420" cy="1151818"/>
            <a:chOff x="7514228" y="4253707"/>
            <a:chExt cx="4206420" cy="115181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3A8E35D-061D-4AD3-894A-0A7CE1E3D276}"/>
                </a:ext>
              </a:extLst>
            </p:cNvPr>
            <p:cNvGrpSpPr/>
            <p:nvPr/>
          </p:nvGrpSpPr>
          <p:grpSpPr>
            <a:xfrm>
              <a:off x="7514228" y="4253707"/>
              <a:ext cx="4206420" cy="1151818"/>
              <a:chOff x="7514228" y="4253707"/>
              <a:chExt cx="4206420" cy="1151818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E1F442A-1A89-4CF4-A09B-BE602D58111E}"/>
                  </a:ext>
                </a:extLst>
              </p:cNvPr>
              <p:cNvSpPr/>
              <p:nvPr/>
            </p:nvSpPr>
            <p:spPr>
              <a:xfrm>
                <a:off x="7514228" y="4253707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AA63ED26-D8AA-4E4C-A824-39DC28D8CBFD}"/>
                  </a:ext>
                </a:extLst>
              </p:cNvPr>
              <p:cNvSpPr/>
              <p:nvPr/>
            </p:nvSpPr>
            <p:spPr>
              <a:xfrm>
                <a:off x="9698903" y="4273473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A37DAE57-66CF-4AAB-8D11-AD69B367B10D}"/>
                  </a:ext>
                </a:extLst>
              </p:cNvPr>
              <p:cNvSpPr/>
              <p:nvPr/>
            </p:nvSpPr>
            <p:spPr>
              <a:xfrm>
                <a:off x="9698903" y="4454236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1B3642BA-A216-420D-8F92-C3BA0803985F}"/>
                  </a:ext>
                </a:extLst>
              </p:cNvPr>
              <p:cNvSpPr/>
              <p:nvPr/>
            </p:nvSpPr>
            <p:spPr>
              <a:xfrm>
                <a:off x="9698903" y="4627379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C3862436-6B7F-4F1C-AA08-B991A9A7B081}"/>
                  </a:ext>
                </a:extLst>
              </p:cNvPr>
              <p:cNvSpPr/>
              <p:nvPr/>
            </p:nvSpPr>
            <p:spPr>
              <a:xfrm>
                <a:off x="9698903" y="4817879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49D6076-C319-4369-B1B1-F38E10B5ABA6}"/>
                </a:ext>
              </a:extLst>
            </p:cNvPr>
            <p:cNvGrpSpPr/>
            <p:nvPr/>
          </p:nvGrpSpPr>
          <p:grpSpPr>
            <a:xfrm>
              <a:off x="8300733" y="4542576"/>
              <a:ext cx="574079" cy="574079"/>
              <a:chOff x="7279740" y="-1777228"/>
              <a:chExt cx="1546860" cy="1546860"/>
            </a:xfrm>
          </p:grpSpPr>
          <p:sp>
            <p:nvSpPr>
              <p:cNvPr id="69" name="Circle: Hollow 68">
                <a:extLst>
                  <a:ext uri="{FF2B5EF4-FFF2-40B4-BE49-F238E27FC236}">
                    <a16:creationId xmlns:a16="http://schemas.microsoft.com/office/drawing/2014/main" id="{7A4BF07E-261D-454E-9BB5-B32E94A4C25B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89B88939-94D6-4F85-A897-E53040F86BE9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6729689-ED7C-4EEE-B158-ADC9455CB76A}"/>
              </a:ext>
            </a:extLst>
          </p:cNvPr>
          <p:cNvGrpSpPr/>
          <p:nvPr/>
        </p:nvGrpSpPr>
        <p:grpSpPr>
          <a:xfrm>
            <a:off x="7063207" y="5406275"/>
            <a:ext cx="4206421" cy="1151818"/>
            <a:chOff x="7514227" y="5486290"/>
            <a:chExt cx="4206421" cy="1151818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D73A08A-2356-4AB9-BFD3-4CE52AFCAEC2}"/>
                </a:ext>
              </a:extLst>
            </p:cNvPr>
            <p:cNvGrpSpPr/>
            <p:nvPr/>
          </p:nvGrpSpPr>
          <p:grpSpPr>
            <a:xfrm>
              <a:off x="7514227" y="5486290"/>
              <a:ext cx="4206421" cy="1151818"/>
              <a:chOff x="7514227" y="5486290"/>
              <a:chExt cx="4206421" cy="1151818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0761C327-AF5A-48E0-BFE6-007108820519}"/>
                  </a:ext>
                </a:extLst>
              </p:cNvPr>
              <p:cNvSpPr/>
              <p:nvPr/>
            </p:nvSpPr>
            <p:spPr>
              <a:xfrm>
                <a:off x="7514227" y="548629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0F3CB6B2-D730-407E-A618-E70BC9923910}"/>
                  </a:ext>
                </a:extLst>
              </p:cNvPr>
              <p:cNvSpPr/>
              <p:nvPr/>
            </p:nvSpPr>
            <p:spPr>
              <a:xfrm>
                <a:off x="9698903" y="5516162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B4AA050C-BFB1-4549-B6A8-8B7F284449B9}"/>
                  </a:ext>
                </a:extLst>
              </p:cNvPr>
              <p:cNvSpPr/>
              <p:nvPr/>
            </p:nvSpPr>
            <p:spPr>
              <a:xfrm>
                <a:off x="9698903" y="5696925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29DA8A7A-4B1D-44C2-AEB1-4B73C56616E2}"/>
                  </a:ext>
                </a:extLst>
              </p:cNvPr>
              <p:cNvSpPr/>
              <p:nvPr/>
            </p:nvSpPr>
            <p:spPr>
              <a:xfrm>
                <a:off x="9698903" y="5870068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FB3ED01D-E9EE-40AA-88C9-A910880C7FBF}"/>
                  </a:ext>
                </a:extLst>
              </p:cNvPr>
              <p:cNvSpPr/>
              <p:nvPr/>
            </p:nvSpPr>
            <p:spPr>
              <a:xfrm>
                <a:off x="9698903" y="6060568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0D3EC1E-5610-4440-934F-1A82D2870721}"/>
                </a:ext>
              </a:extLst>
            </p:cNvPr>
            <p:cNvGrpSpPr/>
            <p:nvPr/>
          </p:nvGrpSpPr>
          <p:grpSpPr>
            <a:xfrm>
              <a:off x="8300733" y="5775160"/>
              <a:ext cx="574079" cy="574079"/>
              <a:chOff x="7279740" y="-1777228"/>
              <a:chExt cx="1546860" cy="1546860"/>
            </a:xfrm>
          </p:grpSpPr>
          <p:sp>
            <p:nvSpPr>
              <p:cNvPr id="72" name="Circle: Hollow 71">
                <a:extLst>
                  <a:ext uri="{FF2B5EF4-FFF2-40B4-BE49-F238E27FC236}">
                    <a16:creationId xmlns:a16="http://schemas.microsoft.com/office/drawing/2014/main" id="{D1FA47CE-1E2B-452C-9050-3E9444071D40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1D8B5F3E-9963-42EE-8A31-27B3523A29AE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1EAB601-E10A-48AF-A388-537B48062BED}"/>
              </a:ext>
            </a:extLst>
          </p:cNvPr>
          <p:cNvGrpSpPr/>
          <p:nvPr/>
        </p:nvGrpSpPr>
        <p:grpSpPr>
          <a:xfrm>
            <a:off x="7063210" y="216640"/>
            <a:ext cx="4206418" cy="1151818"/>
            <a:chOff x="7514230" y="296655"/>
            <a:chExt cx="4206418" cy="115181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6EEEC70-29D8-4699-8888-F8D07249BBCA}"/>
                </a:ext>
              </a:extLst>
            </p:cNvPr>
            <p:cNvGrpSpPr/>
            <p:nvPr/>
          </p:nvGrpSpPr>
          <p:grpSpPr>
            <a:xfrm>
              <a:off x="7514230" y="296655"/>
              <a:ext cx="4206418" cy="1151818"/>
              <a:chOff x="7514230" y="296655"/>
              <a:chExt cx="4206418" cy="1151818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6235F989-3B04-4CAD-A4BD-160C805458DA}"/>
                  </a:ext>
                </a:extLst>
              </p:cNvPr>
              <p:cNvSpPr/>
              <p:nvPr/>
            </p:nvSpPr>
            <p:spPr>
              <a:xfrm>
                <a:off x="7514230" y="296655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rgbClr val="FF9B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9940F241-2CC5-4B0F-A925-E944BA0825A5}"/>
                  </a:ext>
                </a:extLst>
              </p:cNvPr>
              <p:cNvSpPr/>
              <p:nvPr/>
            </p:nvSpPr>
            <p:spPr>
              <a:xfrm>
                <a:off x="9698903" y="355111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4FCDA230-5D35-4156-96A9-7558020F8736}"/>
                  </a:ext>
                </a:extLst>
              </p:cNvPr>
              <p:cNvSpPr/>
              <p:nvPr/>
            </p:nvSpPr>
            <p:spPr>
              <a:xfrm>
                <a:off x="9698903" y="535874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5E4B4F4-154A-4368-A5E3-07172F03F07D}"/>
                  </a:ext>
                </a:extLst>
              </p:cNvPr>
              <p:cNvSpPr/>
              <p:nvPr/>
            </p:nvSpPr>
            <p:spPr>
              <a:xfrm>
                <a:off x="9698903" y="709017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78E6E329-0685-4EA3-9796-599377DF2739}"/>
                  </a:ext>
                </a:extLst>
              </p:cNvPr>
              <p:cNvSpPr/>
              <p:nvPr/>
            </p:nvSpPr>
            <p:spPr>
              <a:xfrm>
                <a:off x="9698903" y="899517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3185280-BE36-4FC5-9052-B36092744893}"/>
                </a:ext>
              </a:extLst>
            </p:cNvPr>
            <p:cNvGrpSpPr/>
            <p:nvPr/>
          </p:nvGrpSpPr>
          <p:grpSpPr>
            <a:xfrm>
              <a:off x="8269625" y="587834"/>
              <a:ext cx="574079" cy="574079"/>
              <a:chOff x="7279740" y="-1777228"/>
              <a:chExt cx="1546860" cy="1546860"/>
            </a:xfrm>
          </p:grpSpPr>
          <p:sp>
            <p:nvSpPr>
              <p:cNvPr id="75" name="Circle: Hollow 74">
                <a:extLst>
                  <a:ext uri="{FF2B5EF4-FFF2-40B4-BE49-F238E27FC236}">
                    <a16:creationId xmlns:a16="http://schemas.microsoft.com/office/drawing/2014/main" id="{73FEC028-F545-4B2C-A4D4-41E02AA264F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6E80D281-0962-423F-A130-73F3AD9EA62F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C70EE74-99EF-4E94-ABF3-A44E6005495D}"/>
              </a:ext>
            </a:extLst>
          </p:cNvPr>
          <p:cNvGrpSpPr/>
          <p:nvPr/>
        </p:nvGrpSpPr>
        <p:grpSpPr>
          <a:xfrm>
            <a:off x="-5732449" y="-2369523"/>
            <a:ext cx="9128973" cy="6538544"/>
            <a:chOff x="601181" y="355111"/>
            <a:chExt cx="5649256" cy="40462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CD47156-15E5-4818-A710-2B6D044E79A0}"/>
                </a:ext>
              </a:extLst>
            </p:cNvPr>
            <p:cNvGrpSpPr/>
            <p:nvPr/>
          </p:nvGrpSpPr>
          <p:grpSpPr>
            <a:xfrm>
              <a:off x="601181" y="355111"/>
              <a:ext cx="5649256" cy="4046228"/>
              <a:chOff x="471352" y="355111"/>
              <a:chExt cx="5990408" cy="4290576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CCE9D81-FF03-41D6-9B62-F662C93F0265}"/>
                  </a:ext>
                </a:extLst>
              </p:cNvPr>
              <p:cNvSpPr/>
              <p:nvPr/>
            </p:nvSpPr>
            <p:spPr>
              <a:xfrm>
                <a:off x="471352" y="355111"/>
                <a:ext cx="5990408" cy="3509554"/>
              </a:xfrm>
              <a:prstGeom prst="roundRect">
                <a:avLst>
                  <a:gd name="adj" fmla="val 4036"/>
                </a:avLst>
              </a:prstGeom>
              <a:solidFill>
                <a:srgbClr val="A2E2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9913B52-D5E7-4B07-AEE4-F99FE91FEF82}"/>
                  </a:ext>
                </a:extLst>
              </p:cNvPr>
              <p:cNvGrpSpPr/>
              <p:nvPr/>
            </p:nvGrpSpPr>
            <p:grpSpPr>
              <a:xfrm>
                <a:off x="2612326" y="1290271"/>
                <a:ext cx="1546860" cy="1546860"/>
                <a:chOff x="4201640" y="2101020"/>
                <a:chExt cx="1546860" cy="1546860"/>
              </a:xfrm>
            </p:grpSpPr>
            <p:sp>
              <p:nvSpPr>
                <p:cNvPr id="5" name="Circle: Hollow 4">
                  <a:extLst>
                    <a:ext uri="{FF2B5EF4-FFF2-40B4-BE49-F238E27FC236}">
                      <a16:creationId xmlns:a16="http://schemas.microsoft.com/office/drawing/2014/main" id="{B0426788-752A-4BCB-987D-B2B8CEFF879B}"/>
                    </a:ext>
                  </a:extLst>
                </p:cNvPr>
                <p:cNvSpPr/>
                <p:nvPr/>
              </p:nvSpPr>
              <p:spPr>
                <a:xfrm>
                  <a:off x="4201640" y="2101020"/>
                  <a:ext cx="1546860" cy="1546860"/>
                </a:xfrm>
                <a:prstGeom prst="donut">
                  <a:avLst>
                    <a:gd name="adj" fmla="val 337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Isosceles Triangle 5">
                  <a:extLst>
                    <a:ext uri="{FF2B5EF4-FFF2-40B4-BE49-F238E27FC236}">
                      <a16:creationId xmlns:a16="http://schemas.microsoft.com/office/drawing/2014/main" id="{B91E2C86-8F62-4E59-A26F-B2198A7D4B0A}"/>
                    </a:ext>
                  </a:extLst>
                </p:cNvPr>
                <p:cNvSpPr/>
                <p:nvPr/>
              </p:nvSpPr>
              <p:spPr>
                <a:xfrm rot="5400000">
                  <a:off x="4632171" y="2451540"/>
                  <a:ext cx="853440" cy="84582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03897BBD-9217-4DA0-AA72-B1738CB9FFFF}"/>
                  </a:ext>
                </a:extLst>
              </p:cNvPr>
              <p:cNvSpPr/>
              <p:nvPr/>
            </p:nvSpPr>
            <p:spPr>
              <a:xfrm>
                <a:off x="1271452" y="4068437"/>
                <a:ext cx="2843348" cy="179614"/>
              </a:xfrm>
              <a:prstGeom prst="roundRect">
                <a:avLst>
                  <a:gd name="adj" fmla="val 2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AA4B46A-1067-4EC5-909D-C084A1F237AD}"/>
                  </a:ext>
                </a:extLst>
              </p:cNvPr>
              <p:cNvSpPr/>
              <p:nvPr/>
            </p:nvSpPr>
            <p:spPr>
              <a:xfrm>
                <a:off x="1271452" y="4325342"/>
                <a:ext cx="2584268" cy="68580"/>
              </a:xfrm>
              <a:prstGeom prst="roundRect">
                <a:avLst>
                  <a:gd name="adj" fmla="val 3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67C3DAD-CB67-489A-BE74-BB908EE1F830}"/>
                  </a:ext>
                </a:extLst>
              </p:cNvPr>
              <p:cNvSpPr/>
              <p:nvPr/>
            </p:nvSpPr>
            <p:spPr>
              <a:xfrm>
                <a:off x="5035065" y="3994921"/>
                <a:ext cx="1379256" cy="382227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74CC799-821E-43AC-8155-A715D76ADB96}"/>
                  </a:ext>
                </a:extLst>
              </p:cNvPr>
              <p:cNvSpPr/>
              <p:nvPr/>
            </p:nvSpPr>
            <p:spPr>
              <a:xfrm>
                <a:off x="5210087" y="4116601"/>
                <a:ext cx="998734" cy="133806"/>
              </a:xfrm>
              <a:prstGeom prst="roundRect">
                <a:avLst>
                  <a:gd name="adj" fmla="val 25132"/>
                </a:avLst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4E3C87B3-4301-43CF-82BA-F328F788EF88}"/>
                  </a:ext>
                </a:extLst>
              </p:cNvPr>
              <p:cNvSpPr/>
              <p:nvPr/>
            </p:nvSpPr>
            <p:spPr>
              <a:xfrm>
                <a:off x="503417" y="4025875"/>
                <a:ext cx="662213" cy="619812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640251BE-3387-4C3C-9EE4-26BA1BD09217}"/>
                </a:ext>
              </a:extLst>
            </p:cNvPr>
            <p:cNvSpPr/>
            <p:nvPr/>
          </p:nvSpPr>
          <p:spPr>
            <a:xfrm>
              <a:off x="950853" y="3393417"/>
              <a:ext cx="5054103" cy="59826"/>
            </a:xfrm>
            <a:prstGeom prst="roundRect">
              <a:avLst>
                <a:gd name="adj" fmla="val 2736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23E12007-B47A-4134-B04F-89941C89EB30}"/>
                </a:ext>
              </a:extLst>
            </p:cNvPr>
            <p:cNvSpPr/>
            <p:nvPr/>
          </p:nvSpPr>
          <p:spPr>
            <a:xfrm>
              <a:off x="950853" y="3392327"/>
              <a:ext cx="1463040" cy="59826"/>
            </a:xfrm>
            <a:prstGeom prst="roundRect">
              <a:avLst>
                <a:gd name="adj" fmla="val 27369"/>
              </a:avLst>
            </a:prstGeom>
            <a:solidFill>
              <a:srgbClr val="FF9B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8E2B7872-9728-42CD-A068-00AFA6701F1D}"/>
                </a:ext>
              </a:extLst>
            </p:cNvPr>
            <p:cNvSpPr/>
            <p:nvPr/>
          </p:nvSpPr>
          <p:spPr>
            <a:xfrm>
              <a:off x="2391033" y="3369743"/>
              <a:ext cx="45719" cy="104993"/>
            </a:xfrm>
            <a:prstGeom prst="roundRect">
              <a:avLst>
                <a:gd name="adj" fmla="val 2736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696665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281F9539-B05C-4273-9385-4BBF84E61847}"/>
              </a:ext>
            </a:extLst>
          </p:cNvPr>
          <p:cNvGrpSpPr/>
          <p:nvPr/>
        </p:nvGrpSpPr>
        <p:grpSpPr>
          <a:xfrm>
            <a:off x="-11088614" y="3532084"/>
            <a:ext cx="9954474" cy="3581797"/>
            <a:chOff x="524692" y="4892277"/>
            <a:chExt cx="5124268" cy="184380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7B84A59-F8C9-44D3-AC45-340F5AC3FE4C}"/>
                </a:ext>
              </a:extLst>
            </p:cNvPr>
            <p:cNvSpPr/>
            <p:nvPr/>
          </p:nvSpPr>
          <p:spPr>
            <a:xfrm>
              <a:off x="524692" y="4892277"/>
              <a:ext cx="5124268" cy="1843803"/>
            </a:xfrm>
            <a:prstGeom prst="roundRect">
              <a:avLst>
                <a:gd name="adj" fmla="val 403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818C8FD-3F50-411E-8753-B65A69A8B0EB}"/>
                </a:ext>
              </a:extLst>
            </p:cNvPr>
            <p:cNvSpPr/>
            <p:nvPr/>
          </p:nvSpPr>
          <p:spPr>
            <a:xfrm>
              <a:off x="668928" y="5094208"/>
              <a:ext cx="386497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3D85A0-6BD0-452D-9984-6D62EDA961BE}"/>
                </a:ext>
              </a:extLst>
            </p:cNvPr>
            <p:cNvSpPr/>
            <p:nvPr/>
          </p:nvSpPr>
          <p:spPr>
            <a:xfrm>
              <a:off x="668928" y="5425206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DFBDB6E-2552-42C9-BA18-E1A893D3AD3D}"/>
                </a:ext>
              </a:extLst>
            </p:cNvPr>
            <p:cNvSpPr/>
            <p:nvPr/>
          </p:nvSpPr>
          <p:spPr>
            <a:xfrm>
              <a:off x="668928" y="5772932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4F8DEC-BE87-4F37-8363-170D1F3D4391}"/>
                </a:ext>
              </a:extLst>
            </p:cNvPr>
            <p:cNvSpPr/>
            <p:nvPr/>
          </p:nvSpPr>
          <p:spPr>
            <a:xfrm>
              <a:off x="668928" y="6417711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FACE942-3176-41C7-80FB-92526181899C}"/>
                </a:ext>
              </a:extLst>
            </p:cNvPr>
            <p:cNvSpPr/>
            <p:nvPr/>
          </p:nvSpPr>
          <p:spPr>
            <a:xfrm>
              <a:off x="668928" y="6090867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0148A96-AF51-41A2-ABAE-3277258A00D7}"/>
              </a:ext>
            </a:extLst>
          </p:cNvPr>
          <p:cNvGrpSpPr/>
          <p:nvPr/>
        </p:nvGrpSpPr>
        <p:grpSpPr>
          <a:xfrm>
            <a:off x="2457845" y="2043247"/>
            <a:ext cx="8635076" cy="2364490"/>
            <a:chOff x="7514229" y="1788540"/>
            <a:chExt cx="4206419" cy="1151818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BAC6EFD-5D7C-424B-883F-EE5A8A90ECA0}"/>
                </a:ext>
              </a:extLst>
            </p:cNvPr>
            <p:cNvGrpSpPr/>
            <p:nvPr/>
          </p:nvGrpSpPr>
          <p:grpSpPr>
            <a:xfrm>
              <a:off x="7514229" y="1788540"/>
              <a:ext cx="4206419" cy="1151818"/>
              <a:chOff x="7514229" y="1788540"/>
              <a:chExt cx="4206419" cy="115181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9D4C31DF-CA71-4D37-9DB9-496D6B28F300}"/>
                  </a:ext>
                </a:extLst>
              </p:cNvPr>
              <p:cNvSpPr/>
              <p:nvPr/>
            </p:nvSpPr>
            <p:spPr>
              <a:xfrm>
                <a:off x="7514229" y="178854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7599530-1649-4E11-9D5A-13B0C17CB1E0}"/>
                  </a:ext>
                </a:extLst>
              </p:cNvPr>
              <p:cNvSpPr/>
              <p:nvPr/>
            </p:nvSpPr>
            <p:spPr>
              <a:xfrm>
                <a:off x="9698903" y="1833815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712651A8-4B66-4344-9B41-F95BF21E7EDE}"/>
                  </a:ext>
                </a:extLst>
              </p:cNvPr>
              <p:cNvSpPr/>
              <p:nvPr/>
            </p:nvSpPr>
            <p:spPr>
              <a:xfrm>
                <a:off x="9698903" y="2014578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37013D59-2093-4A9F-9D05-082D0E360089}"/>
                  </a:ext>
                </a:extLst>
              </p:cNvPr>
              <p:cNvSpPr/>
              <p:nvPr/>
            </p:nvSpPr>
            <p:spPr>
              <a:xfrm>
                <a:off x="9698903" y="2187721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FED07C9F-DC64-4B85-8FB5-6A49212C831A}"/>
                  </a:ext>
                </a:extLst>
              </p:cNvPr>
              <p:cNvSpPr/>
              <p:nvPr/>
            </p:nvSpPr>
            <p:spPr>
              <a:xfrm>
                <a:off x="9698903" y="2378221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2CDA331-6207-4EB4-B7C6-991FFB3C5E36}"/>
                </a:ext>
              </a:extLst>
            </p:cNvPr>
            <p:cNvGrpSpPr/>
            <p:nvPr/>
          </p:nvGrpSpPr>
          <p:grpSpPr>
            <a:xfrm>
              <a:off x="8269626" y="2091181"/>
              <a:ext cx="574079" cy="574079"/>
              <a:chOff x="7279740" y="-1777228"/>
              <a:chExt cx="1546860" cy="1546860"/>
            </a:xfrm>
          </p:grpSpPr>
          <p:sp>
            <p:nvSpPr>
              <p:cNvPr id="62" name="Circle: Hollow 61">
                <a:extLst>
                  <a:ext uri="{FF2B5EF4-FFF2-40B4-BE49-F238E27FC236}">
                    <a16:creationId xmlns:a16="http://schemas.microsoft.com/office/drawing/2014/main" id="{08966C26-1B41-4986-BA4B-428F1DD65E97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069B3364-D4A2-45C2-9160-AB3A20DC2AA8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3AD50B-EC93-4271-A1DF-837BC028C9B9}"/>
              </a:ext>
            </a:extLst>
          </p:cNvPr>
          <p:cNvGrpSpPr/>
          <p:nvPr/>
        </p:nvGrpSpPr>
        <p:grpSpPr>
          <a:xfrm>
            <a:off x="3733215" y="5989058"/>
            <a:ext cx="7109122" cy="1946647"/>
            <a:chOff x="7514228" y="3021123"/>
            <a:chExt cx="4206420" cy="1151818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2105C9D-1445-4EA7-9AB0-823E1A4FD79D}"/>
                </a:ext>
              </a:extLst>
            </p:cNvPr>
            <p:cNvGrpSpPr/>
            <p:nvPr/>
          </p:nvGrpSpPr>
          <p:grpSpPr>
            <a:xfrm>
              <a:off x="7514228" y="3021123"/>
              <a:ext cx="4206420" cy="1151818"/>
              <a:chOff x="7514228" y="3021123"/>
              <a:chExt cx="4206420" cy="1151818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57AE2E6-23CB-4FEC-86D5-88D528DF7769}"/>
                  </a:ext>
                </a:extLst>
              </p:cNvPr>
              <p:cNvSpPr/>
              <p:nvPr/>
            </p:nvSpPr>
            <p:spPr>
              <a:xfrm>
                <a:off x="7514228" y="3021123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5940249A-BA16-4E6C-A980-E650F808CB4E}"/>
                  </a:ext>
                </a:extLst>
              </p:cNvPr>
              <p:cNvSpPr/>
              <p:nvPr/>
            </p:nvSpPr>
            <p:spPr>
              <a:xfrm>
                <a:off x="9698903" y="3038404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4CFCC298-5444-4331-90CC-CBAA44A726BC}"/>
                  </a:ext>
                </a:extLst>
              </p:cNvPr>
              <p:cNvSpPr/>
              <p:nvPr/>
            </p:nvSpPr>
            <p:spPr>
              <a:xfrm>
                <a:off x="9698903" y="3219167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5AF8EED2-6DAA-4E72-8D4E-1B0100B196FA}"/>
                  </a:ext>
                </a:extLst>
              </p:cNvPr>
              <p:cNvSpPr/>
              <p:nvPr/>
            </p:nvSpPr>
            <p:spPr>
              <a:xfrm>
                <a:off x="9698903" y="3392310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3917D557-AFCA-428E-9A1A-2E3354235B45}"/>
                  </a:ext>
                </a:extLst>
              </p:cNvPr>
              <p:cNvSpPr/>
              <p:nvPr/>
            </p:nvSpPr>
            <p:spPr>
              <a:xfrm>
                <a:off x="9698903" y="3582810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F821381-92BA-4E14-BF7C-0C7A45BCEB47}"/>
                </a:ext>
              </a:extLst>
            </p:cNvPr>
            <p:cNvGrpSpPr/>
            <p:nvPr/>
          </p:nvGrpSpPr>
          <p:grpSpPr>
            <a:xfrm>
              <a:off x="8300733" y="3309992"/>
              <a:ext cx="574079" cy="574079"/>
              <a:chOff x="7279740" y="-1777228"/>
              <a:chExt cx="1546860" cy="1546860"/>
            </a:xfrm>
          </p:grpSpPr>
          <p:sp>
            <p:nvSpPr>
              <p:cNvPr id="66" name="Circle: Hollow 65">
                <a:extLst>
                  <a:ext uri="{FF2B5EF4-FFF2-40B4-BE49-F238E27FC236}">
                    <a16:creationId xmlns:a16="http://schemas.microsoft.com/office/drawing/2014/main" id="{85AE7221-C2B8-4F29-9C53-E4F1DAC88F4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3E45EB5C-0504-4EEE-BC07-0A44A25181A6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E77133E-3519-4F83-9C1E-3DC43460A652}"/>
              </a:ext>
            </a:extLst>
          </p:cNvPr>
          <p:cNvGrpSpPr/>
          <p:nvPr/>
        </p:nvGrpSpPr>
        <p:grpSpPr>
          <a:xfrm>
            <a:off x="3604914" y="9942048"/>
            <a:ext cx="5332918" cy="1460280"/>
            <a:chOff x="7514228" y="4253707"/>
            <a:chExt cx="4206420" cy="115181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3A8E35D-061D-4AD3-894A-0A7CE1E3D276}"/>
                </a:ext>
              </a:extLst>
            </p:cNvPr>
            <p:cNvGrpSpPr/>
            <p:nvPr/>
          </p:nvGrpSpPr>
          <p:grpSpPr>
            <a:xfrm>
              <a:off x="7514228" y="4253707"/>
              <a:ext cx="4206420" cy="1151818"/>
              <a:chOff x="7514228" y="4253707"/>
              <a:chExt cx="4206420" cy="1151818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E1F442A-1A89-4CF4-A09B-BE602D58111E}"/>
                  </a:ext>
                </a:extLst>
              </p:cNvPr>
              <p:cNvSpPr/>
              <p:nvPr/>
            </p:nvSpPr>
            <p:spPr>
              <a:xfrm>
                <a:off x="7514228" y="4253707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AA63ED26-D8AA-4E4C-A824-39DC28D8CBFD}"/>
                  </a:ext>
                </a:extLst>
              </p:cNvPr>
              <p:cNvSpPr/>
              <p:nvPr/>
            </p:nvSpPr>
            <p:spPr>
              <a:xfrm>
                <a:off x="9698903" y="4273473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A37DAE57-66CF-4AAB-8D11-AD69B367B10D}"/>
                  </a:ext>
                </a:extLst>
              </p:cNvPr>
              <p:cNvSpPr/>
              <p:nvPr/>
            </p:nvSpPr>
            <p:spPr>
              <a:xfrm>
                <a:off x="9698903" y="4454236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1B3642BA-A216-420D-8F92-C3BA0803985F}"/>
                  </a:ext>
                </a:extLst>
              </p:cNvPr>
              <p:cNvSpPr/>
              <p:nvPr/>
            </p:nvSpPr>
            <p:spPr>
              <a:xfrm>
                <a:off x="9698903" y="4627379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C3862436-6B7F-4F1C-AA08-B991A9A7B081}"/>
                  </a:ext>
                </a:extLst>
              </p:cNvPr>
              <p:cNvSpPr/>
              <p:nvPr/>
            </p:nvSpPr>
            <p:spPr>
              <a:xfrm>
                <a:off x="9698903" y="4817879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49D6076-C319-4369-B1B1-F38E10B5ABA6}"/>
                </a:ext>
              </a:extLst>
            </p:cNvPr>
            <p:cNvGrpSpPr/>
            <p:nvPr/>
          </p:nvGrpSpPr>
          <p:grpSpPr>
            <a:xfrm>
              <a:off x="8300733" y="4542576"/>
              <a:ext cx="574079" cy="574079"/>
              <a:chOff x="7279740" y="-1777228"/>
              <a:chExt cx="1546860" cy="1546860"/>
            </a:xfrm>
          </p:grpSpPr>
          <p:sp>
            <p:nvSpPr>
              <p:cNvPr id="69" name="Circle: Hollow 68">
                <a:extLst>
                  <a:ext uri="{FF2B5EF4-FFF2-40B4-BE49-F238E27FC236}">
                    <a16:creationId xmlns:a16="http://schemas.microsoft.com/office/drawing/2014/main" id="{7A4BF07E-261D-454E-9BB5-B32E94A4C25B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89B88939-94D6-4F85-A897-E53040F86BE9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6729689-ED7C-4EEE-B158-ADC9455CB76A}"/>
              </a:ext>
            </a:extLst>
          </p:cNvPr>
          <p:cNvGrpSpPr/>
          <p:nvPr/>
        </p:nvGrpSpPr>
        <p:grpSpPr>
          <a:xfrm>
            <a:off x="3604913" y="11174631"/>
            <a:ext cx="5332919" cy="1460280"/>
            <a:chOff x="7514227" y="5486290"/>
            <a:chExt cx="4206421" cy="1151818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D73A08A-2356-4AB9-BFD3-4CE52AFCAEC2}"/>
                </a:ext>
              </a:extLst>
            </p:cNvPr>
            <p:cNvGrpSpPr/>
            <p:nvPr/>
          </p:nvGrpSpPr>
          <p:grpSpPr>
            <a:xfrm>
              <a:off x="7514227" y="5486290"/>
              <a:ext cx="4206421" cy="1151818"/>
              <a:chOff x="7514227" y="5486290"/>
              <a:chExt cx="4206421" cy="1151818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0761C327-AF5A-48E0-BFE6-007108820519}"/>
                  </a:ext>
                </a:extLst>
              </p:cNvPr>
              <p:cNvSpPr/>
              <p:nvPr/>
            </p:nvSpPr>
            <p:spPr>
              <a:xfrm>
                <a:off x="7514227" y="548629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0F3CB6B2-D730-407E-A618-E70BC9923910}"/>
                  </a:ext>
                </a:extLst>
              </p:cNvPr>
              <p:cNvSpPr/>
              <p:nvPr/>
            </p:nvSpPr>
            <p:spPr>
              <a:xfrm>
                <a:off x="9698903" y="5516162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B4AA050C-BFB1-4549-B6A8-8B7F284449B9}"/>
                  </a:ext>
                </a:extLst>
              </p:cNvPr>
              <p:cNvSpPr/>
              <p:nvPr/>
            </p:nvSpPr>
            <p:spPr>
              <a:xfrm>
                <a:off x="9698903" y="5696925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29DA8A7A-4B1D-44C2-AEB1-4B73C56616E2}"/>
                  </a:ext>
                </a:extLst>
              </p:cNvPr>
              <p:cNvSpPr/>
              <p:nvPr/>
            </p:nvSpPr>
            <p:spPr>
              <a:xfrm>
                <a:off x="9698903" y="5870068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FB3ED01D-E9EE-40AA-88C9-A910880C7FBF}"/>
                  </a:ext>
                </a:extLst>
              </p:cNvPr>
              <p:cNvSpPr/>
              <p:nvPr/>
            </p:nvSpPr>
            <p:spPr>
              <a:xfrm>
                <a:off x="9698903" y="6060568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0D3EC1E-5610-4440-934F-1A82D2870721}"/>
                </a:ext>
              </a:extLst>
            </p:cNvPr>
            <p:cNvGrpSpPr/>
            <p:nvPr/>
          </p:nvGrpSpPr>
          <p:grpSpPr>
            <a:xfrm>
              <a:off x="8300733" y="5775160"/>
              <a:ext cx="574079" cy="574079"/>
              <a:chOff x="7279740" y="-1777228"/>
              <a:chExt cx="1546860" cy="1546860"/>
            </a:xfrm>
          </p:grpSpPr>
          <p:sp>
            <p:nvSpPr>
              <p:cNvPr id="72" name="Circle: Hollow 71">
                <a:extLst>
                  <a:ext uri="{FF2B5EF4-FFF2-40B4-BE49-F238E27FC236}">
                    <a16:creationId xmlns:a16="http://schemas.microsoft.com/office/drawing/2014/main" id="{D1FA47CE-1E2B-452C-9050-3E9444071D40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1D8B5F3E-9963-42EE-8A31-27B3523A29AE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1EAB601-E10A-48AF-A388-537B48062BED}"/>
              </a:ext>
            </a:extLst>
          </p:cNvPr>
          <p:cNvGrpSpPr/>
          <p:nvPr/>
        </p:nvGrpSpPr>
        <p:grpSpPr>
          <a:xfrm>
            <a:off x="3945003" y="-1584960"/>
            <a:ext cx="9127617" cy="2499360"/>
            <a:chOff x="7514230" y="296655"/>
            <a:chExt cx="4206418" cy="115181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6EEEC70-29D8-4699-8888-F8D07249BBCA}"/>
                </a:ext>
              </a:extLst>
            </p:cNvPr>
            <p:cNvGrpSpPr/>
            <p:nvPr/>
          </p:nvGrpSpPr>
          <p:grpSpPr>
            <a:xfrm>
              <a:off x="7514230" y="296655"/>
              <a:ext cx="4206418" cy="1151818"/>
              <a:chOff x="7514230" y="296655"/>
              <a:chExt cx="4206418" cy="1151818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6235F989-3B04-4CAD-A4BD-160C805458DA}"/>
                  </a:ext>
                </a:extLst>
              </p:cNvPr>
              <p:cNvSpPr/>
              <p:nvPr/>
            </p:nvSpPr>
            <p:spPr>
              <a:xfrm>
                <a:off x="7514230" y="296655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rgbClr val="FF9B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9940F241-2CC5-4B0F-A925-E944BA0825A5}"/>
                  </a:ext>
                </a:extLst>
              </p:cNvPr>
              <p:cNvSpPr/>
              <p:nvPr/>
            </p:nvSpPr>
            <p:spPr>
              <a:xfrm>
                <a:off x="9698903" y="355111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4FCDA230-5D35-4156-96A9-7558020F8736}"/>
                  </a:ext>
                </a:extLst>
              </p:cNvPr>
              <p:cNvSpPr/>
              <p:nvPr/>
            </p:nvSpPr>
            <p:spPr>
              <a:xfrm>
                <a:off x="9698903" y="535874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5E4B4F4-154A-4368-A5E3-07172F03F07D}"/>
                  </a:ext>
                </a:extLst>
              </p:cNvPr>
              <p:cNvSpPr/>
              <p:nvPr/>
            </p:nvSpPr>
            <p:spPr>
              <a:xfrm>
                <a:off x="9698903" y="709017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78E6E329-0685-4EA3-9796-599377DF2739}"/>
                  </a:ext>
                </a:extLst>
              </p:cNvPr>
              <p:cNvSpPr/>
              <p:nvPr/>
            </p:nvSpPr>
            <p:spPr>
              <a:xfrm>
                <a:off x="9698903" y="899517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3185280-BE36-4FC5-9052-B36092744893}"/>
                </a:ext>
              </a:extLst>
            </p:cNvPr>
            <p:cNvGrpSpPr/>
            <p:nvPr/>
          </p:nvGrpSpPr>
          <p:grpSpPr>
            <a:xfrm>
              <a:off x="8269625" y="587834"/>
              <a:ext cx="574079" cy="574079"/>
              <a:chOff x="7279740" y="-1777228"/>
              <a:chExt cx="1546860" cy="1546860"/>
            </a:xfrm>
          </p:grpSpPr>
          <p:sp>
            <p:nvSpPr>
              <p:cNvPr id="75" name="Circle: Hollow 74">
                <a:extLst>
                  <a:ext uri="{FF2B5EF4-FFF2-40B4-BE49-F238E27FC236}">
                    <a16:creationId xmlns:a16="http://schemas.microsoft.com/office/drawing/2014/main" id="{73FEC028-F545-4B2C-A4D4-41E02AA264F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6E80D281-0962-423F-A130-73F3AD9EA62F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C70EE74-99EF-4E94-ABF3-A44E6005495D}"/>
              </a:ext>
            </a:extLst>
          </p:cNvPr>
          <p:cNvGrpSpPr/>
          <p:nvPr/>
        </p:nvGrpSpPr>
        <p:grpSpPr>
          <a:xfrm>
            <a:off x="-10001380" y="-6925228"/>
            <a:ext cx="9128973" cy="6538544"/>
            <a:chOff x="601181" y="355111"/>
            <a:chExt cx="5649256" cy="40462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CD47156-15E5-4818-A710-2B6D044E79A0}"/>
                </a:ext>
              </a:extLst>
            </p:cNvPr>
            <p:cNvGrpSpPr/>
            <p:nvPr/>
          </p:nvGrpSpPr>
          <p:grpSpPr>
            <a:xfrm>
              <a:off x="601181" y="355111"/>
              <a:ext cx="5649256" cy="4046228"/>
              <a:chOff x="471352" y="355111"/>
              <a:chExt cx="5990408" cy="4290576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CCE9D81-FF03-41D6-9B62-F662C93F0265}"/>
                  </a:ext>
                </a:extLst>
              </p:cNvPr>
              <p:cNvSpPr/>
              <p:nvPr/>
            </p:nvSpPr>
            <p:spPr>
              <a:xfrm>
                <a:off x="471352" y="355111"/>
                <a:ext cx="5990408" cy="3509554"/>
              </a:xfrm>
              <a:prstGeom prst="roundRect">
                <a:avLst>
                  <a:gd name="adj" fmla="val 4036"/>
                </a:avLst>
              </a:prstGeom>
              <a:solidFill>
                <a:srgbClr val="A2E2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9913B52-D5E7-4B07-AEE4-F99FE91FEF82}"/>
                  </a:ext>
                </a:extLst>
              </p:cNvPr>
              <p:cNvGrpSpPr/>
              <p:nvPr/>
            </p:nvGrpSpPr>
            <p:grpSpPr>
              <a:xfrm>
                <a:off x="2612326" y="1290271"/>
                <a:ext cx="1546860" cy="1546860"/>
                <a:chOff x="4201640" y="2101020"/>
                <a:chExt cx="1546860" cy="1546860"/>
              </a:xfrm>
            </p:grpSpPr>
            <p:sp>
              <p:nvSpPr>
                <p:cNvPr id="5" name="Circle: Hollow 4">
                  <a:extLst>
                    <a:ext uri="{FF2B5EF4-FFF2-40B4-BE49-F238E27FC236}">
                      <a16:creationId xmlns:a16="http://schemas.microsoft.com/office/drawing/2014/main" id="{B0426788-752A-4BCB-987D-B2B8CEFF879B}"/>
                    </a:ext>
                  </a:extLst>
                </p:cNvPr>
                <p:cNvSpPr/>
                <p:nvPr/>
              </p:nvSpPr>
              <p:spPr>
                <a:xfrm>
                  <a:off x="4201640" y="2101020"/>
                  <a:ext cx="1546860" cy="1546860"/>
                </a:xfrm>
                <a:prstGeom prst="donut">
                  <a:avLst>
                    <a:gd name="adj" fmla="val 337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Isosceles Triangle 5">
                  <a:extLst>
                    <a:ext uri="{FF2B5EF4-FFF2-40B4-BE49-F238E27FC236}">
                      <a16:creationId xmlns:a16="http://schemas.microsoft.com/office/drawing/2014/main" id="{B91E2C86-8F62-4E59-A26F-B2198A7D4B0A}"/>
                    </a:ext>
                  </a:extLst>
                </p:cNvPr>
                <p:cNvSpPr/>
                <p:nvPr/>
              </p:nvSpPr>
              <p:spPr>
                <a:xfrm rot="5400000">
                  <a:off x="4632171" y="2451540"/>
                  <a:ext cx="853440" cy="84582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03897BBD-9217-4DA0-AA72-B1738CB9FFFF}"/>
                  </a:ext>
                </a:extLst>
              </p:cNvPr>
              <p:cNvSpPr/>
              <p:nvPr/>
            </p:nvSpPr>
            <p:spPr>
              <a:xfrm>
                <a:off x="1271452" y="4068437"/>
                <a:ext cx="2843348" cy="179614"/>
              </a:xfrm>
              <a:prstGeom prst="roundRect">
                <a:avLst>
                  <a:gd name="adj" fmla="val 2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AA4B46A-1067-4EC5-909D-C084A1F237AD}"/>
                  </a:ext>
                </a:extLst>
              </p:cNvPr>
              <p:cNvSpPr/>
              <p:nvPr/>
            </p:nvSpPr>
            <p:spPr>
              <a:xfrm>
                <a:off x="1271452" y="4325342"/>
                <a:ext cx="2584268" cy="68580"/>
              </a:xfrm>
              <a:prstGeom prst="roundRect">
                <a:avLst>
                  <a:gd name="adj" fmla="val 3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67C3DAD-CB67-489A-BE74-BB908EE1F830}"/>
                  </a:ext>
                </a:extLst>
              </p:cNvPr>
              <p:cNvSpPr/>
              <p:nvPr/>
            </p:nvSpPr>
            <p:spPr>
              <a:xfrm>
                <a:off x="5035065" y="3994921"/>
                <a:ext cx="1379256" cy="382227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74CC799-821E-43AC-8155-A715D76ADB96}"/>
                  </a:ext>
                </a:extLst>
              </p:cNvPr>
              <p:cNvSpPr/>
              <p:nvPr/>
            </p:nvSpPr>
            <p:spPr>
              <a:xfrm>
                <a:off x="5210087" y="4116601"/>
                <a:ext cx="998734" cy="133806"/>
              </a:xfrm>
              <a:prstGeom prst="roundRect">
                <a:avLst>
                  <a:gd name="adj" fmla="val 25132"/>
                </a:avLst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4E3C87B3-4301-43CF-82BA-F328F788EF88}"/>
                  </a:ext>
                </a:extLst>
              </p:cNvPr>
              <p:cNvSpPr/>
              <p:nvPr/>
            </p:nvSpPr>
            <p:spPr>
              <a:xfrm>
                <a:off x="503417" y="4025875"/>
                <a:ext cx="662213" cy="619812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640251BE-3387-4C3C-9EE4-26BA1BD09217}"/>
                </a:ext>
              </a:extLst>
            </p:cNvPr>
            <p:cNvSpPr/>
            <p:nvPr/>
          </p:nvSpPr>
          <p:spPr>
            <a:xfrm>
              <a:off x="950853" y="3393417"/>
              <a:ext cx="5054103" cy="59826"/>
            </a:xfrm>
            <a:prstGeom prst="roundRect">
              <a:avLst>
                <a:gd name="adj" fmla="val 2736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23E12007-B47A-4134-B04F-89941C89EB30}"/>
                </a:ext>
              </a:extLst>
            </p:cNvPr>
            <p:cNvSpPr/>
            <p:nvPr/>
          </p:nvSpPr>
          <p:spPr>
            <a:xfrm>
              <a:off x="950853" y="3392327"/>
              <a:ext cx="1463040" cy="59826"/>
            </a:xfrm>
            <a:prstGeom prst="roundRect">
              <a:avLst>
                <a:gd name="adj" fmla="val 27369"/>
              </a:avLst>
            </a:prstGeom>
            <a:solidFill>
              <a:srgbClr val="FF9B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8E2B7872-9728-42CD-A068-00AFA6701F1D}"/>
                </a:ext>
              </a:extLst>
            </p:cNvPr>
            <p:cNvSpPr/>
            <p:nvPr/>
          </p:nvSpPr>
          <p:spPr>
            <a:xfrm>
              <a:off x="2391033" y="3369743"/>
              <a:ext cx="45719" cy="104993"/>
            </a:xfrm>
            <a:prstGeom prst="roundRect">
              <a:avLst>
                <a:gd name="adj" fmla="val 2736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808884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281F9539-B05C-4273-9385-4BBF84E61847}"/>
              </a:ext>
            </a:extLst>
          </p:cNvPr>
          <p:cNvGrpSpPr/>
          <p:nvPr/>
        </p:nvGrpSpPr>
        <p:grpSpPr>
          <a:xfrm>
            <a:off x="-11773719" y="4301784"/>
            <a:ext cx="9954474" cy="3581797"/>
            <a:chOff x="524692" y="4892277"/>
            <a:chExt cx="5124268" cy="184380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7B84A59-F8C9-44D3-AC45-340F5AC3FE4C}"/>
                </a:ext>
              </a:extLst>
            </p:cNvPr>
            <p:cNvSpPr/>
            <p:nvPr/>
          </p:nvSpPr>
          <p:spPr>
            <a:xfrm>
              <a:off x="524692" y="4892277"/>
              <a:ext cx="5124268" cy="1843803"/>
            </a:xfrm>
            <a:prstGeom prst="roundRect">
              <a:avLst>
                <a:gd name="adj" fmla="val 403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818C8FD-3F50-411E-8753-B65A69A8B0EB}"/>
                </a:ext>
              </a:extLst>
            </p:cNvPr>
            <p:cNvSpPr/>
            <p:nvPr/>
          </p:nvSpPr>
          <p:spPr>
            <a:xfrm>
              <a:off x="668928" y="5094208"/>
              <a:ext cx="386497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3D85A0-6BD0-452D-9984-6D62EDA961BE}"/>
                </a:ext>
              </a:extLst>
            </p:cNvPr>
            <p:cNvSpPr/>
            <p:nvPr/>
          </p:nvSpPr>
          <p:spPr>
            <a:xfrm>
              <a:off x="668928" y="5425206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DFBDB6E-2552-42C9-BA18-E1A893D3AD3D}"/>
                </a:ext>
              </a:extLst>
            </p:cNvPr>
            <p:cNvSpPr/>
            <p:nvPr/>
          </p:nvSpPr>
          <p:spPr>
            <a:xfrm>
              <a:off x="668928" y="5772932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4F8DEC-BE87-4F37-8363-170D1F3D4391}"/>
                </a:ext>
              </a:extLst>
            </p:cNvPr>
            <p:cNvSpPr/>
            <p:nvPr/>
          </p:nvSpPr>
          <p:spPr>
            <a:xfrm>
              <a:off x="668928" y="6417711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FACE942-3176-41C7-80FB-92526181899C}"/>
                </a:ext>
              </a:extLst>
            </p:cNvPr>
            <p:cNvSpPr/>
            <p:nvPr/>
          </p:nvSpPr>
          <p:spPr>
            <a:xfrm>
              <a:off x="668928" y="6090867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0148A96-AF51-41A2-ABAE-3277258A00D7}"/>
              </a:ext>
            </a:extLst>
          </p:cNvPr>
          <p:cNvGrpSpPr/>
          <p:nvPr/>
        </p:nvGrpSpPr>
        <p:grpSpPr>
          <a:xfrm>
            <a:off x="3809436" y="-1414353"/>
            <a:ext cx="7810459" cy="2138690"/>
            <a:chOff x="7514229" y="1788540"/>
            <a:chExt cx="4206419" cy="1151818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BAC6EFD-5D7C-424B-883F-EE5A8A90ECA0}"/>
                </a:ext>
              </a:extLst>
            </p:cNvPr>
            <p:cNvGrpSpPr/>
            <p:nvPr/>
          </p:nvGrpSpPr>
          <p:grpSpPr>
            <a:xfrm>
              <a:off x="7514229" y="1788540"/>
              <a:ext cx="4206419" cy="1151818"/>
              <a:chOff x="7514229" y="1788540"/>
              <a:chExt cx="4206419" cy="115181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9D4C31DF-CA71-4D37-9DB9-496D6B28F300}"/>
                  </a:ext>
                </a:extLst>
              </p:cNvPr>
              <p:cNvSpPr/>
              <p:nvPr/>
            </p:nvSpPr>
            <p:spPr>
              <a:xfrm>
                <a:off x="7514229" y="178854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7599530-1649-4E11-9D5A-13B0C17CB1E0}"/>
                  </a:ext>
                </a:extLst>
              </p:cNvPr>
              <p:cNvSpPr/>
              <p:nvPr/>
            </p:nvSpPr>
            <p:spPr>
              <a:xfrm>
                <a:off x="9698903" y="1833815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712651A8-4B66-4344-9B41-F95BF21E7EDE}"/>
                  </a:ext>
                </a:extLst>
              </p:cNvPr>
              <p:cNvSpPr/>
              <p:nvPr/>
            </p:nvSpPr>
            <p:spPr>
              <a:xfrm>
                <a:off x="9698903" y="2014578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37013D59-2093-4A9F-9D05-082D0E360089}"/>
                  </a:ext>
                </a:extLst>
              </p:cNvPr>
              <p:cNvSpPr/>
              <p:nvPr/>
            </p:nvSpPr>
            <p:spPr>
              <a:xfrm>
                <a:off x="9698903" y="2187721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FED07C9F-DC64-4B85-8FB5-6A49212C831A}"/>
                  </a:ext>
                </a:extLst>
              </p:cNvPr>
              <p:cNvSpPr/>
              <p:nvPr/>
            </p:nvSpPr>
            <p:spPr>
              <a:xfrm>
                <a:off x="9698903" y="2378221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2CDA331-6207-4EB4-B7C6-991FFB3C5E36}"/>
                </a:ext>
              </a:extLst>
            </p:cNvPr>
            <p:cNvGrpSpPr/>
            <p:nvPr/>
          </p:nvGrpSpPr>
          <p:grpSpPr>
            <a:xfrm>
              <a:off x="8269626" y="2091181"/>
              <a:ext cx="574079" cy="574079"/>
              <a:chOff x="7279740" y="-1777228"/>
              <a:chExt cx="1546860" cy="1546860"/>
            </a:xfrm>
          </p:grpSpPr>
          <p:sp>
            <p:nvSpPr>
              <p:cNvPr id="62" name="Circle: Hollow 61">
                <a:extLst>
                  <a:ext uri="{FF2B5EF4-FFF2-40B4-BE49-F238E27FC236}">
                    <a16:creationId xmlns:a16="http://schemas.microsoft.com/office/drawing/2014/main" id="{08966C26-1B41-4986-BA4B-428F1DD65E97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069B3364-D4A2-45C2-9160-AB3A20DC2AA8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3AD50B-EC93-4271-A1DF-837BC028C9B9}"/>
              </a:ext>
            </a:extLst>
          </p:cNvPr>
          <p:cNvGrpSpPr/>
          <p:nvPr/>
        </p:nvGrpSpPr>
        <p:grpSpPr>
          <a:xfrm>
            <a:off x="2013663" y="1980719"/>
            <a:ext cx="9079258" cy="2486117"/>
            <a:chOff x="7514228" y="3021123"/>
            <a:chExt cx="4206420" cy="1151818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2105C9D-1445-4EA7-9AB0-823E1A4FD79D}"/>
                </a:ext>
              </a:extLst>
            </p:cNvPr>
            <p:cNvGrpSpPr/>
            <p:nvPr/>
          </p:nvGrpSpPr>
          <p:grpSpPr>
            <a:xfrm>
              <a:off x="7514228" y="3021123"/>
              <a:ext cx="4206420" cy="1151818"/>
              <a:chOff x="7514228" y="3021123"/>
              <a:chExt cx="4206420" cy="1151818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57AE2E6-23CB-4FEC-86D5-88D528DF7769}"/>
                  </a:ext>
                </a:extLst>
              </p:cNvPr>
              <p:cNvSpPr/>
              <p:nvPr/>
            </p:nvSpPr>
            <p:spPr>
              <a:xfrm>
                <a:off x="7514228" y="3021123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5940249A-BA16-4E6C-A980-E650F808CB4E}"/>
                  </a:ext>
                </a:extLst>
              </p:cNvPr>
              <p:cNvSpPr/>
              <p:nvPr/>
            </p:nvSpPr>
            <p:spPr>
              <a:xfrm>
                <a:off x="9698903" y="3038404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4CFCC298-5444-4331-90CC-CBAA44A726BC}"/>
                  </a:ext>
                </a:extLst>
              </p:cNvPr>
              <p:cNvSpPr/>
              <p:nvPr/>
            </p:nvSpPr>
            <p:spPr>
              <a:xfrm>
                <a:off x="9698903" y="3219167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5AF8EED2-6DAA-4E72-8D4E-1B0100B196FA}"/>
                  </a:ext>
                </a:extLst>
              </p:cNvPr>
              <p:cNvSpPr/>
              <p:nvPr/>
            </p:nvSpPr>
            <p:spPr>
              <a:xfrm>
                <a:off x="9698903" y="3392310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3917D557-AFCA-428E-9A1A-2E3354235B45}"/>
                  </a:ext>
                </a:extLst>
              </p:cNvPr>
              <p:cNvSpPr/>
              <p:nvPr/>
            </p:nvSpPr>
            <p:spPr>
              <a:xfrm>
                <a:off x="9698903" y="3582810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F821381-92BA-4E14-BF7C-0C7A45BCEB47}"/>
                </a:ext>
              </a:extLst>
            </p:cNvPr>
            <p:cNvGrpSpPr/>
            <p:nvPr/>
          </p:nvGrpSpPr>
          <p:grpSpPr>
            <a:xfrm>
              <a:off x="8300733" y="3309992"/>
              <a:ext cx="574079" cy="574079"/>
              <a:chOff x="7279740" y="-1777228"/>
              <a:chExt cx="1546860" cy="1546860"/>
            </a:xfrm>
          </p:grpSpPr>
          <p:sp>
            <p:nvSpPr>
              <p:cNvPr id="66" name="Circle: Hollow 65">
                <a:extLst>
                  <a:ext uri="{FF2B5EF4-FFF2-40B4-BE49-F238E27FC236}">
                    <a16:creationId xmlns:a16="http://schemas.microsoft.com/office/drawing/2014/main" id="{85AE7221-C2B8-4F29-9C53-E4F1DAC88F4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3E45EB5C-0504-4EEE-BC07-0A44A25181A6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E77133E-3519-4F83-9C1E-3DC43460A652}"/>
              </a:ext>
            </a:extLst>
          </p:cNvPr>
          <p:cNvGrpSpPr/>
          <p:nvPr/>
        </p:nvGrpSpPr>
        <p:grpSpPr>
          <a:xfrm>
            <a:off x="3257193" y="5694015"/>
            <a:ext cx="8362702" cy="2289907"/>
            <a:chOff x="7514228" y="4253707"/>
            <a:chExt cx="4206420" cy="115181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3A8E35D-061D-4AD3-894A-0A7CE1E3D276}"/>
                </a:ext>
              </a:extLst>
            </p:cNvPr>
            <p:cNvGrpSpPr/>
            <p:nvPr/>
          </p:nvGrpSpPr>
          <p:grpSpPr>
            <a:xfrm>
              <a:off x="7514228" y="4253707"/>
              <a:ext cx="4206420" cy="1151818"/>
              <a:chOff x="7514228" y="4253707"/>
              <a:chExt cx="4206420" cy="1151818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E1F442A-1A89-4CF4-A09B-BE602D58111E}"/>
                  </a:ext>
                </a:extLst>
              </p:cNvPr>
              <p:cNvSpPr/>
              <p:nvPr/>
            </p:nvSpPr>
            <p:spPr>
              <a:xfrm>
                <a:off x="7514228" y="4253707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AA63ED26-D8AA-4E4C-A824-39DC28D8CBFD}"/>
                  </a:ext>
                </a:extLst>
              </p:cNvPr>
              <p:cNvSpPr/>
              <p:nvPr/>
            </p:nvSpPr>
            <p:spPr>
              <a:xfrm>
                <a:off x="9698903" y="4273473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A37DAE57-66CF-4AAB-8D11-AD69B367B10D}"/>
                  </a:ext>
                </a:extLst>
              </p:cNvPr>
              <p:cNvSpPr/>
              <p:nvPr/>
            </p:nvSpPr>
            <p:spPr>
              <a:xfrm>
                <a:off x="9698903" y="4454236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1B3642BA-A216-420D-8F92-C3BA0803985F}"/>
                  </a:ext>
                </a:extLst>
              </p:cNvPr>
              <p:cNvSpPr/>
              <p:nvPr/>
            </p:nvSpPr>
            <p:spPr>
              <a:xfrm>
                <a:off x="9698903" y="4627379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C3862436-6B7F-4F1C-AA08-B991A9A7B081}"/>
                  </a:ext>
                </a:extLst>
              </p:cNvPr>
              <p:cNvSpPr/>
              <p:nvPr/>
            </p:nvSpPr>
            <p:spPr>
              <a:xfrm>
                <a:off x="9698903" y="4817879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49D6076-C319-4369-B1B1-F38E10B5ABA6}"/>
                </a:ext>
              </a:extLst>
            </p:cNvPr>
            <p:cNvGrpSpPr/>
            <p:nvPr/>
          </p:nvGrpSpPr>
          <p:grpSpPr>
            <a:xfrm>
              <a:off x="8300733" y="4542576"/>
              <a:ext cx="574079" cy="574079"/>
              <a:chOff x="7279740" y="-1777228"/>
              <a:chExt cx="1546860" cy="1546860"/>
            </a:xfrm>
          </p:grpSpPr>
          <p:sp>
            <p:nvSpPr>
              <p:cNvPr id="69" name="Circle: Hollow 68">
                <a:extLst>
                  <a:ext uri="{FF2B5EF4-FFF2-40B4-BE49-F238E27FC236}">
                    <a16:creationId xmlns:a16="http://schemas.microsoft.com/office/drawing/2014/main" id="{7A4BF07E-261D-454E-9BB5-B32E94A4C25B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89B88939-94D6-4F85-A897-E53040F86BE9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6729689-ED7C-4EEE-B158-ADC9455CB76A}"/>
              </a:ext>
            </a:extLst>
          </p:cNvPr>
          <p:cNvGrpSpPr/>
          <p:nvPr/>
        </p:nvGrpSpPr>
        <p:grpSpPr>
          <a:xfrm>
            <a:off x="3257192" y="9456056"/>
            <a:ext cx="6456730" cy="1768006"/>
            <a:chOff x="7514227" y="5486290"/>
            <a:chExt cx="4206421" cy="1151818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D73A08A-2356-4AB9-BFD3-4CE52AFCAEC2}"/>
                </a:ext>
              </a:extLst>
            </p:cNvPr>
            <p:cNvGrpSpPr/>
            <p:nvPr/>
          </p:nvGrpSpPr>
          <p:grpSpPr>
            <a:xfrm>
              <a:off x="7514227" y="5486290"/>
              <a:ext cx="4206421" cy="1151818"/>
              <a:chOff x="7514227" y="5486290"/>
              <a:chExt cx="4206421" cy="1151818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0761C327-AF5A-48E0-BFE6-007108820519}"/>
                  </a:ext>
                </a:extLst>
              </p:cNvPr>
              <p:cNvSpPr/>
              <p:nvPr/>
            </p:nvSpPr>
            <p:spPr>
              <a:xfrm>
                <a:off x="7514227" y="548629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0F3CB6B2-D730-407E-A618-E70BC9923910}"/>
                  </a:ext>
                </a:extLst>
              </p:cNvPr>
              <p:cNvSpPr/>
              <p:nvPr/>
            </p:nvSpPr>
            <p:spPr>
              <a:xfrm>
                <a:off x="9698903" y="5516162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B4AA050C-BFB1-4549-B6A8-8B7F284449B9}"/>
                  </a:ext>
                </a:extLst>
              </p:cNvPr>
              <p:cNvSpPr/>
              <p:nvPr/>
            </p:nvSpPr>
            <p:spPr>
              <a:xfrm>
                <a:off x="9698903" y="5696925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29DA8A7A-4B1D-44C2-AEB1-4B73C56616E2}"/>
                  </a:ext>
                </a:extLst>
              </p:cNvPr>
              <p:cNvSpPr/>
              <p:nvPr/>
            </p:nvSpPr>
            <p:spPr>
              <a:xfrm>
                <a:off x="9698903" y="5870068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FB3ED01D-E9EE-40AA-88C9-A910880C7FBF}"/>
                  </a:ext>
                </a:extLst>
              </p:cNvPr>
              <p:cNvSpPr/>
              <p:nvPr/>
            </p:nvSpPr>
            <p:spPr>
              <a:xfrm>
                <a:off x="9698903" y="6060568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0D3EC1E-5610-4440-934F-1A82D2870721}"/>
                </a:ext>
              </a:extLst>
            </p:cNvPr>
            <p:cNvGrpSpPr/>
            <p:nvPr/>
          </p:nvGrpSpPr>
          <p:grpSpPr>
            <a:xfrm>
              <a:off x="8300733" y="5775160"/>
              <a:ext cx="574079" cy="574079"/>
              <a:chOff x="7279740" y="-1777228"/>
              <a:chExt cx="1546860" cy="1546860"/>
            </a:xfrm>
          </p:grpSpPr>
          <p:sp>
            <p:nvSpPr>
              <p:cNvPr id="72" name="Circle: Hollow 71">
                <a:extLst>
                  <a:ext uri="{FF2B5EF4-FFF2-40B4-BE49-F238E27FC236}">
                    <a16:creationId xmlns:a16="http://schemas.microsoft.com/office/drawing/2014/main" id="{D1FA47CE-1E2B-452C-9050-3E9444071D40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1D8B5F3E-9963-42EE-8A31-27B3523A29AE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1EAB601-E10A-48AF-A388-537B48062BED}"/>
              </a:ext>
            </a:extLst>
          </p:cNvPr>
          <p:cNvGrpSpPr/>
          <p:nvPr/>
        </p:nvGrpSpPr>
        <p:grpSpPr>
          <a:xfrm>
            <a:off x="4590710" y="-4913140"/>
            <a:ext cx="4206418" cy="1151818"/>
            <a:chOff x="7514230" y="296655"/>
            <a:chExt cx="4206418" cy="115181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6EEEC70-29D8-4699-8888-F8D07249BBCA}"/>
                </a:ext>
              </a:extLst>
            </p:cNvPr>
            <p:cNvGrpSpPr/>
            <p:nvPr/>
          </p:nvGrpSpPr>
          <p:grpSpPr>
            <a:xfrm>
              <a:off x="7514230" y="296655"/>
              <a:ext cx="4206418" cy="1151818"/>
              <a:chOff x="7514230" y="296655"/>
              <a:chExt cx="4206418" cy="1151818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6235F989-3B04-4CAD-A4BD-160C805458DA}"/>
                  </a:ext>
                </a:extLst>
              </p:cNvPr>
              <p:cNvSpPr/>
              <p:nvPr/>
            </p:nvSpPr>
            <p:spPr>
              <a:xfrm>
                <a:off x="7514230" y="296655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rgbClr val="FF9B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9940F241-2CC5-4B0F-A925-E944BA0825A5}"/>
                  </a:ext>
                </a:extLst>
              </p:cNvPr>
              <p:cNvSpPr/>
              <p:nvPr/>
            </p:nvSpPr>
            <p:spPr>
              <a:xfrm>
                <a:off x="9698903" y="355111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4FCDA230-5D35-4156-96A9-7558020F8736}"/>
                  </a:ext>
                </a:extLst>
              </p:cNvPr>
              <p:cNvSpPr/>
              <p:nvPr/>
            </p:nvSpPr>
            <p:spPr>
              <a:xfrm>
                <a:off x="9698903" y="535874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5E4B4F4-154A-4368-A5E3-07172F03F07D}"/>
                  </a:ext>
                </a:extLst>
              </p:cNvPr>
              <p:cNvSpPr/>
              <p:nvPr/>
            </p:nvSpPr>
            <p:spPr>
              <a:xfrm>
                <a:off x="9698903" y="709017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78E6E329-0685-4EA3-9796-599377DF2739}"/>
                  </a:ext>
                </a:extLst>
              </p:cNvPr>
              <p:cNvSpPr/>
              <p:nvPr/>
            </p:nvSpPr>
            <p:spPr>
              <a:xfrm>
                <a:off x="9698903" y="899517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3185280-BE36-4FC5-9052-B36092744893}"/>
                </a:ext>
              </a:extLst>
            </p:cNvPr>
            <p:cNvGrpSpPr/>
            <p:nvPr/>
          </p:nvGrpSpPr>
          <p:grpSpPr>
            <a:xfrm>
              <a:off x="8269625" y="587834"/>
              <a:ext cx="574079" cy="574079"/>
              <a:chOff x="7279740" y="-1777228"/>
              <a:chExt cx="1546860" cy="1546860"/>
            </a:xfrm>
          </p:grpSpPr>
          <p:sp>
            <p:nvSpPr>
              <p:cNvPr id="75" name="Circle: Hollow 74">
                <a:extLst>
                  <a:ext uri="{FF2B5EF4-FFF2-40B4-BE49-F238E27FC236}">
                    <a16:creationId xmlns:a16="http://schemas.microsoft.com/office/drawing/2014/main" id="{73FEC028-F545-4B2C-A4D4-41E02AA264F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6E80D281-0962-423F-A130-73F3AD9EA62F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C70EE74-99EF-4E94-ABF3-A44E6005495D}"/>
              </a:ext>
            </a:extLst>
          </p:cNvPr>
          <p:cNvGrpSpPr/>
          <p:nvPr/>
        </p:nvGrpSpPr>
        <p:grpSpPr>
          <a:xfrm>
            <a:off x="-10963657" y="-4750764"/>
            <a:ext cx="9128973" cy="6538544"/>
            <a:chOff x="601181" y="355111"/>
            <a:chExt cx="5649256" cy="40462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CD47156-15E5-4818-A710-2B6D044E79A0}"/>
                </a:ext>
              </a:extLst>
            </p:cNvPr>
            <p:cNvGrpSpPr/>
            <p:nvPr/>
          </p:nvGrpSpPr>
          <p:grpSpPr>
            <a:xfrm>
              <a:off x="601181" y="355111"/>
              <a:ext cx="5649256" cy="4046228"/>
              <a:chOff x="471352" y="355111"/>
              <a:chExt cx="5990408" cy="4290576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CCE9D81-FF03-41D6-9B62-F662C93F0265}"/>
                  </a:ext>
                </a:extLst>
              </p:cNvPr>
              <p:cNvSpPr/>
              <p:nvPr/>
            </p:nvSpPr>
            <p:spPr>
              <a:xfrm>
                <a:off x="471352" y="355111"/>
                <a:ext cx="5990408" cy="3509554"/>
              </a:xfrm>
              <a:prstGeom prst="roundRect">
                <a:avLst>
                  <a:gd name="adj" fmla="val 4036"/>
                </a:avLst>
              </a:prstGeom>
              <a:solidFill>
                <a:srgbClr val="A2E2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9913B52-D5E7-4B07-AEE4-F99FE91FEF82}"/>
                  </a:ext>
                </a:extLst>
              </p:cNvPr>
              <p:cNvGrpSpPr/>
              <p:nvPr/>
            </p:nvGrpSpPr>
            <p:grpSpPr>
              <a:xfrm>
                <a:off x="2612326" y="1290271"/>
                <a:ext cx="1546860" cy="1546860"/>
                <a:chOff x="4201640" y="2101020"/>
                <a:chExt cx="1546860" cy="1546860"/>
              </a:xfrm>
            </p:grpSpPr>
            <p:sp>
              <p:nvSpPr>
                <p:cNvPr id="5" name="Circle: Hollow 4">
                  <a:extLst>
                    <a:ext uri="{FF2B5EF4-FFF2-40B4-BE49-F238E27FC236}">
                      <a16:creationId xmlns:a16="http://schemas.microsoft.com/office/drawing/2014/main" id="{B0426788-752A-4BCB-987D-B2B8CEFF879B}"/>
                    </a:ext>
                  </a:extLst>
                </p:cNvPr>
                <p:cNvSpPr/>
                <p:nvPr/>
              </p:nvSpPr>
              <p:spPr>
                <a:xfrm>
                  <a:off x="4201640" y="2101020"/>
                  <a:ext cx="1546860" cy="1546860"/>
                </a:xfrm>
                <a:prstGeom prst="donut">
                  <a:avLst>
                    <a:gd name="adj" fmla="val 337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Isosceles Triangle 5">
                  <a:extLst>
                    <a:ext uri="{FF2B5EF4-FFF2-40B4-BE49-F238E27FC236}">
                      <a16:creationId xmlns:a16="http://schemas.microsoft.com/office/drawing/2014/main" id="{B91E2C86-8F62-4E59-A26F-B2198A7D4B0A}"/>
                    </a:ext>
                  </a:extLst>
                </p:cNvPr>
                <p:cNvSpPr/>
                <p:nvPr/>
              </p:nvSpPr>
              <p:spPr>
                <a:xfrm rot="5400000">
                  <a:off x="4632171" y="2451540"/>
                  <a:ext cx="853440" cy="84582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03897BBD-9217-4DA0-AA72-B1738CB9FFFF}"/>
                  </a:ext>
                </a:extLst>
              </p:cNvPr>
              <p:cNvSpPr/>
              <p:nvPr/>
            </p:nvSpPr>
            <p:spPr>
              <a:xfrm>
                <a:off x="1271452" y="4068437"/>
                <a:ext cx="2843348" cy="179614"/>
              </a:xfrm>
              <a:prstGeom prst="roundRect">
                <a:avLst>
                  <a:gd name="adj" fmla="val 2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AA4B46A-1067-4EC5-909D-C084A1F237AD}"/>
                  </a:ext>
                </a:extLst>
              </p:cNvPr>
              <p:cNvSpPr/>
              <p:nvPr/>
            </p:nvSpPr>
            <p:spPr>
              <a:xfrm>
                <a:off x="1271452" y="4325342"/>
                <a:ext cx="2584268" cy="68580"/>
              </a:xfrm>
              <a:prstGeom prst="roundRect">
                <a:avLst>
                  <a:gd name="adj" fmla="val 3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67C3DAD-CB67-489A-BE74-BB908EE1F830}"/>
                  </a:ext>
                </a:extLst>
              </p:cNvPr>
              <p:cNvSpPr/>
              <p:nvPr/>
            </p:nvSpPr>
            <p:spPr>
              <a:xfrm>
                <a:off x="5035065" y="3994921"/>
                <a:ext cx="1379256" cy="382227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74CC799-821E-43AC-8155-A715D76ADB96}"/>
                  </a:ext>
                </a:extLst>
              </p:cNvPr>
              <p:cNvSpPr/>
              <p:nvPr/>
            </p:nvSpPr>
            <p:spPr>
              <a:xfrm>
                <a:off x="5210087" y="4116601"/>
                <a:ext cx="998734" cy="133806"/>
              </a:xfrm>
              <a:prstGeom prst="roundRect">
                <a:avLst>
                  <a:gd name="adj" fmla="val 25132"/>
                </a:avLst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4E3C87B3-4301-43CF-82BA-F328F788EF88}"/>
                  </a:ext>
                </a:extLst>
              </p:cNvPr>
              <p:cNvSpPr/>
              <p:nvPr/>
            </p:nvSpPr>
            <p:spPr>
              <a:xfrm>
                <a:off x="503417" y="4025875"/>
                <a:ext cx="662213" cy="619812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640251BE-3387-4C3C-9EE4-26BA1BD09217}"/>
                </a:ext>
              </a:extLst>
            </p:cNvPr>
            <p:cNvSpPr/>
            <p:nvPr/>
          </p:nvSpPr>
          <p:spPr>
            <a:xfrm>
              <a:off x="950853" y="3393417"/>
              <a:ext cx="5054103" cy="59826"/>
            </a:xfrm>
            <a:prstGeom prst="roundRect">
              <a:avLst>
                <a:gd name="adj" fmla="val 2736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23E12007-B47A-4134-B04F-89941C89EB30}"/>
                </a:ext>
              </a:extLst>
            </p:cNvPr>
            <p:cNvSpPr/>
            <p:nvPr/>
          </p:nvSpPr>
          <p:spPr>
            <a:xfrm>
              <a:off x="950853" y="3392327"/>
              <a:ext cx="1463040" cy="59826"/>
            </a:xfrm>
            <a:prstGeom prst="roundRect">
              <a:avLst>
                <a:gd name="adj" fmla="val 27369"/>
              </a:avLst>
            </a:prstGeom>
            <a:solidFill>
              <a:srgbClr val="FF9B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8E2B7872-9728-42CD-A068-00AFA6701F1D}"/>
                </a:ext>
              </a:extLst>
            </p:cNvPr>
            <p:cNvSpPr/>
            <p:nvPr/>
          </p:nvSpPr>
          <p:spPr>
            <a:xfrm>
              <a:off x="2391033" y="3369743"/>
              <a:ext cx="45719" cy="104993"/>
            </a:xfrm>
            <a:prstGeom prst="roundRect">
              <a:avLst>
                <a:gd name="adj" fmla="val 2736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2239092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281F9539-B05C-4273-9385-4BBF84E61847}"/>
              </a:ext>
            </a:extLst>
          </p:cNvPr>
          <p:cNvGrpSpPr/>
          <p:nvPr/>
        </p:nvGrpSpPr>
        <p:grpSpPr>
          <a:xfrm>
            <a:off x="639281" y="4671249"/>
            <a:ext cx="4832443" cy="1738799"/>
            <a:chOff x="524692" y="4892277"/>
            <a:chExt cx="5124268" cy="184380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7B84A59-F8C9-44D3-AC45-340F5AC3FE4C}"/>
                </a:ext>
              </a:extLst>
            </p:cNvPr>
            <p:cNvSpPr/>
            <p:nvPr/>
          </p:nvSpPr>
          <p:spPr>
            <a:xfrm>
              <a:off x="524692" y="4892277"/>
              <a:ext cx="5124268" cy="1843803"/>
            </a:xfrm>
            <a:prstGeom prst="roundRect">
              <a:avLst>
                <a:gd name="adj" fmla="val 403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818C8FD-3F50-411E-8753-B65A69A8B0EB}"/>
                </a:ext>
              </a:extLst>
            </p:cNvPr>
            <p:cNvSpPr/>
            <p:nvPr/>
          </p:nvSpPr>
          <p:spPr>
            <a:xfrm>
              <a:off x="668928" y="5094208"/>
              <a:ext cx="386497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3D85A0-6BD0-452D-9984-6D62EDA961BE}"/>
                </a:ext>
              </a:extLst>
            </p:cNvPr>
            <p:cNvSpPr/>
            <p:nvPr/>
          </p:nvSpPr>
          <p:spPr>
            <a:xfrm>
              <a:off x="668928" y="5425206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DFBDB6E-2552-42C9-BA18-E1A893D3AD3D}"/>
                </a:ext>
              </a:extLst>
            </p:cNvPr>
            <p:cNvSpPr/>
            <p:nvPr/>
          </p:nvSpPr>
          <p:spPr>
            <a:xfrm>
              <a:off x="668928" y="5772932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4F8DEC-BE87-4F37-8363-170D1F3D4391}"/>
                </a:ext>
              </a:extLst>
            </p:cNvPr>
            <p:cNvSpPr/>
            <p:nvPr/>
          </p:nvSpPr>
          <p:spPr>
            <a:xfrm>
              <a:off x="668928" y="6417711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FACE942-3176-41C7-80FB-92526181899C}"/>
                </a:ext>
              </a:extLst>
            </p:cNvPr>
            <p:cNvSpPr/>
            <p:nvPr/>
          </p:nvSpPr>
          <p:spPr>
            <a:xfrm>
              <a:off x="668928" y="6090867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0148A96-AF51-41A2-ABAE-3277258A00D7}"/>
              </a:ext>
            </a:extLst>
          </p:cNvPr>
          <p:cNvGrpSpPr/>
          <p:nvPr/>
        </p:nvGrpSpPr>
        <p:grpSpPr>
          <a:xfrm>
            <a:off x="7514229" y="1788540"/>
            <a:ext cx="4206419" cy="1151818"/>
            <a:chOff x="7514229" y="1788540"/>
            <a:chExt cx="4206419" cy="1151818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BAC6EFD-5D7C-424B-883F-EE5A8A90ECA0}"/>
                </a:ext>
              </a:extLst>
            </p:cNvPr>
            <p:cNvGrpSpPr/>
            <p:nvPr/>
          </p:nvGrpSpPr>
          <p:grpSpPr>
            <a:xfrm>
              <a:off x="7514229" y="1788540"/>
              <a:ext cx="4206419" cy="1151818"/>
              <a:chOff x="7514229" y="1788540"/>
              <a:chExt cx="4206419" cy="115181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9D4C31DF-CA71-4D37-9DB9-496D6B28F300}"/>
                  </a:ext>
                </a:extLst>
              </p:cNvPr>
              <p:cNvSpPr/>
              <p:nvPr/>
            </p:nvSpPr>
            <p:spPr>
              <a:xfrm>
                <a:off x="7514229" y="178854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7599530-1649-4E11-9D5A-13B0C17CB1E0}"/>
                  </a:ext>
                </a:extLst>
              </p:cNvPr>
              <p:cNvSpPr/>
              <p:nvPr/>
            </p:nvSpPr>
            <p:spPr>
              <a:xfrm>
                <a:off x="9698903" y="1833815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712651A8-4B66-4344-9B41-F95BF21E7EDE}"/>
                  </a:ext>
                </a:extLst>
              </p:cNvPr>
              <p:cNvSpPr/>
              <p:nvPr/>
            </p:nvSpPr>
            <p:spPr>
              <a:xfrm>
                <a:off x="9698903" y="2014578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37013D59-2093-4A9F-9D05-082D0E360089}"/>
                  </a:ext>
                </a:extLst>
              </p:cNvPr>
              <p:cNvSpPr/>
              <p:nvPr/>
            </p:nvSpPr>
            <p:spPr>
              <a:xfrm>
                <a:off x="9698903" y="2187721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FED07C9F-DC64-4B85-8FB5-6A49212C831A}"/>
                  </a:ext>
                </a:extLst>
              </p:cNvPr>
              <p:cNvSpPr/>
              <p:nvPr/>
            </p:nvSpPr>
            <p:spPr>
              <a:xfrm>
                <a:off x="9698903" y="2378221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2CDA331-6207-4EB4-B7C6-991FFB3C5E36}"/>
                </a:ext>
              </a:extLst>
            </p:cNvPr>
            <p:cNvGrpSpPr/>
            <p:nvPr/>
          </p:nvGrpSpPr>
          <p:grpSpPr>
            <a:xfrm>
              <a:off x="8269626" y="2091181"/>
              <a:ext cx="574079" cy="574079"/>
              <a:chOff x="7279740" y="-1777228"/>
              <a:chExt cx="1546860" cy="1546860"/>
            </a:xfrm>
          </p:grpSpPr>
          <p:sp>
            <p:nvSpPr>
              <p:cNvPr id="62" name="Circle: Hollow 61">
                <a:extLst>
                  <a:ext uri="{FF2B5EF4-FFF2-40B4-BE49-F238E27FC236}">
                    <a16:creationId xmlns:a16="http://schemas.microsoft.com/office/drawing/2014/main" id="{08966C26-1B41-4986-BA4B-428F1DD65E97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069B3364-D4A2-45C2-9160-AB3A20DC2AA8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3AD50B-EC93-4271-A1DF-837BC028C9B9}"/>
              </a:ext>
            </a:extLst>
          </p:cNvPr>
          <p:cNvGrpSpPr/>
          <p:nvPr/>
        </p:nvGrpSpPr>
        <p:grpSpPr>
          <a:xfrm>
            <a:off x="7514228" y="3021123"/>
            <a:ext cx="4206420" cy="1151818"/>
            <a:chOff x="7514228" y="3021123"/>
            <a:chExt cx="4206420" cy="1151818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2105C9D-1445-4EA7-9AB0-823E1A4FD79D}"/>
                </a:ext>
              </a:extLst>
            </p:cNvPr>
            <p:cNvGrpSpPr/>
            <p:nvPr/>
          </p:nvGrpSpPr>
          <p:grpSpPr>
            <a:xfrm>
              <a:off x="7514228" y="3021123"/>
              <a:ext cx="4206420" cy="1151818"/>
              <a:chOff x="7514228" y="3021123"/>
              <a:chExt cx="4206420" cy="1151818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57AE2E6-23CB-4FEC-86D5-88D528DF7769}"/>
                  </a:ext>
                </a:extLst>
              </p:cNvPr>
              <p:cNvSpPr/>
              <p:nvPr/>
            </p:nvSpPr>
            <p:spPr>
              <a:xfrm>
                <a:off x="7514228" y="3021123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5940249A-BA16-4E6C-A980-E650F808CB4E}"/>
                  </a:ext>
                </a:extLst>
              </p:cNvPr>
              <p:cNvSpPr/>
              <p:nvPr/>
            </p:nvSpPr>
            <p:spPr>
              <a:xfrm>
                <a:off x="9698903" y="3038404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4CFCC298-5444-4331-90CC-CBAA44A726BC}"/>
                  </a:ext>
                </a:extLst>
              </p:cNvPr>
              <p:cNvSpPr/>
              <p:nvPr/>
            </p:nvSpPr>
            <p:spPr>
              <a:xfrm>
                <a:off x="9698903" y="3219167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5AF8EED2-6DAA-4E72-8D4E-1B0100B196FA}"/>
                  </a:ext>
                </a:extLst>
              </p:cNvPr>
              <p:cNvSpPr/>
              <p:nvPr/>
            </p:nvSpPr>
            <p:spPr>
              <a:xfrm>
                <a:off x="9698903" y="3392310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3917D557-AFCA-428E-9A1A-2E3354235B45}"/>
                  </a:ext>
                </a:extLst>
              </p:cNvPr>
              <p:cNvSpPr/>
              <p:nvPr/>
            </p:nvSpPr>
            <p:spPr>
              <a:xfrm>
                <a:off x="9698903" y="3582810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F821381-92BA-4E14-BF7C-0C7A45BCEB47}"/>
                </a:ext>
              </a:extLst>
            </p:cNvPr>
            <p:cNvGrpSpPr/>
            <p:nvPr/>
          </p:nvGrpSpPr>
          <p:grpSpPr>
            <a:xfrm>
              <a:off x="8300733" y="3309992"/>
              <a:ext cx="574079" cy="574079"/>
              <a:chOff x="7279740" y="-1777228"/>
              <a:chExt cx="1546860" cy="1546860"/>
            </a:xfrm>
          </p:grpSpPr>
          <p:sp>
            <p:nvSpPr>
              <p:cNvPr id="66" name="Circle: Hollow 65">
                <a:extLst>
                  <a:ext uri="{FF2B5EF4-FFF2-40B4-BE49-F238E27FC236}">
                    <a16:creationId xmlns:a16="http://schemas.microsoft.com/office/drawing/2014/main" id="{85AE7221-C2B8-4F29-9C53-E4F1DAC88F4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3E45EB5C-0504-4EEE-BC07-0A44A25181A6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E77133E-3519-4F83-9C1E-3DC43460A652}"/>
              </a:ext>
            </a:extLst>
          </p:cNvPr>
          <p:cNvGrpSpPr/>
          <p:nvPr/>
        </p:nvGrpSpPr>
        <p:grpSpPr>
          <a:xfrm>
            <a:off x="7514228" y="4253707"/>
            <a:ext cx="4206420" cy="1151818"/>
            <a:chOff x="7514228" y="4253707"/>
            <a:chExt cx="4206420" cy="115181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3A8E35D-061D-4AD3-894A-0A7CE1E3D276}"/>
                </a:ext>
              </a:extLst>
            </p:cNvPr>
            <p:cNvGrpSpPr/>
            <p:nvPr/>
          </p:nvGrpSpPr>
          <p:grpSpPr>
            <a:xfrm>
              <a:off x="7514228" y="4253707"/>
              <a:ext cx="4206420" cy="1151818"/>
              <a:chOff x="7514228" y="4253707"/>
              <a:chExt cx="4206420" cy="1151818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E1F442A-1A89-4CF4-A09B-BE602D58111E}"/>
                  </a:ext>
                </a:extLst>
              </p:cNvPr>
              <p:cNvSpPr/>
              <p:nvPr/>
            </p:nvSpPr>
            <p:spPr>
              <a:xfrm>
                <a:off x="7514228" y="4253707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AA63ED26-D8AA-4E4C-A824-39DC28D8CBFD}"/>
                  </a:ext>
                </a:extLst>
              </p:cNvPr>
              <p:cNvSpPr/>
              <p:nvPr/>
            </p:nvSpPr>
            <p:spPr>
              <a:xfrm>
                <a:off x="9698903" y="4273473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A37DAE57-66CF-4AAB-8D11-AD69B367B10D}"/>
                  </a:ext>
                </a:extLst>
              </p:cNvPr>
              <p:cNvSpPr/>
              <p:nvPr/>
            </p:nvSpPr>
            <p:spPr>
              <a:xfrm>
                <a:off x="9698903" y="4454236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1B3642BA-A216-420D-8F92-C3BA0803985F}"/>
                  </a:ext>
                </a:extLst>
              </p:cNvPr>
              <p:cNvSpPr/>
              <p:nvPr/>
            </p:nvSpPr>
            <p:spPr>
              <a:xfrm>
                <a:off x="9698903" y="4627379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C3862436-6B7F-4F1C-AA08-B991A9A7B081}"/>
                  </a:ext>
                </a:extLst>
              </p:cNvPr>
              <p:cNvSpPr/>
              <p:nvPr/>
            </p:nvSpPr>
            <p:spPr>
              <a:xfrm>
                <a:off x="9698903" y="4817879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49D6076-C319-4369-B1B1-F38E10B5ABA6}"/>
                </a:ext>
              </a:extLst>
            </p:cNvPr>
            <p:cNvGrpSpPr/>
            <p:nvPr/>
          </p:nvGrpSpPr>
          <p:grpSpPr>
            <a:xfrm>
              <a:off x="8300733" y="4542576"/>
              <a:ext cx="574079" cy="574079"/>
              <a:chOff x="7279740" y="-1777228"/>
              <a:chExt cx="1546860" cy="1546860"/>
            </a:xfrm>
          </p:grpSpPr>
          <p:sp>
            <p:nvSpPr>
              <p:cNvPr id="69" name="Circle: Hollow 68">
                <a:extLst>
                  <a:ext uri="{FF2B5EF4-FFF2-40B4-BE49-F238E27FC236}">
                    <a16:creationId xmlns:a16="http://schemas.microsoft.com/office/drawing/2014/main" id="{7A4BF07E-261D-454E-9BB5-B32E94A4C25B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89B88939-94D6-4F85-A897-E53040F86BE9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6729689-ED7C-4EEE-B158-ADC9455CB76A}"/>
              </a:ext>
            </a:extLst>
          </p:cNvPr>
          <p:cNvGrpSpPr/>
          <p:nvPr/>
        </p:nvGrpSpPr>
        <p:grpSpPr>
          <a:xfrm>
            <a:off x="7514227" y="5486290"/>
            <a:ext cx="4206421" cy="1151818"/>
            <a:chOff x="7514227" y="5486290"/>
            <a:chExt cx="4206421" cy="1151818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D73A08A-2356-4AB9-BFD3-4CE52AFCAEC2}"/>
                </a:ext>
              </a:extLst>
            </p:cNvPr>
            <p:cNvGrpSpPr/>
            <p:nvPr/>
          </p:nvGrpSpPr>
          <p:grpSpPr>
            <a:xfrm>
              <a:off x="7514227" y="5486290"/>
              <a:ext cx="4206421" cy="1151818"/>
              <a:chOff x="7514227" y="5486290"/>
              <a:chExt cx="4206421" cy="1151818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0761C327-AF5A-48E0-BFE6-007108820519}"/>
                  </a:ext>
                </a:extLst>
              </p:cNvPr>
              <p:cNvSpPr/>
              <p:nvPr/>
            </p:nvSpPr>
            <p:spPr>
              <a:xfrm>
                <a:off x="7514227" y="548629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0F3CB6B2-D730-407E-A618-E70BC9923910}"/>
                  </a:ext>
                </a:extLst>
              </p:cNvPr>
              <p:cNvSpPr/>
              <p:nvPr/>
            </p:nvSpPr>
            <p:spPr>
              <a:xfrm>
                <a:off x="9698903" y="5516162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B4AA050C-BFB1-4549-B6A8-8B7F284449B9}"/>
                  </a:ext>
                </a:extLst>
              </p:cNvPr>
              <p:cNvSpPr/>
              <p:nvPr/>
            </p:nvSpPr>
            <p:spPr>
              <a:xfrm>
                <a:off x="9698903" y="5696925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29DA8A7A-4B1D-44C2-AEB1-4B73C56616E2}"/>
                  </a:ext>
                </a:extLst>
              </p:cNvPr>
              <p:cNvSpPr/>
              <p:nvPr/>
            </p:nvSpPr>
            <p:spPr>
              <a:xfrm>
                <a:off x="9698903" y="5870068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FB3ED01D-E9EE-40AA-88C9-A910880C7FBF}"/>
                  </a:ext>
                </a:extLst>
              </p:cNvPr>
              <p:cNvSpPr/>
              <p:nvPr/>
            </p:nvSpPr>
            <p:spPr>
              <a:xfrm>
                <a:off x="9698903" y="6060568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0D3EC1E-5610-4440-934F-1A82D2870721}"/>
                </a:ext>
              </a:extLst>
            </p:cNvPr>
            <p:cNvGrpSpPr/>
            <p:nvPr/>
          </p:nvGrpSpPr>
          <p:grpSpPr>
            <a:xfrm>
              <a:off x="8300733" y="5775160"/>
              <a:ext cx="574079" cy="574079"/>
              <a:chOff x="7279740" y="-1777228"/>
              <a:chExt cx="1546860" cy="1546860"/>
            </a:xfrm>
          </p:grpSpPr>
          <p:sp>
            <p:nvSpPr>
              <p:cNvPr id="72" name="Circle: Hollow 71">
                <a:extLst>
                  <a:ext uri="{FF2B5EF4-FFF2-40B4-BE49-F238E27FC236}">
                    <a16:creationId xmlns:a16="http://schemas.microsoft.com/office/drawing/2014/main" id="{D1FA47CE-1E2B-452C-9050-3E9444071D40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1D8B5F3E-9963-42EE-8A31-27B3523A29AE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1EAB601-E10A-48AF-A388-537B48062BED}"/>
              </a:ext>
            </a:extLst>
          </p:cNvPr>
          <p:cNvGrpSpPr/>
          <p:nvPr/>
        </p:nvGrpSpPr>
        <p:grpSpPr>
          <a:xfrm>
            <a:off x="7514230" y="296655"/>
            <a:ext cx="4206418" cy="1151818"/>
            <a:chOff x="7514230" y="296655"/>
            <a:chExt cx="4206418" cy="115181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6EEEC70-29D8-4699-8888-F8D07249BBCA}"/>
                </a:ext>
              </a:extLst>
            </p:cNvPr>
            <p:cNvGrpSpPr/>
            <p:nvPr/>
          </p:nvGrpSpPr>
          <p:grpSpPr>
            <a:xfrm>
              <a:off x="7514230" y="296655"/>
              <a:ext cx="4206418" cy="1151818"/>
              <a:chOff x="7514230" y="296655"/>
              <a:chExt cx="4206418" cy="1151818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6235F989-3B04-4CAD-A4BD-160C805458DA}"/>
                  </a:ext>
                </a:extLst>
              </p:cNvPr>
              <p:cNvSpPr/>
              <p:nvPr/>
            </p:nvSpPr>
            <p:spPr>
              <a:xfrm>
                <a:off x="7514230" y="296655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rgbClr val="FF9B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9940F241-2CC5-4B0F-A925-E944BA0825A5}"/>
                  </a:ext>
                </a:extLst>
              </p:cNvPr>
              <p:cNvSpPr/>
              <p:nvPr/>
            </p:nvSpPr>
            <p:spPr>
              <a:xfrm>
                <a:off x="9698903" y="355111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4FCDA230-5D35-4156-96A9-7558020F8736}"/>
                  </a:ext>
                </a:extLst>
              </p:cNvPr>
              <p:cNvSpPr/>
              <p:nvPr/>
            </p:nvSpPr>
            <p:spPr>
              <a:xfrm>
                <a:off x="9698903" y="535874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5E4B4F4-154A-4368-A5E3-07172F03F07D}"/>
                  </a:ext>
                </a:extLst>
              </p:cNvPr>
              <p:cNvSpPr/>
              <p:nvPr/>
            </p:nvSpPr>
            <p:spPr>
              <a:xfrm>
                <a:off x="9698903" y="709017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78E6E329-0685-4EA3-9796-599377DF2739}"/>
                  </a:ext>
                </a:extLst>
              </p:cNvPr>
              <p:cNvSpPr/>
              <p:nvPr/>
            </p:nvSpPr>
            <p:spPr>
              <a:xfrm>
                <a:off x="9698903" y="899517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3185280-BE36-4FC5-9052-B36092744893}"/>
                </a:ext>
              </a:extLst>
            </p:cNvPr>
            <p:cNvGrpSpPr/>
            <p:nvPr/>
          </p:nvGrpSpPr>
          <p:grpSpPr>
            <a:xfrm>
              <a:off x="8269625" y="587834"/>
              <a:ext cx="574079" cy="574079"/>
              <a:chOff x="7279740" y="-1777228"/>
              <a:chExt cx="1546860" cy="1546860"/>
            </a:xfrm>
          </p:grpSpPr>
          <p:sp>
            <p:nvSpPr>
              <p:cNvPr id="75" name="Circle: Hollow 74">
                <a:extLst>
                  <a:ext uri="{FF2B5EF4-FFF2-40B4-BE49-F238E27FC236}">
                    <a16:creationId xmlns:a16="http://schemas.microsoft.com/office/drawing/2014/main" id="{73FEC028-F545-4B2C-A4D4-41E02AA264F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6E80D281-0962-423F-A130-73F3AD9EA62F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C70EE74-99EF-4E94-ABF3-A44E6005495D}"/>
              </a:ext>
            </a:extLst>
          </p:cNvPr>
          <p:cNvGrpSpPr/>
          <p:nvPr/>
        </p:nvGrpSpPr>
        <p:grpSpPr>
          <a:xfrm>
            <a:off x="601181" y="355111"/>
            <a:ext cx="5649256" cy="4046228"/>
            <a:chOff x="601181" y="355111"/>
            <a:chExt cx="5649256" cy="40462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CD47156-15E5-4818-A710-2B6D044E79A0}"/>
                </a:ext>
              </a:extLst>
            </p:cNvPr>
            <p:cNvGrpSpPr/>
            <p:nvPr/>
          </p:nvGrpSpPr>
          <p:grpSpPr>
            <a:xfrm>
              <a:off x="601181" y="355111"/>
              <a:ext cx="5649256" cy="4046228"/>
              <a:chOff x="471352" y="355111"/>
              <a:chExt cx="5990408" cy="4290576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CCE9D81-FF03-41D6-9B62-F662C93F0265}"/>
                  </a:ext>
                </a:extLst>
              </p:cNvPr>
              <p:cNvSpPr/>
              <p:nvPr/>
            </p:nvSpPr>
            <p:spPr>
              <a:xfrm>
                <a:off x="471352" y="355111"/>
                <a:ext cx="5990408" cy="3509554"/>
              </a:xfrm>
              <a:prstGeom prst="roundRect">
                <a:avLst>
                  <a:gd name="adj" fmla="val 4036"/>
                </a:avLst>
              </a:prstGeom>
              <a:solidFill>
                <a:srgbClr val="A2E2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9913B52-D5E7-4B07-AEE4-F99FE91FEF82}"/>
                  </a:ext>
                </a:extLst>
              </p:cNvPr>
              <p:cNvGrpSpPr/>
              <p:nvPr/>
            </p:nvGrpSpPr>
            <p:grpSpPr>
              <a:xfrm>
                <a:off x="2612326" y="1290271"/>
                <a:ext cx="1546860" cy="1546860"/>
                <a:chOff x="4201640" y="2101020"/>
                <a:chExt cx="1546860" cy="1546860"/>
              </a:xfrm>
            </p:grpSpPr>
            <p:sp>
              <p:nvSpPr>
                <p:cNvPr id="5" name="Circle: Hollow 4">
                  <a:extLst>
                    <a:ext uri="{FF2B5EF4-FFF2-40B4-BE49-F238E27FC236}">
                      <a16:creationId xmlns:a16="http://schemas.microsoft.com/office/drawing/2014/main" id="{B0426788-752A-4BCB-987D-B2B8CEFF879B}"/>
                    </a:ext>
                  </a:extLst>
                </p:cNvPr>
                <p:cNvSpPr/>
                <p:nvPr/>
              </p:nvSpPr>
              <p:spPr>
                <a:xfrm>
                  <a:off x="4201640" y="2101020"/>
                  <a:ext cx="1546860" cy="1546860"/>
                </a:xfrm>
                <a:prstGeom prst="donut">
                  <a:avLst>
                    <a:gd name="adj" fmla="val 337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Isosceles Triangle 5">
                  <a:extLst>
                    <a:ext uri="{FF2B5EF4-FFF2-40B4-BE49-F238E27FC236}">
                      <a16:creationId xmlns:a16="http://schemas.microsoft.com/office/drawing/2014/main" id="{B91E2C86-8F62-4E59-A26F-B2198A7D4B0A}"/>
                    </a:ext>
                  </a:extLst>
                </p:cNvPr>
                <p:cNvSpPr/>
                <p:nvPr/>
              </p:nvSpPr>
              <p:spPr>
                <a:xfrm rot="5400000">
                  <a:off x="4632171" y="2451540"/>
                  <a:ext cx="853440" cy="84582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03897BBD-9217-4DA0-AA72-B1738CB9FFFF}"/>
                  </a:ext>
                </a:extLst>
              </p:cNvPr>
              <p:cNvSpPr/>
              <p:nvPr/>
            </p:nvSpPr>
            <p:spPr>
              <a:xfrm>
                <a:off x="1271452" y="4068437"/>
                <a:ext cx="2843348" cy="179614"/>
              </a:xfrm>
              <a:prstGeom prst="roundRect">
                <a:avLst>
                  <a:gd name="adj" fmla="val 2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AA4B46A-1067-4EC5-909D-C084A1F237AD}"/>
                  </a:ext>
                </a:extLst>
              </p:cNvPr>
              <p:cNvSpPr/>
              <p:nvPr/>
            </p:nvSpPr>
            <p:spPr>
              <a:xfrm>
                <a:off x="1271452" y="4325342"/>
                <a:ext cx="2584268" cy="68580"/>
              </a:xfrm>
              <a:prstGeom prst="roundRect">
                <a:avLst>
                  <a:gd name="adj" fmla="val 3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67C3DAD-CB67-489A-BE74-BB908EE1F830}"/>
                  </a:ext>
                </a:extLst>
              </p:cNvPr>
              <p:cNvSpPr/>
              <p:nvPr/>
            </p:nvSpPr>
            <p:spPr>
              <a:xfrm>
                <a:off x="5035065" y="3994921"/>
                <a:ext cx="1379256" cy="382227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74CC799-821E-43AC-8155-A715D76ADB96}"/>
                  </a:ext>
                </a:extLst>
              </p:cNvPr>
              <p:cNvSpPr/>
              <p:nvPr/>
            </p:nvSpPr>
            <p:spPr>
              <a:xfrm>
                <a:off x="5210087" y="4116601"/>
                <a:ext cx="998734" cy="133806"/>
              </a:xfrm>
              <a:prstGeom prst="roundRect">
                <a:avLst>
                  <a:gd name="adj" fmla="val 25132"/>
                </a:avLst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4E3C87B3-4301-43CF-82BA-F328F788EF88}"/>
                  </a:ext>
                </a:extLst>
              </p:cNvPr>
              <p:cNvSpPr/>
              <p:nvPr/>
            </p:nvSpPr>
            <p:spPr>
              <a:xfrm>
                <a:off x="503417" y="4025875"/>
                <a:ext cx="662213" cy="619812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640251BE-3387-4C3C-9EE4-26BA1BD09217}"/>
                </a:ext>
              </a:extLst>
            </p:cNvPr>
            <p:cNvSpPr/>
            <p:nvPr/>
          </p:nvSpPr>
          <p:spPr>
            <a:xfrm>
              <a:off x="950853" y="3393417"/>
              <a:ext cx="5054103" cy="59826"/>
            </a:xfrm>
            <a:prstGeom prst="roundRect">
              <a:avLst>
                <a:gd name="adj" fmla="val 2736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23E12007-B47A-4134-B04F-89941C89EB30}"/>
                </a:ext>
              </a:extLst>
            </p:cNvPr>
            <p:cNvSpPr/>
            <p:nvPr/>
          </p:nvSpPr>
          <p:spPr>
            <a:xfrm>
              <a:off x="950853" y="3392327"/>
              <a:ext cx="1463040" cy="59826"/>
            </a:xfrm>
            <a:prstGeom prst="roundRect">
              <a:avLst>
                <a:gd name="adj" fmla="val 27369"/>
              </a:avLst>
            </a:prstGeom>
            <a:solidFill>
              <a:srgbClr val="FF9B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8E2B7872-9728-42CD-A068-00AFA6701F1D}"/>
                </a:ext>
              </a:extLst>
            </p:cNvPr>
            <p:cNvSpPr/>
            <p:nvPr/>
          </p:nvSpPr>
          <p:spPr>
            <a:xfrm>
              <a:off x="2391033" y="3369743"/>
              <a:ext cx="45719" cy="104993"/>
            </a:xfrm>
            <a:prstGeom prst="roundRect">
              <a:avLst>
                <a:gd name="adj" fmla="val 2736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3058605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Pach</dc:creator>
  <cp:lastModifiedBy>Andrew Pach</cp:lastModifiedBy>
  <cp:revision>9</cp:revision>
  <dcterms:created xsi:type="dcterms:W3CDTF">2020-07-02T08:14:49Z</dcterms:created>
  <dcterms:modified xsi:type="dcterms:W3CDTF">2020-07-23T08:42:30Z</dcterms:modified>
</cp:coreProperties>
</file>